
<file path=[Content_Types].xml><?xml version="1.0" encoding="utf-8"?>
<Types xmlns="http://schemas.openxmlformats.org/package/2006/content-types">
  <Default Extension="bin" ContentType="application/vnd.openxmlformats-officedocument.oleObject"/>
  <Default Extension="jpeg" ContentType="image/jpeg"/>
  <Default Extension="png" ContentType="image/png"/>
  <Default Extension="rels" ContentType="application/vnd.openxmlformats-package.relationships+xml"/>
  <Default Extension="wmf" ContentType="image/x-wm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32"/>
  </p:notesMasterIdLst>
  <p:handoutMasterIdLst>
    <p:handoutMasterId r:id="rId33"/>
  </p:handoutMasterIdLst>
  <p:sldIdLst>
    <p:sldId id="256" r:id="rId2"/>
    <p:sldId id="257" r:id="rId3"/>
    <p:sldId id="304" r:id="rId4"/>
    <p:sldId id="264" r:id="rId5"/>
    <p:sldId id="265" r:id="rId6"/>
    <p:sldId id="283" r:id="rId7"/>
    <p:sldId id="284" r:id="rId8"/>
    <p:sldId id="285" r:id="rId9"/>
    <p:sldId id="286" r:id="rId10"/>
    <p:sldId id="287" r:id="rId11"/>
    <p:sldId id="288" r:id="rId12"/>
    <p:sldId id="319" r:id="rId13"/>
    <p:sldId id="312" r:id="rId14"/>
    <p:sldId id="320" r:id="rId15"/>
    <p:sldId id="321" r:id="rId16"/>
    <p:sldId id="322" r:id="rId17"/>
    <p:sldId id="309" r:id="rId18"/>
    <p:sldId id="310" r:id="rId19"/>
    <p:sldId id="290" r:id="rId20"/>
    <p:sldId id="275" r:id="rId21"/>
    <p:sldId id="276" r:id="rId22"/>
    <p:sldId id="314" r:id="rId23"/>
    <p:sldId id="292" r:id="rId24"/>
    <p:sldId id="293" r:id="rId25"/>
    <p:sldId id="266" r:id="rId26"/>
    <p:sldId id="301" r:id="rId27"/>
    <p:sldId id="291" r:id="rId28"/>
    <p:sldId id="295" r:id="rId29"/>
    <p:sldId id="294" r:id="rId30"/>
    <p:sldId id="263" r:id="rId31"/>
  </p:sldIdLst>
  <p:sldSz cx="9144000" cy="6858000" type="screen4x3"/>
  <p:notesSz cx="6858000" cy="9144000"/>
  <p:defaultTextStyle>
    <a:defPPr>
      <a:defRPr lang="zh-CN"/>
    </a:defPPr>
    <a:lvl1pPr algn="l" rtl="0" eaLnBrk="0" fontAlgn="base" hangingPunct="0">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1pPr>
    <a:lvl2pPr marL="457200" algn="l" rtl="0" eaLnBrk="0" fontAlgn="base" hangingPunct="0">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2pPr>
    <a:lvl3pPr marL="914400" algn="l" rtl="0" eaLnBrk="0" fontAlgn="base" hangingPunct="0">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3pPr>
    <a:lvl4pPr marL="1371600" algn="l" rtl="0" eaLnBrk="0" fontAlgn="base" hangingPunct="0">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4pPr>
    <a:lvl5pPr marL="1828800" algn="l" rtl="0" eaLnBrk="0" fontAlgn="base" hangingPunct="0">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5pPr>
    <a:lvl6pPr marL="22860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6pPr>
    <a:lvl7pPr marL="27432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7pPr>
    <a:lvl8pPr marL="32004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8pPr>
    <a:lvl9pPr marL="36576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82227" autoAdjust="0"/>
  </p:normalViewPr>
  <p:slideViewPr>
    <p:cSldViewPr>
      <p:cViewPr varScale="1">
        <p:scale>
          <a:sx n="56" d="100"/>
          <a:sy n="56" d="100"/>
        </p:scale>
        <p:origin x="1380" y="7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21" Type="http://schemas.openxmlformats.org/officeDocument/2006/relationships/slide" Target="slides/slide20.xml"/><Relationship Id="rId34"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handoutMaster" Target="handoutMasters/handout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notesMaster" Target="notesMasters/notesMaster1.xml"/><Relationship Id="rId37"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viewProps" Target="viewProps.xml"/><Relationship Id="rId8" Type="http://schemas.openxmlformats.org/officeDocument/2006/relationships/slide" Target="slides/slide7.xml"/><Relationship Id="rId3" Type="http://schemas.openxmlformats.org/officeDocument/2006/relationships/slide" Target="slides/slide2.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页眉占位符 1">
            <a:extLst>
              <a:ext uri="{FF2B5EF4-FFF2-40B4-BE49-F238E27FC236}">
                <a16:creationId xmlns:a16="http://schemas.microsoft.com/office/drawing/2014/main" id="{5C8AD7D2-5B81-AE7D-DF92-B3D8608B68DE}"/>
              </a:ext>
            </a:extLst>
          </p:cNvPr>
          <p:cNvSpPr>
            <a:spLocks noGrp="1"/>
          </p:cNvSpPr>
          <p:nvPr>
            <p:ph type="hdr" sz="quarter"/>
          </p:nvPr>
        </p:nvSpPr>
        <p:spPr>
          <a:xfrm>
            <a:off x="0" y="0"/>
            <a:ext cx="2971800" cy="457200"/>
          </a:xfrm>
          <a:prstGeom prst="rect">
            <a:avLst/>
          </a:prstGeom>
        </p:spPr>
        <p:txBody>
          <a:bodyPr vert="horz" lIns="91440" tIns="45720" rIns="91440" bIns="45720" rtlCol="0"/>
          <a:lstStyle>
            <a:lvl1pPr algn="l" eaLnBrk="1" hangingPunct="1">
              <a:defRPr sz="1200">
                <a:latin typeface="Arial" charset="0"/>
              </a:defRPr>
            </a:lvl1pPr>
          </a:lstStyle>
          <a:p>
            <a:pPr>
              <a:defRPr/>
            </a:pPr>
            <a:endParaRPr lang="en-US"/>
          </a:p>
        </p:txBody>
      </p:sp>
      <p:sp>
        <p:nvSpPr>
          <p:cNvPr id="3" name="日期占位符 2">
            <a:extLst>
              <a:ext uri="{FF2B5EF4-FFF2-40B4-BE49-F238E27FC236}">
                <a16:creationId xmlns:a16="http://schemas.microsoft.com/office/drawing/2014/main" id="{A8FF1CBC-2F49-342C-E71D-FB2414471546}"/>
              </a:ext>
            </a:extLst>
          </p:cNvPr>
          <p:cNvSpPr>
            <a:spLocks noGrp="1"/>
          </p:cNvSpPr>
          <p:nvPr>
            <p:ph type="dt" sz="quarter" idx="1"/>
          </p:nvPr>
        </p:nvSpPr>
        <p:spPr>
          <a:xfrm>
            <a:off x="3884613" y="0"/>
            <a:ext cx="2971800" cy="457200"/>
          </a:xfrm>
          <a:prstGeom prst="rect">
            <a:avLst/>
          </a:prstGeom>
        </p:spPr>
        <p:txBody>
          <a:bodyPr vert="horz" lIns="91440" tIns="45720" rIns="91440" bIns="45720" rtlCol="0"/>
          <a:lstStyle>
            <a:lvl1pPr algn="r" eaLnBrk="1" hangingPunct="1">
              <a:defRPr sz="1200">
                <a:latin typeface="Arial" charset="0"/>
              </a:defRPr>
            </a:lvl1pPr>
          </a:lstStyle>
          <a:p>
            <a:pPr>
              <a:defRPr/>
            </a:pPr>
            <a:fld id="{F41851A5-5210-408F-AEB4-AF09DFEEABDF}" type="datetime1">
              <a:rPr lang="en-US" altLang="zh-CN" smtClean="0"/>
              <a:t>4/8/2026</a:t>
            </a:fld>
            <a:endParaRPr lang="en-US"/>
          </a:p>
        </p:txBody>
      </p:sp>
      <p:sp>
        <p:nvSpPr>
          <p:cNvPr id="4" name="页脚占位符 3">
            <a:extLst>
              <a:ext uri="{FF2B5EF4-FFF2-40B4-BE49-F238E27FC236}">
                <a16:creationId xmlns:a16="http://schemas.microsoft.com/office/drawing/2014/main" id="{88DA6D7F-E29F-03AA-93BF-74DBF26BF1EA}"/>
              </a:ext>
            </a:extLst>
          </p:cNvPr>
          <p:cNvSpPr>
            <a:spLocks noGrp="1"/>
          </p:cNvSpPr>
          <p:nvPr>
            <p:ph type="ftr" sz="quarter" idx="2"/>
          </p:nvPr>
        </p:nvSpPr>
        <p:spPr>
          <a:xfrm>
            <a:off x="0" y="8685213"/>
            <a:ext cx="2971800" cy="457200"/>
          </a:xfrm>
          <a:prstGeom prst="rect">
            <a:avLst/>
          </a:prstGeom>
        </p:spPr>
        <p:txBody>
          <a:bodyPr vert="horz" lIns="91440" tIns="45720" rIns="91440" bIns="45720" rtlCol="0" anchor="b"/>
          <a:lstStyle>
            <a:lvl1pPr algn="l" eaLnBrk="1" hangingPunct="1">
              <a:defRPr sz="1200">
                <a:latin typeface="Arial" charset="0"/>
              </a:defRPr>
            </a:lvl1pPr>
          </a:lstStyle>
          <a:p>
            <a:pPr>
              <a:defRPr/>
            </a:pPr>
            <a:endParaRPr lang="en-US"/>
          </a:p>
        </p:txBody>
      </p:sp>
      <p:sp>
        <p:nvSpPr>
          <p:cNvPr id="5" name="灯片编号占位符 4">
            <a:extLst>
              <a:ext uri="{FF2B5EF4-FFF2-40B4-BE49-F238E27FC236}">
                <a16:creationId xmlns:a16="http://schemas.microsoft.com/office/drawing/2014/main" id="{75B89B51-5CBD-CBA0-5DF5-8F8EC796FFE3}"/>
              </a:ext>
            </a:extLst>
          </p:cNvPr>
          <p:cNvSpPr>
            <a:spLocks noGrp="1"/>
          </p:cNvSpPr>
          <p:nvPr>
            <p:ph type="sldNum" sz="quarter" idx="3"/>
          </p:nvPr>
        </p:nvSpPr>
        <p:spPr>
          <a:xfrm>
            <a:off x="3884613" y="8685213"/>
            <a:ext cx="2971800" cy="457200"/>
          </a:xfrm>
          <a:prstGeom prst="rect">
            <a:avLst/>
          </a:prstGeom>
        </p:spPr>
        <p:txBody>
          <a:bodyPr vert="horz" wrap="square" lIns="91440" tIns="45720" rIns="91440" bIns="45720" numCol="1" anchor="b" anchorCtr="0" compatLnSpc="1">
            <a:prstTxWarp prst="textNoShape">
              <a:avLst/>
            </a:prstTxWarp>
          </a:bodyPr>
          <a:lstStyle>
            <a:lvl1pPr algn="r" eaLnBrk="1" hangingPunct="1">
              <a:defRPr sz="1200"/>
            </a:lvl1pPr>
          </a:lstStyle>
          <a:p>
            <a:pPr>
              <a:defRPr/>
            </a:pPr>
            <a:fld id="{E15F56A4-E73D-4AFA-B4CD-ACC0347AA798}" type="slidenum">
              <a:rPr lang="en-US" altLang="zh-CN"/>
              <a:pPr>
                <a:defRPr/>
              </a:pPr>
              <a:t>‹#›</a:t>
            </a:fld>
            <a:endParaRPr lang="en-US" altLang="zh-CN"/>
          </a:p>
        </p:txBody>
      </p:sp>
    </p:spTree>
    <p:extLst>
      <p:ext uri="{BB962C8B-B14F-4D97-AF65-F5344CB8AC3E}">
        <p14:creationId xmlns:p14="http://schemas.microsoft.com/office/powerpoint/2010/main" val="1"/>
      </p:ext>
    </p:extLst>
  </p:cSld>
  <p:clrMap bg1="lt1" tx1="dk1" bg2="lt2" tx2="dk2" accent1="accent1" accent2="accent2" accent3="accent3" accent4="accent4" accent5="accent5" accent6="accent6" hlink="hlink" folHlink="folHlink"/>
  <p:hf hdr="0" ftr="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页眉占位符 1">
            <a:extLst>
              <a:ext uri="{FF2B5EF4-FFF2-40B4-BE49-F238E27FC236}">
                <a16:creationId xmlns:a16="http://schemas.microsoft.com/office/drawing/2014/main" id="{885DC0B1-EFC6-F9D0-A3DA-9AF1BC681C08}"/>
              </a:ext>
            </a:extLst>
          </p:cNvPr>
          <p:cNvSpPr>
            <a:spLocks noGrp="1"/>
          </p:cNvSpPr>
          <p:nvPr>
            <p:ph type="hdr" sz="quarter"/>
          </p:nvPr>
        </p:nvSpPr>
        <p:spPr>
          <a:xfrm>
            <a:off x="0" y="0"/>
            <a:ext cx="2971800" cy="457200"/>
          </a:xfrm>
          <a:prstGeom prst="rect">
            <a:avLst/>
          </a:prstGeom>
        </p:spPr>
        <p:txBody>
          <a:bodyPr vert="horz" lIns="91440" tIns="45720" rIns="91440" bIns="45720" rtlCol="0"/>
          <a:lstStyle>
            <a:lvl1pPr algn="l" eaLnBrk="1" hangingPunct="1">
              <a:defRPr sz="1200">
                <a:latin typeface="Arial" charset="0"/>
              </a:defRPr>
            </a:lvl1pPr>
          </a:lstStyle>
          <a:p>
            <a:pPr>
              <a:defRPr/>
            </a:pPr>
            <a:endParaRPr lang="en-US"/>
          </a:p>
        </p:txBody>
      </p:sp>
      <p:sp>
        <p:nvSpPr>
          <p:cNvPr id="3" name="日期占位符 2">
            <a:extLst>
              <a:ext uri="{FF2B5EF4-FFF2-40B4-BE49-F238E27FC236}">
                <a16:creationId xmlns:a16="http://schemas.microsoft.com/office/drawing/2014/main" id="{D41F4CC4-FBEB-20CC-97A6-420D2D83B49F}"/>
              </a:ext>
            </a:extLst>
          </p:cNvPr>
          <p:cNvSpPr>
            <a:spLocks noGrp="1"/>
          </p:cNvSpPr>
          <p:nvPr>
            <p:ph type="dt" idx="1"/>
          </p:nvPr>
        </p:nvSpPr>
        <p:spPr>
          <a:xfrm>
            <a:off x="3884613" y="0"/>
            <a:ext cx="2971800" cy="457200"/>
          </a:xfrm>
          <a:prstGeom prst="rect">
            <a:avLst/>
          </a:prstGeom>
        </p:spPr>
        <p:txBody>
          <a:bodyPr vert="horz" lIns="91440" tIns="45720" rIns="91440" bIns="45720" rtlCol="0"/>
          <a:lstStyle>
            <a:lvl1pPr algn="r" eaLnBrk="1" hangingPunct="1">
              <a:defRPr sz="1200">
                <a:latin typeface="Arial" charset="0"/>
              </a:defRPr>
            </a:lvl1pPr>
          </a:lstStyle>
          <a:p>
            <a:pPr>
              <a:defRPr/>
            </a:pPr>
            <a:fld id="{16B5FA79-2E01-4D1D-8AD9-BE3E9496E992}" type="datetime1">
              <a:rPr lang="en-US" altLang="zh-CN" smtClean="0"/>
              <a:t>4/8/2026</a:t>
            </a:fld>
            <a:endParaRPr lang="en-US"/>
          </a:p>
        </p:txBody>
      </p:sp>
      <p:sp>
        <p:nvSpPr>
          <p:cNvPr id="4" name="幻灯片图像占位符 3">
            <a:extLst>
              <a:ext uri="{FF2B5EF4-FFF2-40B4-BE49-F238E27FC236}">
                <a16:creationId xmlns:a16="http://schemas.microsoft.com/office/drawing/2014/main" id="{5B96F32F-EA67-DAD1-D04E-B82C3937B18D}"/>
              </a:ext>
            </a:extLst>
          </p:cNvPr>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pPr lvl="0"/>
            <a:endParaRPr lang="en-US" noProof="0"/>
          </a:p>
        </p:txBody>
      </p:sp>
      <p:sp>
        <p:nvSpPr>
          <p:cNvPr id="5" name="备注占位符 4">
            <a:extLst>
              <a:ext uri="{FF2B5EF4-FFF2-40B4-BE49-F238E27FC236}">
                <a16:creationId xmlns:a16="http://schemas.microsoft.com/office/drawing/2014/main" id="{2C1B6E25-CECF-4218-0C0D-A24D665F1EA3}"/>
              </a:ext>
            </a:extLst>
          </p:cNvPr>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zh-CN" altLang="en-US" noProof="0"/>
              <a:t>单击此处编辑母版文本样式</a:t>
            </a:r>
          </a:p>
          <a:p>
            <a:pPr lvl="1"/>
            <a:r>
              <a:rPr lang="zh-CN" altLang="en-US" noProof="0"/>
              <a:t>第二级</a:t>
            </a:r>
          </a:p>
          <a:p>
            <a:pPr lvl="2"/>
            <a:r>
              <a:rPr lang="zh-CN" altLang="en-US" noProof="0"/>
              <a:t>第三级</a:t>
            </a:r>
          </a:p>
          <a:p>
            <a:pPr lvl="3"/>
            <a:r>
              <a:rPr lang="zh-CN" altLang="en-US" noProof="0"/>
              <a:t>第四级</a:t>
            </a:r>
          </a:p>
          <a:p>
            <a:pPr lvl="4"/>
            <a:r>
              <a:rPr lang="zh-CN" altLang="en-US" noProof="0"/>
              <a:t>第五级</a:t>
            </a:r>
            <a:endParaRPr lang="en-US" noProof="0"/>
          </a:p>
        </p:txBody>
      </p:sp>
      <p:sp>
        <p:nvSpPr>
          <p:cNvPr id="6" name="页脚占位符 5">
            <a:extLst>
              <a:ext uri="{FF2B5EF4-FFF2-40B4-BE49-F238E27FC236}">
                <a16:creationId xmlns:a16="http://schemas.microsoft.com/office/drawing/2014/main" id="{E2991EB7-42B9-22FC-0C42-3E461CE64283}"/>
              </a:ext>
            </a:extLst>
          </p:cNvPr>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eaLnBrk="1" hangingPunct="1">
              <a:defRPr sz="1200">
                <a:latin typeface="Arial" charset="0"/>
              </a:defRPr>
            </a:lvl1pPr>
          </a:lstStyle>
          <a:p>
            <a:pPr>
              <a:defRPr/>
            </a:pPr>
            <a:endParaRPr lang="en-US"/>
          </a:p>
        </p:txBody>
      </p:sp>
      <p:sp>
        <p:nvSpPr>
          <p:cNvPr id="7" name="灯片编号占位符 6">
            <a:extLst>
              <a:ext uri="{FF2B5EF4-FFF2-40B4-BE49-F238E27FC236}">
                <a16:creationId xmlns:a16="http://schemas.microsoft.com/office/drawing/2014/main" id="{9F95ABA8-F332-D99A-6B98-362530976E82}"/>
              </a:ext>
            </a:extLst>
          </p:cNvPr>
          <p:cNvSpPr>
            <a:spLocks noGrp="1"/>
          </p:cNvSpPr>
          <p:nvPr>
            <p:ph type="sldNum" sz="quarter" idx="5"/>
          </p:nvPr>
        </p:nvSpPr>
        <p:spPr>
          <a:xfrm>
            <a:off x="3884613" y="8685213"/>
            <a:ext cx="2971800" cy="457200"/>
          </a:xfrm>
          <a:prstGeom prst="rect">
            <a:avLst/>
          </a:prstGeom>
        </p:spPr>
        <p:txBody>
          <a:bodyPr vert="horz" wrap="square" lIns="91440" tIns="45720" rIns="91440" bIns="45720" numCol="1" anchor="b" anchorCtr="0" compatLnSpc="1">
            <a:prstTxWarp prst="textNoShape">
              <a:avLst/>
            </a:prstTxWarp>
          </a:bodyPr>
          <a:lstStyle>
            <a:lvl1pPr algn="r" eaLnBrk="1" hangingPunct="1">
              <a:defRPr sz="1200"/>
            </a:lvl1pPr>
          </a:lstStyle>
          <a:p>
            <a:pPr>
              <a:defRPr/>
            </a:pPr>
            <a:fld id="{7B76D504-C80C-4001-8132-2D822A762258}" type="slidenum">
              <a:rPr lang="en-US" altLang="zh-CN"/>
              <a:pPr>
                <a:defRPr/>
              </a:pPr>
              <a:t>‹#›</a:t>
            </a:fld>
            <a:endParaRPr lang="en-US" altLang="zh-CN"/>
          </a:p>
        </p:txBody>
      </p:sp>
    </p:spTree>
  </p:cSld>
  <p:clrMap bg1="lt1" tx1="dk1" bg2="lt2" tx2="dk2" accent1="accent1" accent2="accent2" accent3="accent3" accent4="accent4" accent5="accent5" accent6="accent6" hlink="hlink" folHlink="folHlink"/>
  <p:hf hdr="0" ftr="0"/>
  <p:notesStyle>
    <a:lvl1pPr algn="l" rtl="0" eaLnBrk="0" fontAlgn="base" hangingPunct="0">
      <a:spcBef>
        <a:spcPct val="30000"/>
      </a:spcBef>
      <a:spcAft>
        <a:spcPct val="0"/>
      </a:spcAft>
      <a:defRPr sz="1200" kern="1200">
        <a:solidFill>
          <a:schemeClr val="tx1"/>
        </a:solidFill>
        <a:latin typeface="+mn-lt"/>
        <a:ea typeface="+mn-ea"/>
        <a:cs typeface="+mn-cs"/>
      </a:defRPr>
    </a:lvl1pPr>
    <a:lvl2pPr marL="457200" algn="l" rtl="0" eaLnBrk="0" fontAlgn="base" hangingPunct="0">
      <a:spcBef>
        <a:spcPct val="30000"/>
      </a:spcBef>
      <a:spcAft>
        <a:spcPct val="0"/>
      </a:spcAft>
      <a:defRPr sz="1200" kern="1200">
        <a:solidFill>
          <a:schemeClr val="tx1"/>
        </a:solidFill>
        <a:latin typeface="+mn-lt"/>
        <a:ea typeface="+mn-ea"/>
        <a:cs typeface="+mn-cs"/>
      </a:defRPr>
    </a:lvl2pPr>
    <a:lvl3pPr marL="914400" algn="l" rtl="0" eaLnBrk="0" fontAlgn="base" hangingPunct="0">
      <a:spcBef>
        <a:spcPct val="30000"/>
      </a:spcBef>
      <a:spcAft>
        <a:spcPct val="0"/>
      </a:spcAft>
      <a:defRPr sz="1200" kern="1200">
        <a:solidFill>
          <a:schemeClr val="tx1"/>
        </a:solidFill>
        <a:latin typeface="+mn-lt"/>
        <a:ea typeface="+mn-ea"/>
        <a:cs typeface="+mn-cs"/>
      </a:defRPr>
    </a:lvl3pPr>
    <a:lvl4pPr marL="1371600" algn="l" rtl="0" eaLnBrk="0" fontAlgn="base" hangingPunct="0">
      <a:spcBef>
        <a:spcPct val="30000"/>
      </a:spcBef>
      <a:spcAft>
        <a:spcPct val="0"/>
      </a:spcAft>
      <a:defRPr sz="1200" kern="1200">
        <a:solidFill>
          <a:schemeClr val="tx1"/>
        </a:solidFill>
        <a:latin typeface="+mn-lt"/>
        <a:ea typeface="+mn-ea"/>
        <a:cs typeface="+mn-cs"/>
      </a:defRPr>
    </a:lvl4pPr>
    <a:lvl5pPr marL="1828800" algn="l" rtl="0" eaLnBrk="0" fontAlgn="base" hangingPunct="0">
      <a:spcBef>
        <a:spcPct val="30000"/>
      </a:spcBef>
      <a:spcAft>
        <a:spcPct val="0"/>
      </a:spcAft>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幻灯片图像占位符 1">
            <a:extLst>
              <a:ext uri="{FF2B5EF4-FFF2-40B4-BE49-F238E27FC236}">
                <a16:creationId xmlns:a16="http://schemas.microsoft.com/office/drawing/2014/main" id="{599CB954-562E-E179-1110-D74E8A0FC9D6}"/>
              </a:ext>
            </a:extLst>
          </p:cNvPr>
          <p:cNvSpPr>
            <a:spLocks noGrp="1" noRot="1" noChangeAspect="1" noChangeArrowheads="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6147" name="备注占位符 2">
            <a:extLst>
              <a:ext uri="{FF2B5EF4-FFF2-40B4-BE49-F238E27FC236}">
                <a16:creationId xmlns:a16="http://schemas.microsoft.com/office/drawing/2014/main" id="{3BFD0074-E5BB-C480-C8EC-A38408E49709}"/>
              </a:ext>
            </a:extLst>
          </p:cNvPr>
          <p:cNvSpPr>
            <a:spLocks noGrp="1" noChangeArrowheads="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r>
              <a:rPr lang="zh-CN" altLang="en-US" b="1" dirty="0"/>
              <a:t>起点低，难度高，技巧强</a:t>
            </a:r>
            <a:endParaRPr lang="en-US" altLang="zh-CN" b="1" dirty="0"/>
          </a:p>
          <a:p>
            <a:r>
              <a:rPr lang="zh-CN" altLang="en-US" b="1" dirty="0"/>
              <a:t>对小学生而言，群环域</a:t>
            </a:r>
            <a:endParaRPr lang="en-US" altLang="zh-CN" b="1" dirty="0"/>
          </a:p>
          <a:p>
            <a:r>
              <a:rPr lang="zh-CN" altLang="en-US" b="1" dirty="0"/>
              <a:t>大家不要以为小学数学很简单组合</a:t>
            </a:r>
            <a:endParaRPr lang="en-US" altLang="zh-CN" b="1" dirty="0"/>
          </a:p>
          <a:p>
            <a:r>
              <a:rPr lang="zh-CN" altLang="en-US" b="1" dirty="0"/>
              <a:t>数字游戏 </a:t>
            </a:r>
            <a:r>
              <a:rPr lang="en-US" altLang="zh-CN" b="1" dirty="0"/>
              <a:t>3141592,31,28,31,30,31,30,31,31,30</a:t>
            </a:r>
            <a:r>
              <a:rPr lang="zh-CN" altLang="en-US" b="1" dirty="0"/>
              <a:t>，</a:t>
            </a:r>
            <a:endParaRPr lang="en-US" altLang="zh-CN" b="1" dirty="0"/>
          </a:p>
          <a:p>
            <a:endParaRPr lang="zh-CN" altLang="en-US" dirty="0"/>
          </a:p>
        </p:txBody>
      </p:sp>
      <p:sp>
        <p:nvSpPr>
          <p:cNvPr id="6148" name="灯片编号占位符 3">
            <a:extLst>
              <a:ext uri="{FF2B5EF4-FFF2-40B4-BE49-F238E27FC236}">
                <a16:creationId xmlns:a16="http://schemas.microsoft.com/office/drawing/2014/main" id="{A36A7839-C87F-99F9-6563-707E69C660ED}"/>
              </a:ext>
            </a:extLst>
          </p:cNvPr>
          <p:cNvSpPr>
            <a:spLocks noGrp="1" noChangeArrowheads="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fld id="{CB20BD62-9594-4DBC-A8C7-52CDDA6E4FB6}" type="slidenum">
              <a:rPr lang="en-US" altLang="zh-CN" smtClean="0"/>
              <a:pPr/>
              <a:t>2</a:t>
            </a:fld>
            <a:endParaRPr lang="en-US" altLang="zh-CN"/>
          </a:p>
        </p:txBody>
      </p:sp>
      <p:sp>
        <p:nvSpPr>
          <p:cNvPr id="2" name="日期占位符 1">
            <a:extLst>
              <a:ext uri="{FF2B5EF4-FFF2-40B4-BE49-F238E27FC236}">
                <a16:creationId xmlns:a16="http://schemas.microsoft.com/office/drawing/2014/main" id="{4B5A199F-DBC2-70D9-FC61-FAD1B70198D1}"/>
              </a:ext>
            </a:extLst>
          </p:cNvPr>
          <p:cNvSpPr>
            <a:spLocks noGrp="1"/>
          </p:cNvSpPr>
          <p:nvPr>
            <p:ph type="dt" idx="1"/>
          </p:nvPr>
        </p:nvSpPr>
        <p:spPr/>
        <p:txBody>
          <a:bodyPr/>
          <a:lstStyle/>
          <a:p>
            <a:pPr>
              <a:defRPr/>
            </a:pPr>
            <a:fld id="{ECD0654F-A072-49FC-BF44-AEE6F3258BA4}" type="datetime1">
              <a:rPr lang="en-US" altLang="zh-CN" smtClean="0"/>
              <a:t>4/8/2026</a:t>
            </a:fld>
            <a:endParaRPr 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幻灯片图像占位符 1">
            <a:extLst>
              <a:ext uri="{FF2B5EF4-FFF2-40B4-BE49-F238E27FC236}">
                <a16:creationId xmlns:a16="http://schemas.microsoft.com/office/drawing/2014/main" id="{5BF06C0F-AB87-1CA2-6513-9F45E77EE00B}"/>
              </a:ext>
            </a:extLst>
          </p:cNvPr>
          <p:cNvSpPr>
            <a:spLocks noGrp="1" noRot="1" noChangeAspect="1" noChangeArrowheads="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9219" name="备注占位符 2">
            <a:extLst>
              <a:ext uri="{FF2B5EF4-FFF2-40B4-BE49-F238E27FC236}">
                <a16:creationId xmlns:a16="http://schemas.microsoft.com/office/drawing/2014/main" id="{CBA54762-E559-419D-D9D8-53443C953BA1}"/>
              </a:ext>
            </a:extLst>
          </p:cNvPr>
          <p:cNvSpPr>
            <a:spLocks noGrp="1" noChangeArrowheads="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r>
              <a:rPr lang="zh-CN" altLang="en-US"/>
              <a:t>幻方（</a:t>
            </a:r>
            <a:r>
              <a:rPr lang="en-US" altLang="zh-CN"/>
              <a:t>Magic Square</a:t>
            </a:r>
            <a:r>
              <a:rPr lang="zh-CN" altLang="en-US"/>
              <a:t>）是一种将数字安排在正方形格子中，使每行、列和对角线上的数字和都相等的方法。</a:t>
            </a:r>
          </a:p>
        </p:txBody>
      </p:sp>
      <p:sp>
        <p:nvSpPr>
          <p:cNvPr id="9220" name="灯片编号占位符 3">
            <a:extLst>
              <a:ext uri="{FF2B5EF4-FFF2-40B4-BE49-F238E27FC236}">
                <a16:creationId xmlns:a16="http://schemas.microsoft.com/office/drawing/2014/main" id="{09728F57-0B2A-4D0C-EF93-277765824FE3}"/>
              </a:ext>
            </a:extLst>
          </p:cNvPr>
          <p:cNvSpPr>
            <a:spLocks noGrp="1" noChangeArrowheads="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fld id="{B2FEC379-2577-4F8F-AF1D-460C22C95066}" type="slidenum">
              <a:rPr lang="en-US" altLang="zh-CN" smtClean="0"/>
              <a:pPr/>
              <a:t>4</a:t>
            </a:fld>
            <a:endParaRPr lang="en-US" altLang="zh-CN"/>
          </a:p>
        </p:txBody>
      </p:sp>
      <p:sp>
        <p:nvSpPr>
          <p:cNvPr id="2" name="日期占位符 1">
            <a:extLst>
              <a:ext uri="{FF2B5EF4-FFF2-40B4-BE49-F238E27FC236}">
                <a16:creationId xmlns:a16="http://schemas.microsoft.com/office/drawing/2014/main" id="{F2502E14-9958-3ACE-F960-CF7877593720}"/>
              </a:ext>
            </a:extLst>
          </p:cNvPr>
          <p:cNvSpPr>
            <a:spLocks noGrp="1"/>
          </p:cNvSpPr>
          <p:nvPr>
            <p:ph type="dt" idx="1"/>
          </p:nvPr>
        </p:nvSpPr>
        <p:spPr/>
        <p:txBody>
          <a:bodyPr/>
          <a:lstStyle/>
          <a:p>
            <a:pPr>
              <a:defRPr/>
            </a:pPr>
            <a:fld id="{00CC52BD-4372-4443-94C1-F4581F4FC5EE}" type="datetime1">
              <a:rPr lang="en-US" altLang="zh-CN" smtClean="0"/>
              <a:t>4/8/2026</a:t>
            </a:fld>
            <a:endParaRPr 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6" name="幻灯片图像占位符 1">
            <a:extLst>
              <a:ext uri="{FF2B5EF4-FFF2-40B4-BE49-F238E27FC236}">
                <a16:creationId xmlns:a16="http://schemas.microsoft.com/office/drawing/2014/main" id="{3998D92A-836D-A21C-A413-A305BC01A52B}"/>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1267" name="备注占位符 2">
            <a:extLst>
              <a:ext uri="{FF2B5EF4-FFF2-40B4-BE49-F238E27FC236}">
                <a16:creationId xmlns:a16="http://schemas.microsoft.com/office/drawing/2014/main" id="{11B9CAD2-9F1D-DD3B-1D0B-EDFC79C4BC35}"/>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r>
              <a:rPr lang="en-US" altLang="zh-CN"/>
              <a:t>10*10</a:t>
            </a:r>
            <a:r>
              <a:rPr lang="zh-CN" altLang="en-US"/>
              <a:t>：</a:t>
            </a:r>
            <a:r>
              <a:rPr lang="zh-CN" altLang="en-US" b="1">
                <a:latin typeface="楷体_GB2312"/>
                <a:ea typeface="楷体_GB2312"/>
                <a:cs typeface="楷体_GB2312"/>
              </a:rPr>
              <a:t>百子回归碑是一幅十阶幻方，中央四数连读即</a:t>
            </a:r>
            <a:r>
              <a:rPr lang="en-US" altLang="zh-CN" b="1">
                <a:latin typeface="楷体_GB2312"/>
                <a:ea typeface="楷体_GB2312"/>
                <a:cs typeface="楷体_GB2312"/>
              </a:rPr>
              <a:t>“ 1999 · 12 · 20 ”</a:t>
            </a:r>
            <a:r>
              <a:rPr lang="zh-CN" altLang="en-US" b="1">
                <a:latin typeface="楷体_GB2312"/>
                <a:ea typeface="楷体_GB2312"/>
                <a:cs typeface="楷体_GB2312"/>
              </a:rPr>
              <a:t>，标示澳门回归日； </a:t>
            </a:r>
            <a:r>
              <a:rPr lang="en-US" altLang="zh-CN" b="1">
                <a:latin typeface="楷体_GB2312"/>
                <a:ea typeface="楷体_GB2312"/>
                <a:cs typeface="楷体_GB2312"/>
              </a:rPr>
              <a:t>《</a:t>
            </a:r>
            <a:r>
              <a:rPr lang="zh-CN" altLang="en-US" b="1">
                <a:latin typeface="楷体_GB2312"/>
                <a:ea typeface="楷体_GB2312"/>
                <a:cs typeface="楷体_GB2312"/>
              </a:rPr>
              <a:t>百子回归图</a:t>
            </a:r>
            <a:r>
              <a:rPr lang="en-US" altLang="zh-CN" b="1">
                <a:latin typeface="楷体_GB2312"/>
                <a:ea typeface="楷体_GB2312"/>
                <a:cs typeface="楷体_GB2312"/>
              </a:rPr>
              <a:t>》10×10</a:t>
            </a:r>
            <a:r>
              <a:rPr lang="zh-CN" altLang="en-US" b="1">
                <a:latin typeface="楷体_GB2312"/>
                <a:ea typeface="楷体_GB2312"/>
                <a:cs typeface="楷体_GB2312"/>
              </a:rPr>
              <a:t>共</a:t>
            </a:r>
            <a:r>
              <a:rPr lang="en-US" altLang="zh-CN" b="1">
                <a:latin typeface="楷体_GB2312"/>
                <a:ea typeface="楷体_GB2312"/>
                <a:cs typeface="楷体_GB2312"/>
              </a:rPr>
              <a:t>100</a:t>
            </a:r>
            <a:r>
              <a:rPr lang="zh-CN" altLang="en-US" b="1">
                <a:latin typeface="楷体_GB2312"/>
                <a:ea typeface="楷体_GB2312"/>
                <a:cs typeface="楷体_GB2312"/>
              </a:rPr>
              <a:t>个格子，每个格子内填上</a:t>
            </a:r>
            <a:r>
              <a:rPr lang="en-US" altLang="zh-CN" b="1">
                <a:latin typeface="楷体_GB2312"/>
                <a:ea typeface="楷体_GB2312"/>
                <a:cs typeface="楷体_GB2312"/>
              </a:rPr>
              <a:t>1</a:t>
            </a:r>
            <a:r>
              <a:rPr lang="zh-CN" altLang="en-US" b="1">
                <a:latin typeface="楷体_GB2312"/>
                <a:ea typeface="楷体_GB2312"/>
                <a:cs typeface="楷体_GB2312"/>
              </a:rPr>
              <a:t>至</a:t>
            </a:r>
            <a:r>
              <a:rPr lang="en-US" altLang="zh-CN" b="1">
                <a:latin typeface="楷体_GB2312"/>
                <a:ea typeface="楷体_GB2312"/>
                <a:cs typeface="楷体_GB2312"/>
              </a:rPr>
              <a:t>100</a:t>
            </a:r>
            <a:r>
              <a:rPr lang="zh-CN" altLang="en-US" b="1">
                <a:latin typeface="楷体_GB2312"/>
                <a:ea typeface="楷体_GB2312"/>
                <a:cs typeface="楷体_GB2312"/>
              </a:rPr>
              <a:t>，使每行、每列的十个数之和分别为</a:t>
            </a:r>
            <a:r>
              <a:rPr lang="en-US" altLang="zh-CN" b="1">
                <a:latin typeface="楷体_GB2312"/>
                <a:ea typeface="楷体_GB2312"/>
                <a:cs typeface="楷体_GB2312"/>
              </a:rPr>
              <a:t>505</a:t>
            </a:r>
            <a:r>
              <a:rPr lang="zh-CN" altLang="en-US" b="1">
                <a:latin typeface="楷体_GB2312"/>
                <a:ea typeface="楷体_GB2312"/>
                <a:cs typeface="楷体_GB2312"/>
              </a:rPr>
              <a:t>，两条对角线上十个数字之和也分别为</a:t>
            </a:r>
            <a:r>
              <a:rPr lang="en-US" altLang="zh-CN" b="1">
                <a:latin typeface="楷体_GB2312"/>
                <a:ea typeface="楷体_GB2312"/>
                <a:cs typeface="楷体_GB2312"/>
              </a:rPr>
              <a:t>505</a:t>
            </a:r>
            <a:endParaRPr lang="zh-CN" altLang="en-US" b="1"/>
          </a:p>
        </p:txBody>
      </p:sp>
      <p:sp>
        <p:nvSpPr>
          <p:cNvPr id="11268" name="灯片编号占位符 3">
            <a:extLst>
              <a:ext uri="{FF2B5EF4-FFF2-40B4-BE49-F238E27FC236}">
                <a16:creationId xmlns:a16="http://schemas.microsoft.com/office/drawing/2014/main" id="{33A572CA-69A3-91A0-989B-46FD6A1B48BB}"/>
              </a:ext>
            </a:extLst>
          </p:cNvPr>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Calibri" panose="020F0502020204030204" pitchFamily="34" charset="0"/>
                <a:ea typeface="宋体" panose="02010600030101010101" pitchFamily="2" charset="-122"/>
              </a:defRPr>
            </a:lvl1pPr>
            <a:lvl2pPr marL="742950" indent="-285750">
              <a:spcBef>
                <a:spcPct val="30000"/>
              </a:spcBef>
              <a:defRPr sz="1200">
                <a:solidFill>
                  <a:schemeClr val="tx1"/>
                </a:solidFill>
                <a:latin typeface="Calibri" panose="020F0502020204030204" pitchFamily="34" charset="0"/>
                <a:ea typeface="宋体" panose="02010600030101010101" pitchFamily="2" charset="-122"/>
              </a:defRPr>
            </a:lvl2pPr>
            <a:lvl3pPr marL="1143000" indent="-228600">
              <a:spcBef>
                <a:spcPct val="30000"/>
              </a:spcBef>
              <a:defRPr sz="1200">
                <a:solidFill>
                  <a:schemeClr val="tx1"/>
                </a:solidFill>
                <a:latin typeface="Calibri" panose="020F0502020204030204" pitchFamily="34" charset="0"/>
                <a:ea typeface="宋体" panose="02010600030101010101" pitchFamily="2" charset="-122"/>
              </a:defRPr>
            </a:lvl3pPr>
            <a:lvl4pPr marL="1600200" indent="-228600">
              <a:spcBef>
                <a:spcPct val="30000"/>
              </a:spcBef>
              <a:defRPr sz="1200">
                <a:solidFill>
                  <a:schemeClr val="tx1"/>
                </a:solidFill>
                <a:latin typeface="Calibri" panose="020F0502020204030204" pitchFamily="34" charset="0"/>
                <a:ea typeface="宋体" panose="02010600030101010101" pitchFamily="2" charset="-122"/>
              </a:defRPr>
            </a:lvl4pPr>
            <a:lvl5pPr marL="2057400" indent="-228600">
              <a:spcBef>
                <a:spcPct val="30000"/>
              </a:spcBef>
              <a:defRPr sz="12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Calibri" panose="020F0502020204030204" pitchFamily="34" charset="0"/>
                <a:ea typeface="宋体" panose="02010600030101010101" pitchFamily="2" charset="-122"/>
              </a:defRPr>
            </a:lvl9pPr>
          </a:lstStyle>
          <a:p>
            <a:pPr>
              <a:spcBef>
                <a:spcPct val="0"/>
              </a:spcBef>
            </a:pPr>
            <a:fld id="{E06BA336-6A02-473A-A4F9-EC4B7F259617}" type="slidenum">
              <a:rPr lang="en-US" altLang="zh-CN" smtClean="0">
                <a:latin typeface="Arial" panose="020B0604020202020204" pitchFamily="34" charset="0"/>
              </a:rPr>
              <a:pPr>
                <a:spcBef>
                  <a:spcPct val="0"/>
                </a:spcBef>
              </a:pPr>
              <a:t>5</a:t>
            </a:fld>
            <a:endParaRPr lang="en-US" altLang="zh-CN">
              <a:latin typeface="Arial" panose="020B0604020202020204" pitchFamily="34" charset="0"/>
            </a:endParaRPr>
          </a:p>
        </p:txBody>
      </p:sp>
      <p:sp>
        <p:nvSpPr>
          <p:cNvPr id="2" name="日期占位符 1">
            <a:extLst>
              <a:ext uri="{FF2B5EF4-FFF2-40B4-BE49-F238E27FC236}">
                <a16:creationId xmlns:a16="http://schemas.microsoft.com/office/drawing/2014/main" id="{BD32CEDF-C63E-E3F8-E63C-FACD3FB3C8C3}"/>
              </a:ext>
            </a:extLst>
          </p:cNvPr>
          <p:cNvSpPr>
            <a:spLocks noGrp="1"/>
          </p:cNvSpPr>
          <p:nvPr>
            <p:ph type="dt" idx="1"/>
          </p:nvPr>
        </p:nvSpPr>
        <p:spPr/>
        <p:txBody>
          <a:bodyPr/>
          <a:lstStyle/>
          <a:p>
            <a:pPr>
              <a:defRPr/>
            </a:pPr>
            <a:fld id="{72E85827-92A1-47D1-ABC5-BB5B89594917}" type="datetime1">
              <a:rPr lang="en-US" altLang="zh-CN" smtClean="0"/>
              <a:t>4/8/2026</a:t>
            </a:fld>
            <a:endParaRPr 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幻灯片图像占位符 1">
            <a:extLst>
              <a:ext uri="{FF2B5EF4-FFF2-40B4-BE49-F238E27FC236}">
                <a16:creationId xmlns:a16="http://schemas.microsoft.com/office/drawing/2014/main" id="{24C730E5-5AB1-37EF-3D69-BA4A0A5DAE3E}"/>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3315" name="备注占位符 2">
            <a:extLst>
              <a:ext uri="{FF2B5EF4-FFF2-40B4-BE49-F238E27FC236}">
                <a16:creationId xmlns:a16="http://schemas.microsoft.com/office/drawing/2014/main" id="{25FC1E20-5279-0EE8-1D93-7F264E0020FA}"/>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endParaRPr lang="en-US" altLang="zh-CN"/>
          </a:p>
        </p:txBody>
      </p:sp>
      <p:sp>
        <p:nvSpPr>
          <p:cNvPr id="13316" name="灯片编号占位符 3">
            <a:extLst>
              <a:ext uri="{FF2B5EF4-FFF2-40B4-BE49-F238E27FC236}">
                <a16:creationId xmlns:a16="http://schemas.microsoft.com/office/drawing/2014/main" id="{01FFA9C4-31F5-3DCA-FA20-7C2C6913CCDE}"/>
              </a:ext>
            </a:extLst>
          </p:cNvPr>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Calibri" panose="020F0502020204030204" pitchFamily="34" charset="0"/>
                <a:ea typeface="宋体" panose="02010600030101010101" pitchFamily="2" charset="-122"/>
              </a:defRPr>
            </a:lvl1pPr>
            <a:lvl2pPr marL="742950" indent="-285750">
              <a:spcBef>
                <a:spcPct val="30000"/>
              </a:spcBef>
              <a:defRPr sz="1200">
                <a:solidFill>
                  <a:schemeClr val="tx1"/>
                </a:solidFill>
                <a:latin typeface="Calibri" panose="020F0502020204030204" pitchFamily="34" charset="0"/>
                <a:ea typeface="宋体" panose="02010600030101010101" pitchFamily="2" charset="-122"/>
              </a:defRPr>
            </a:lvl2pPr>
            <a:lvl3pPr marL="1143000" indent="-228600">
              <a:spcBef>
                <a:spcPct val="30000"/>
              </a:spcBef>
              <a:defRPr sz="1200">
                <a:solidFill>
                  <a:schemeClr val="tx1"/>
                </a:solidFill>
                <a:latin typeface="Calibri" panose="020F0502020204030204" pitchFamily="34" charset="0"/>
                <a:ea typeface="宋体" panose="02010600030101010101" pitchFamily="2" charset="-122"/>
              </a:defRPr>
            </a:lvl3pPr>
            <a:lvl4pPr marL="1600200" indent="-228600">
              <a:spcBef>
                <a:spcPct val="30000"/>
              </a:spcBef>
              <a:defRPr sz="1200">
                <a:solidFill>
                  <a:schemeClr val="tx1"/>
                </a:solidFill>
                <a:latin typeface="Calibri" panose="020F0502020204030204" pitchFamily="34" charset="0"/>
                <a:ea typeface="宋体" panose="02010600030101010101" pitchFamily="2" charset="-122"/>
              </a:defRPr>
            </a:lvl4pPr>
            <a:lvl5pPr marL="2057400" indent="-228600">
              <a:spcBef>
                <a:spcPct val="30000"/>
              </a:spcBef>
              <a:defRPr sz="12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Calibri" panose="020F0502020204030204" pitchFamily="34" charset="0"/>
                <a:ea typeface="宋体" panose="02010600030101010101" pitchFamily="2" charset="-122"/>
              </a:defRPr>
            </a:lvl9pPr>
          </a:lstStyle>
          <a:p>
            <a:pPr>
              <a:spcBef>
                <a:spcPct val="0"/>
              </a:spcBef>
            </a:pPr>
            <a:fld id="{BF1037D4-2909-43DC-9629-1A63FF0C0AAA}" type="slidenum">
              <a:rPr lang="en-US" altLang="zh-CN" smtClean="0">
                <a:latin typeface="Arial" panose="020B0604020202020204" pitchFamily="34" charset="0"/>
              </a:rPr>
              <a:pPr>
                <a:spcBef>
                  <a:spcPct val="0"/>
                </a:spcBef>
              </a:pPr>
              <a:t>6</a:t>
            </a:fld>
            <a:endParaRPr lang="en-US" altLang="zh-CN">
              <a:latin typeface="Arial" panose="020B0604020202020204" pitchFamily="34" charset="0"/>
            </a:endParaRPr>
          </a:p>
        </p:txBody>
      </p:sp>
      <p:sp>
        <p:nvSpPr>
          <p:cNvPr id="2" name="日期占位符 1">
            <a:extLst>
              <a:ext uri="{FF2B5EF4-FFF2-40B4-BE49-F238E27FC236}">
                <a16:creationId xmlns:a16="http://schemas.microsoft.com/office/drawing/2014/main" id="{AA8F7682-6ECF-28BA-810A-50963FCEBFAB}"/>
              </a:ext>
            </a:extLst>
          </p:cNvPr>
          <p:cNvSpPr>
            <a:spLocks noGrp="1"/>
          </p:cNvSpPr>
          <p:nvPr>
            <p:ph type="dt" idx="1"/>
          </p:nvPr>
        </p:nvSpPr>
        <p:spPr/>
        <p:txBody>
          <a:bodyPr/>
          <a:lstStyle/>
          <a:p>
            <a:pPr>
              <a:defRPr/>
            </a:pPr>
            <a:fld id="{7FB7D006-9FB7-4711-B398-1148CB9793EE}" type="datetime1">
              <a:rPr lang="en-US" altLang="zh-CN" smtClean="0"/>
              <a:t>4/8/2026</a:t>
            </a:fld>
            <a:endParaRPr 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幻灯片图像占位符 1">
            <a:extLst>
              <a:ext uri="{FF2B5EF4-FFF2-40B4-BE49-F238E27FC236}">
                <a16:creationId xmlns:a16="http://schemas.microsoft.com/office/drawing/2014/main" id="{59FC3194-EB15-4492-E060-DDAB80E45702}"/>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5363" name="备注占位符 2">
            <a:extLst>
              <a:ext uri="{FF2B5EF4-FFF2-40B4-BE49-F238E27FC236}">
                <a16:creationId xmlns:a16="http://schemas.microsoft.com/office/drawing/2014/main" id="{89D2207F-16F6-D536-415B-0CC6BE785042}"/>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endParaRPr lang="en-US" altLang="zh-CN" dirty="0"/>
          </a:p>
        </p:txBody>
      </p:sp>
      <p:sp>
        <p:nvSpPr>
          <p:cNvPr id="15364" name="灯片编号占位符 3">
            <a:extLst>
              <a:ext uri="{FF2B5EF4-FFF2-40B4-BE49-F238E27FC236}">
                <a16:creationId xmlns:a16="http://schemas.microsoft.com/office/drawing/2014/main" id="{EA8E6CA1-C27B-17BA-6363-BC3BB5BFCCDB}"/>
              </a:ext>
            </a:extLst>
          </p:cNvPr>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Calibri" panose="020F0502020204030204" pitchFamily="34" charset="0"/>
                <a:ea typeface="宋体" panose="02010600030101010101" pitchFamily="2" charset="-122"/>
              </a:defRPr>
            </a:lvl1pPr>
            <a:lvl2pPr marL="742950" indent="-285750">
              <a:spcBef>
                <a:spcPct val="30000"/>
              </a:spcBef>
              <a:defRPr sz="1200">
                <a:solidFill>
                  <a:schemeClr val="tx1"/>
                </a:solidFill>
                <a:latin typeface="Calibri" panose="020F0502020204030204" pitchFamily="34" charset="0"/>
                <a:ea typeface="宋体" panose="02010600030101010101" pitchFamily="2" charset="-122"/>
              </a:defRPr>
            </a:lvl2pPr>
            <a:lvl3pPr marL="1143000" indent="-228600">
              <a:spcBef>
                <a:spcPct val="30000"/>
              </a:spcBef>
              <a:defRPr sz="1200">
                <a:solidFill>
                  <a:schemeClr val="tx1"/>
                </a:solidFill>
                <a:latin typeface="Calibri" panose="020F0502020204030204" pitchFamily="34" charset="0"/>
                <a:ea typeface="宋体" panose="02010600030101010101" pitchFamily="2" charset="-122"/>
              </a:defRPr>
            </a:lvl3pPr>
            <a:lvl4pPr marL="1600200" indent="-228600">
              <a:spcBef>
                <a:spcPct val="30000"/>
              </a:spcBef>
              <a:defRPr sz="1200">
                <a:solidFill>
                  <a:schemeClr val="tx1"/>
                </a:solidFill>
                <a:latin typeface="Calibri" panose="020F0502020204030204" pitchFamily="34" charset="0"/>
                <a:ea typeface="宋体" panose="02010600030101010101" pitchFamily="2" charset="-122"/>
              </a:defRPr>
            </a:lvl4pPr>
            <a:lvl5pPr marL="2057400" indent="-228600">
              <a:spcBef>
                <a:spcPct val="30000"/>
              </a:spcBef>
              <a:defRPr sz="12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Calibri" panose="020F0502020204030204" pitchFamily="34" charset="0"/>
                <a:ea typeface="宋体" panose="02010600030101010101" pitchFamily="2" charset="-122"/>
              </a:defRPr>
            </a:lvl9pPr>
          </a:lstStyle>
          <a:p>
            <a:pPr>
              <a:spcBef>
                <a:spcPct val="0"/>
              </a:spcBef>
            </a:pPr>
            <a:fld id="{2C50FB8F-E169-48D3-A44E-504D1F5F3DBC}" type="slidenum">
              <a:rPr lang="en-US" altLang="zh-CN" smtClean="0">
                <a:latin typeface="Arial" panose="020B0604020202020204" pitchFamily="34" charset="0"/>
              </a:rPr>
              <a:pPr>
                <a:spcBef>
                  <a:spcPct val="0"/>
                </a:spcBef>
              </a:pPr>
              <a:t>7</a:t>
            </a:fld>
            <a:endParaRPr lang="en-US" altLang="zh-CN">
              <a:latin typeface="Arial" panose="020B0604020202020204" pitchFamily="34" charset="0"/>
            </a:endParaRPr>
          </a:p>
        </p:txBody>
      </p:sp>
      <p:sp>
        <p:nvSpPr>
          <p:cNvPr id="2" name="日期占位符 1">
            <a:extLst>
              <a:ext uri="{FF2B5EF4-FFF2-40B4-BE49-F238E27FC236}">
                <a16:creationId xmlns:a16="http://schemas.microsoft.com/office/drawing/2014/main" id="{276820EB-F335-0D17-AE2A-6A3847B81FDB}"/>
              </a:ext>
            </a:extLst>
          </p:cNvPr>
          <p:cNvSpPr>
            <a:spLocks noGrp="1"/>
          </p:cNvSpPr>
          <p:nvPr>
            <p:ph type="dt" idx="1"/>
          </p:nvPr>
        </p:nvSpPr>
        <p:spPr/>
        <p:txBody>
          <a:bodyPr/>
          <a:lstStyle/>
          <a:p>
            <a:pPr>
              <a:defRPr/>
            </a:pPr>
            <a:fld id="{3D924F81-3B85-4F3B-B3DE-2BDA88AD9F59}" type="datetime1">
              <a:rPr lang="en-US" altLang="zh-CN" smtClean="0"/>
              <a:t>4/8/2026</a:t>
            </a:fld>
            <a:endParaRPr lang="en-US"/>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幻灯片图像占位符 1">
            <a:extLst>
              <a:ext uri="{FF2B5EF4-FFF2-40B4-BE49-F238E27FC236}">
                <a16:creationId xmlns:a16="http://schemas.microsoft.com/office/drawing/2014/main" id="{BB459BB0-0496-8EBF-C543-38E952BDA6C5}"/>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7411" name="备注占位符 2">
            <a:extLst>
              <a:ext uri="{FF2B5EF4-FFF2-40B4-BE49-F238E27FC236}">
                <a16:creationId xmlns:a16="http://schemas.microsoft.com/office/drawing/2014/main" id="{BCBABF0B-FD30-B3AA-9626-8164C88D8985}"/>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endParaRPr lang="en-US" altLang="zh-CN"/>
          </a:p>
        </p:txBody>
      </p:sp>
      <p:sp>
        <p:nvSpPr>
          <p:cNvPr id="17412" name="灯片编号占位符 3">
            <a:extLst>
              <a:ext uri="{FF2B5EF4-FFF2-40B4-BE49-F238E27FC236}">
                <a16:creationId xmlns:a16="http://schemas.microsoft.com/office/drawing/2014/main" id="{53E58497-20BA-E941-0EF0-E8B4A967C3F5}"/>
              </a:ext>
            </a:extLst>
          </p:cNvPr>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Calibri" panose="020F0502020204030204" pitchFamily="34" charset="0"/>
                <a:ea typeface="宋体" panose="02010600030101010101" pitchFamily="2" charset="-122"/>
              </a:defRPr>
            </a:lvl1pPr>
            <a:lvl2pPr marL="742950" indent="-285750">
              <a:spcBef>
                <a:spcPct val="30000"/>
              </a:spcBef>
              <a:defRPr sz="1200">
                <a:solidFill>
                  <a:schemeClr val="tx1"/>
                </a:solidFill>
                <a:latin typeface="Calibri" panose="020F0502020204030204" pitchFamily="34" charset="0"/>
                <a:ea typeface="宋体" panose="02010600030101010101" pitchFamily="2" charset="-122"/>
              </a:defRPr>
            </a:lvl2pPr>
            <a:lvl3pPr marL="1143000" indent="-228600">
              <a:spcBef>
                <a:spcPct val="30000"/>
              </a:spcBef>
              <a:defRPr sz="1200">
                <a:solidFill>
                  <a:schemeClr val="tx1"/>
                </a:solidFill>
                <a:latin typeface="Calibri" panose="020F0502020204030204" pitchFamily="34" charset="0"/>
                <a:ea typeface="宋体" panose="02010600030101010101" pitchFamily="2" charset="-122"/>
              </a:defRPr>
            </a:lvl3pPr>
            <a:lvl4pPr marL="1600200" indent="-228600">
              <a:spcBef>
                <a:spcPct val="30000"/>
              </a:spcBef>
              <a:defRPr sz="1200">
                <a:solidFill>
                  <a:schemeClr val="tx1"/>
                </a:solidFill>
                <a:latin typeface="Calibri" panose="020F0502020204030204" pitchFamily="34" charset="0"/>
                <a:ea typeface="宋体" panose="02010600030101010101" pitchFamily="2" charset="-122"/>
              </a:defRPr>
            </a:lvl4pPr>
            <a:lvl5pPr marL="2057400" indent="-228600">
              <a:spcBef>
                <a:spcPct val="30000"/>
              </a:spcBef>
              <a:defRPr sz="12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Calibri" panose="020F0502020204030204" pitchFamily="34" charset="0"/>
                <a:ea typeface="宋体" panose="02010600030101010101" pitchFamily="2" charset="-122"/>
              </a:defRPr>
            </a:lvl9pPr>
          </a:lstStyle>
          <a:p>
            <a:pPr>
              <a:spcBef>
                <a:spcPct val="0"/>
              </a:spcBef>
            </a:pPr>
            <a:fld id="{04CB557F-E162-4590-8B6A-7AC6B0756ED5}" type="slidenum">
              <a:rPr lang="en-US" altLang="zh-CN" smtClean="0">
                <a:latin typeface="Arial" panose="020B0604020202020204" pitchFamily="34" charset="0"/>
              </a:rPr>
              <a:pPr>
                <a:spcBef>
                  <a:spcPct val="0"/>
                </a:spcBef>
              </a:pPr>
              <a:t>8</a:t>
            </a:fld>
            <a:endParaRPr lang="en-US" altLang="zh-CN">
              <a:latin typeface="Arial" panose="020B0604020202020204" pitchFamily="34" charset="0"/>
            </a:endParaRPr>
          </a:p>
        </p:txBody>
      </p:sp>
      <p:sp>
        <p:nvSpPr>
          <p:cNvPr id="2" name="日期占位符 1">
            <a:extLst>
              <a:ext uri="{FF2B5EF4-FFF2-40B4-BE49-F238E27FC236}">
                <a16:creationId xmlns:a16="http://schemas.microsoft.com/office/drawing/2014/main" id="{B723C10D-C305-CC27-8CDB-7581BA919866}"/>
              </a:ext>
            </a:extLst>
          </p:cNvPr>
          <p:cNvSpPr>
            <a:spLocks noGrp="1"/>
          </p:cNvSpPr>
          <p:nvPr>
            <p:ph type="dt" idx="1"/>
          </p:nvPr>
        </p:nvSpPr>
        <p:spPr/>
        <p:txBody>
          <a:bodyPr/>
          <a:lstStyle/>
          <a:p>
            <a:pPr>
              <a:defRPr/>
            </a:pPr>
            <a:fld id="{427F8145-A867-4276-B758-7FE7BBFA67EB}" type="datetime1">
              <a:rPr lang="en-US" altLang="zh-CN" smtClean="0"/>
              <a:t>4/8/2026</a:t>
            </a:fld>
            <a:endParaRPr lang="en-US"/>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幻灯片图像占位符 1">
            <a:extLst>
              <a:ext uri="{FF2B5EF4-FFF2-40B4-BE49-F238E27FC236}">
                <a16:creationId xmlns:a16="http://schemas.microsoft.com/office/drawing/2014/main" id="{3F5119F9-E0EA-0610-34B9-BFA081752FFE}"/>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9459" name="备注占位符 2">
            <a:extLst>
              <a:ext uri="{FF2B5EF4-FFF2-40B4-BE49-F238E27FC236}">
                <a16:creationId xmlns:a16="http://schemas.microsoft.com/office/drawing/2014/main" id="{5306CE48-B1FA-95E7-67F0-6084605B6165}"/>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endParaRPr lang="en-US" altLang="zh-CN" dirty="0"/>
          </a:p>
        </p:txBody>
      </p:sp>
      <p:sp>
        <p:nvSpPr>
          <p:cNvPr id="19460" name="灯片编号占位符 3">
            <a:extLst>
              <a:ext uri="{FF2B5EF4-FFF2-40B4-BE49-F238E27FC236}">
                <a16:creationId xmlns:a16="http://schemas.microsoft.com/office/drawing/2014/main" id="{7FC49CFB-D44A-C1E4-DCA8-1C47D74CF6A3}"/>
              </a:ext>
            </a:extLst>
          </p:cNvPr>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Calibri" panose="020F0502020204030204" pitchFamily="34" charset="0"/>
                <a:ea typeface="宋体" panose="02010600030101010101" pitchFamily="2" charset="-122"/>
              </a:defRPr>
            </a:lvl1pPr>
            <a:lvl2pPr marL="742950" indent="-285750">
              <a:spcBef>
                <a:spcPct val="30000"/>
              </a:spcBef>
              <a:defRPr sz="1200">
                <a:solidFill>
                  <a:schemeClr val="tx1"/>
                </a:solidFill>
                <a:latin typeface="Calibri" panose="020F0502020204030204" pitchFamily="34" charset="0"/>
                <a:ea typeface="宋体" panose="02010600030101010101" pitchFamily="2" charset="-122"/>
              </a:defRPr>
            </a:lvl2pPr>
            <a:lvl3pPr marL="1143000" indent="-228600">
              <a:spcBef>
                <a:spcPct val="30000"/>
              </a:spcBef>
              <a:defRPr sz="1200">
                <a:solidFill>
                  <a:schemeClr val="tx1"/>
                </a:solidFill>
                <a:latin typeface="Calibri" panose="020F0502020204030204" pitchFamily="34" charset="0"/>
                <a:ea typeface="宋体" panose="02010600030101010101" pitchFamily="2" charset="-122"/>
              </a:defRPr>
            </a:lvl3pPr>
            <a:lvl4pPr marL="1600200" indent="-228600">
              <a:spcBef>
                <a:spcPct val="30000"/>
              </a:spcBef>
              <a:defRPr sz="1200">
                <a:solidFill>
                  <a:schemeClr val="tx1"/>
                </a:solidFill>
                <a:latin typeface="Calibri" panose="020F0502020204030204" pitchFamily="34" charset="0"/>
                <a:ea typeface="宋体" panose="02010600030101010101" pitchFamily="2" charset="-122"/>
              </a:defRPr>
            </a:lvl4pPr>
            <a:lvl5pPr marL="2057400" indent="-228600">
              <a:spcBef>
                <a:spcPct val="30000"/>
              </a:spcBef>
              <a:defRPr sz="12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Calibri" panose="020F0502020204030204" pitchFamily="34" charset="0"/>
                <a:ea typeface="宋体" panose="02010600030101010101" pitchFamily="2" charset="-122"/>
              </a:defRPr>
            </a:lvl9pPr>
          </a:lstStyle>
          <a:p>
            <a:pPr>
              <a:spcBef>
                <a:spcPct val="0"/>
              </a:spcBef>
            </a:pPr>
            <a:fld id="{A05D1815-63D8-47AF-A989-ECDF86284495}" type="slidenum">
              <a:rPr lang="en-US" altLang="zh-CN" smtClean="0">
                <a:latin typeface="Arial" panose="020B0604020202020204" pitchFamily="34" charset="0"/>
              </a:rPr>
              <a:pPr>
                <a:spcBef>
                  <a:spcPct val="0"/>
                </a:spcBef>
              </a:pPr>
              <a:t>9</a:t>
            </a:fld>
            <a:endParaRPr lang="en-US" altLang="zh-CN">
              <a:latin typeface="Arial" panose="020B0604020202020204" pitchFamily="34" charset="0"/>
            </a:endParaRPr>
          </a:p>
        </p:txBody>
      </p:sp>
      <p:sp>
        <p:nvSpPr>
          <p:cNvPr id="2" name="日期占位符 1">
            <a:extLst>
              <a:ext uri="{FF2B5EF4-FFF2-40B4-BE49-F238E27FC236}">
                <a16:creationId xmlns:a16="http://schemas.microsoft.com/office/drawing/2014/main" id="{6EE1A276-AE52-F3A0-4D53-D3620A9FADF3}"/>
              </a:ext>
            </a:extLst>
          </p:cNvPr>
          <p:cNvSpPr>
            <a:spLocks noGrp="1"/>
          </p:cNvSpPr>
          <p:nvPr>
            <p:ph type="dt" idx="1"/>
          </p:nvPr>
        </p:nvSpPr>
        <p:spPr/>
        <p:txBody>
          <a:bodyPr/>
          <a:lstStyle/>
          <a:p>
            <a:pPr>
              <a:defRPr/>
            </a:pPr>
            <a:fld id="{FDE58750-2135-4CBA-A9FA-355C32371371}" type="datetime1">
              <a:rPr lang="en-US" altLang="zh-CN" smtClean="0"/>
              <a:t>4/8/2026</a:t>
            </a:fld>
            <a:endParaRPr lang="en-US"/>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幻灯片图像占位符 1">
            <a:extLst>
              <a:ext uri="{FF2B5EF4-FFF2-40B4-BE49-F238E27FC236}">
                <a16:creationId xmlns:a16="http://schemas.microsoft.com/office/drawing/2014/main" id="{E7E06403-5C0F-6766-C837-831FB14E408E}"/>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21507" name="备注占位符 2">
            <a:extLst>
              <a:ext uri="{FF2B5EF4-FFF2-40B4-BE49-F238E27FC236}">
                <a16:creationId xmlns:a16="http://schemas.microsoft.com/office/drawing/2014/main" id="{BFC05A2A-C620-350E-07F1-D5838DC4F53F}"/>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endParaRPr lang="en-US" altLang="zh-CN"/>
          </a:p>
        </p:txBody>
      </p:sp>
      <p:sp>
        <p:nvSpPr>
          <p:cNvPr id="21508" name="灯片编号占位符 3">
            <a:extLst>
              <a:ext uri="{FF2B5EF4-FFF2-40B4-BE49-F238E27FC236}">
                <a16:creationId xmlns:a16="http://schemas.microsoft.com/office/drawing/2014/main" id="{5CE1C56F-730A-FBA9-DA41-F2F8A4863014}"/>
              </a:ext>
            </a:extLst>
          </p:cNvPr>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Calibri" panose="020F0502020204030204" pitchFamily="34" charset="0"/>
                <a:ea typeface="宋体" panose="02010600030101010101" pitchFamily="2" charset="-122"/>
              </a:defRPr>
            </a:lvl1pPr>
            <a:lvl2pPr marL="742950" indent="-285750">
              <a:spcBef>
                <a:spcPct val="30000"/>
              </a:spcBef>
              <a:defRPr sz="1200">
                <a:solidFill>
                  <a:schemeClr val="tx1"/>
                </a:solidFill>
                <a:latin typeface="Calibri" panose="020F0502020204030204" pitchFamily="34" charset="0"/>
                <a:ea typeface="宋体" panose="02010600030101010101" pitchFamily="2" charset="-122"/>
              </a:defRPr>
            </a:lvl2pPr>
            <a:lvl3pPr marL="1143000" indent="-228600">
              <a:spcBef>
                <a:spcPct val="30000"/>
              </a:spcBef>
              <a:defRPr sz="1200">
                <a:solidFill>
                  <a:schemeClr val="tx1"/>
                </a:solidFill>
                <a:latin typeface="Calibri" panose="020F0502020204030204" pitchFamily="34" charset="0"/>
                <a:ea typeface="宋体" panose="02010600030101010101" pitchFamily="2" charset="-122"/>
              </a:defRPr>
            </a:lvl3pPr>
            <a:lvl4pPr marL="1600200" indent="-228600">
              <a:spcBef>
                <a:spcPct val="30000"/>
              </a:spcBef>
              <a:defRPr sz="1200">
                <a:solidFill>
                  <a:schemeClr val="tx1"/>
                </a:solidFill>
                <a:latin typeface="Calibri" panose="020F0502020204030204" pitchFamily="34" charset="0"/>
                <a:ea typeface="宋体" panose="02010600030101010101" pitchFamily="2" charset="-122"/>
              </a:defRPr>
            </a:lvl4pPr>
            <a:lvl5pPr marL="2057400" indent="-228600">
              <a:spcBef>
                <a:spcPct val="30000"/>
              </a:spcBef>
              <a:defRPr sz="12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Calibri" panose="020F0502020204030204" pitchFamily="34" charset="0"/>
                <a:ea typeface="宋体" panose="02010600030101010101" pitchFamily="2" charset="-122"/>
              </a:defRPr>
            </a:lvl9pPr>
          </a:lstStyle>
          <a:p>
            <a:pPr>
              <a:spcBef>
                <a:spcPct val="0"/>
              </a:spcBef>
            </a:pPr>
            <a:fld id="{D7050854-26AD-4F8D-846D-68F00EA1A692}" type="slidenum">
              <a:rPr lang="en-US" altLang="zh-CN" smtClean="0">
                <a:latin typeface="Arial" panose="020B0604020202020204" pitchFamily="34" charset="0"/>
              </a:rPr>
              <a:pPr>
                <a:spcBef>
                  <a:spcPct val="0"/>
                </a:spcBef>
              </a:pPr>
              <a:t>10</a:t>
            </a:fld>
            <a:endParaRPr lang="en-US" altLang="zh-CN">
              <a:latin typeface="Arial" panose="020B0604020202020204" pitchFamily="34" charset="0"/>
            </a:endParaRPr>
          </a:p>
        </p:txBody>
      </p:sp>
      <p:sp>
        <p:nvSpPr>
          <p:cNvPr id="2" name="日期占位符 1">
            <a:extLst>
              <a:ext uri="{FF2B5EF4-FFF2-40B4-BE49-F238E27FC236}">
                <a16:creationId xmlns:a16="http://schemas.microsoft.com/office/drawing/2014/main" id="{A0E71DDA-80EC-0277-97B7-7DBBCCBF6C4D}"/>
              </a:ext>
            </a:extLst>
          </p:cNvPr>
          <p:cNvSpPr>
            <a:spLocks noGrp="1"/>
          </p:cNvSpPr>
          <p:nvPr>
            <p:ph type="dt" idx="1"/>
          </p:nvPr>
        </p:nvSpPr>
        <p:spPr/>
        <p:txBody>
          <a:bodyPr/>
          <a:lstStyle/>
          <a:p>
            <a:pPr>
              <a:defRPr/>
            </a:pPr>
            <a:fld id="{B7D90471-8A65-4AB5-9CA5-220F05EC6884}" type="datetime1">
              <a:rPr lang="en-US" altLang="zh-CN" smtClean="0"/>
              <a:t>4/8/2026</a:t>
            </a:fld>
            <a:endParaRPr lang="en-US"/>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幻灯片图像占位符 1">
            <a:extLst>
              <a:ext uri="{FF2B5EF4-FFF2-40B4-BE49-F238E27FC236}">
                <a16:creationId xmlns:a16="http://schemas.microsoft.com/office/drawing/2014/main" id="{653B2155-1029-E7E3-D2A9-9668144A45EC}"/>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23555" name="备注占位符 2">
            <a:extLst>
              <a:ext uri="{FF2B5EF4-FFF2-40B4-BE49-F238E27FC236}">
                <a16:creationId xmlns:a16="http://schemas.microsoft.com/office/drawing/2014/main" id="{771932EE-173D-8413-7280-C446AB17EF79}"/>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endParaRPr lang="en-US" altLang="zh-CN"/>
          </a:p>
        </p:txBody>
      </p:sp>
      <p:sp>
        <p:nvSpPr>
          <p:cNvPr id="23556" name="灯片编号占位符 3">
            <a:extLst>
              <a:ext uri="{FF2B5EF4-FFF2-40B4-BE49-F238E27FC236}">
                <a16:creationId xmlns:a16="http://schemas.microsoft.com/office/drawing/2014/main" id="{BF7D7045-E637-67B9-76E9-4B50E357800B}"/>
              </a:ext>
            </a:extLst>
          </p:cNvPr>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Calibri" panose="020F0502020204030204" pitchFamily="34" charset="0"/>
                <a:ea typeface="宋体" panose="02010600030101010101" pitchFamily="2" charset="-122"/>
              </a:defRPr>
            </a:lvl1pPr>
            <a:lvl2pPr marL="742950" indent="-285750">
              <a:spcBef>
                <a:spcPct val="30000"/>
              </a:spcBef>
              <a:defRPr sz="1200">
                <a:solidFill>
                  <a:schemeClr val="tx1"/>
                </a:solidFill>
                <a:latin typeface="Calibri" panose="020F0502020204030204" pitchFamily="34" charset="0"/>
                <a:ea typeface="宋体" panose="02010600030101010101" pitchFamily="2" charset="-122"/>
              </a:defRPr>
            </a:lvl2pPr>
            <a:lvl3pPr marL="1143000" indent="-228600">
              <a:spcBef>
                <a:spcPct val="30000"/>
              </a:spcBef>
              <a:defRPr sz="1200">
                <a:solidFill>
                  <a:schemeClr val="tx1"/>
                </a:solidFill>
                <a:latin typeface="Calibri" panose="020F0502020204030204" pitchFamily="34" charset="0"/>
                <a:ea typeface="宋体" panose="02010600030101010101" pitchFamily="2" charset="-122"/>
              </a:defRPr>
            </a:lvl3pPr>
            <a:lvl4pPr marL="1600200" indent="-228600">
              <a:spcBef>
                <a:spcPct val="30000"/>
              </a:spcBef>
              <a:defRPr sz="1200">
                <a:solidFill>
                  <a:schemeClr val="tx1"/>
                </a:solidFill>
                <a:latin typeface="Calibri" panose="020F0502020204030204" pitchFamily="34" charset="0"/>
                <a:ea typeface="宋体" panose="02010600030101010101" pitchFamily="2" charset="-122"/>
              </a:defRPr>
            </a:lvl4pPr>
            <a:lvl5pPr marL="2057400" indent="-228600">
              <a:spcBef>
                <a:spcPct val="30000"/>
              </a:spcBef>
              <a:defRPr sz="12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Calibri" panose="020F0502020204030204" pitchFamily="34" charset="0"/>
                <a:ea typeface="宋体" panose="02010600030101010101" pitchFamily="2" charset="-122"/>
              </a:defRPr>
            </a:lvl9pPr>
          </a:lstStyle>
          <a:p>
            <a:pPr>
              <a:spcBef>
                <a:spcPct val="0"/>
              </a:spcBef>
            </a:pPr>
            <a:fld id="{42B64C63-43A7-49B3-9B5F-958471285E93}" type="slidenum">
              <a:rPr lang="en-US" altLang="zh-CN" smtClean="0">
                <a:latin typeface="Arial" panose="020B0604020202020204" pitchFamily="34" charset="0"/>
              </a:rPr>
              <a:pPr>
                <a:spcBef>
                  <a:spcPct val="0"/>
                </a:spcBef>
              </a:pPr>
              <a:t>11</a:t>
            </a:fld>
            <a:endParaRPr lang="en-US" altLang="zh-CN">
              <a:latin typeface="Arial" panose="020B0604020202020204" pitchFamily="34" charset="0"/>
            </a:endParaRPr>
          </a:p>
        </p:txBody>
      </p:sp>
      <p:sp>
        <p:nvSpPr>
          <p:cNvPr id="2" name="日期占位符 1">
            <a:extLst>
              <a:ext uri="{FF2B5EF4-FFF2-40B4-BE49-F238E27FC236}">
                <a16:creationId xmlns:a16="http://schemas.microsoft.com/office/drawing/2014/main" id="{68DCD0B3-63DF-B7BE-22D9-8F088935AF99}"/>
              </a:ext>
            </a:extLst>
          </p:cNvPr>
          <p:cNvSpPr>
            <a:spLocks noGrp="1"/>
          </p:cNvSpPr>
          <p:nvPr>
            <p:ph type="dt" idx="1"/>
          </p:nvPr>
        </p:nvSpPr>
        <p:spPr/>
        <p:txBody>
          <a:bodyPr/>
          <a:lstStyle/>
          <a:p>
            <a:pPr>
              <a:defRPr/>
            </a:pPr>
            <a:fld id="{BEFE89AE-20EF-4752-A8E9-3BDB79D0A235}" type="datetime1">
              <a:rPr lang="en-US" altLang="zh-CN" smtClean="0"/>
              <a:t>4/8/2026</a:t>
            </a:fld>
            <a:endParaRPr lang="en-US"/>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365F9BF-645A-8EBD-4E75-11508AE46900}"/>
            </a:ext>
          </a:extLst>
        </p:cNvPr>
        <p:cNvGrpSpPr/>
        <p:nvPr/>
      </p:nvGrpSpPr>
      <p:grpSpPr>
        <a:xfrm>
          <a:off x="0" y="0"/>
          <a:ext cx="0" cy="0"/>
          <a:chOff x="0" y="0"/>
          <a:chExt cx="0" cy="0"/>
        </a:xfrm>
      </p:grpSpPr>
      <p:sp>
        <p:nvSpPr>
          <p:cNvPr id="25602" name="幻灯片图像占位符 1">
            <a:extLst>
              <a:ext uri="{FF2B5EF4-FFF2-40B4-BE49-F238E27FC236}">
                <a16:creationId xmlns:a16="http://schemas.microsoft.com/office/drawing/2014/main" id="{D2BFBCB5-8C4B-BE9F-C998-A060A8AA5EDC}"/>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25603" name="备注占位符 2">
            <a:extLst>
              <a:ext uri="{FF2B5EF4-FFF2-40B4-BE49-F238E27FC236}">
                <a16:creationId xmlns:a16="http://schemas.microsoft.com/office/drawing/2014/main" id="{CC47C1FA-90FF-0199-CC57-7B6947913014}"/>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endParaRPr lang="en-US" altLang="zh-CN"/>
          </a:p>
        </p:txBody>
      </p:sp>
      <p:sp>
        <p:nvSpPr>
          <p:cNvPr id="25604" name="灯片编号占位符 3">
            <a:extLst>
              <a:ext uri="{FF2B5EF4-FFF2-40B4-BE49-F238E27FC236}">
                <a16:creationId xmlns:a16="http://schemas.microsoft.com/office/drawing/2014/main" id="{8B05B096-490C-1A59-DDB0-1F27B6B41E0A}"/>
              </a:ext>
            </a:extLst>
          </p:cNvPr>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Calibri" panose="020F0502020204030204" pitchFamily="34" charset="0"/>
                <a:ea typeface="宋体" panose="02010600030101010101" pitchFamily="2" charset="-122"/>
              </a:defRPr>
            </a:lvl1pPr>
            <a:lvl2pPr marL="742950" indent="-285750">
              <a:spcBef>
                <a:spcPct val="30000"/>
              </a:spcBef>
              <a:defRPr sz="1200">
                <a:solidFill>
                  <a:schemeClr val="tx1"/>
                </a:solidFill>
                <a:latin typeface="Calibri" panose="020F0502020204030204" pitchFamily="34" charset="0"/>
                <a:ea typeface="宋体" panose="02010600030101010101" pitchFamily="2" charset="-122"/>
              </a:defRPr>
            </a:lvl2pPr>
            <a:lvl3pPr marL="1143000" indent="-228600">
              <a:spcBef>
                <a:spcPct val="30000"/>
              </a:spcBef>
              <a:defRPr sz="1200">
                <a:solidFill>
                  <a:schemeClr val="tx1"/>
                </a:solidFill>
                <a:latin typeface="Calibri" panose="020F0502020204030204" pitchFamily="34" charset="0"/>
                <a:ea typeface="宋体" panose="02010600030101010101" pitchFamily="2" charset="-122"/>
              </a:defRPr>
            </a:lvl3pPr>
            <a:lvl4pPr marL="1600200" indent="-228600">
              <a:spcBef>
                <a:spcPct val="30000"/>
              </a:spcBef>
              <a:defRPr sz="1200">
                <a:solidFill>
                  <a:schemeClr val="tx1"/>
                </a:solidFill>
                <a:latin typeface="Calibri" panose="020F0502020204030204" pitchFamily="34" charset="0"/>
                <a:ea typeface="宋体" panose="02010600030101010101" pitchFamily="2" charset="-122"/>
              </a:defRPr>
            </a:lvl4pPr>
            <a:lvl5pPr marL="2057400" indent="-228600">
              <a:spcBef>
                <a:spcPct val="30000"/>
              </a:spcBef>
              <a:defRPr sz="12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Calibri" panose="020F0502020204030204" pitchFamily="34" charset="0"/>
                <a:ea typeface="宋体" panose="02010600030101010101" pitchFamily="2" charset="-122"/>
              </a:defRPr>
            </a:lvl9pPr>
          </a:lstStyle>
          <a:p>
            <a:pPr>
              <a:spcBef>
                <a:spcPct val="0"/>
              </a:spcBef>
            </a:pPr>
            <a:fld id="{5110E31A-97A4-4ECE-B7BC-66CAECF389DD}" type="slidenum">
              <a:rPr lang="en-US" altLang="zh-CN" smtClean="0">
                <a:latin typeface="Arial" panose="020B0604020202020204" pitchFamily="34" charset="0"/>
              </a:rPr>
              <a:pPr>
                <a:spcBef>
                  <a:spcPct val="0"/>
                </a:spcBef>
              </a:pPr>
              <a:t>12</a:t>
            </a:fld>
            <a:endParaRPr lang="en-US" altLang="zh-CN">
              <a:latin typeface="Arial" panose="020B0604020202020204" pitchFamily="34" charset="0"/>
            </a:endParaRPr>
          </a:p>
        </p:txBody>
      </p:sp>
      <p:sp>
        <p:nvSpPr>
          <p:cNvPr id="2" name="日期占位符 1">
            <a:extLst>
              <a:ext uri="{FF2B5EF4-FFF2-40B4-BE49-F238E27FC236}">
                <a16:creationId xmlns:a16="http://schemas.microsoft.com/office/drawing/2014/main" id="{ED0F9350-E8E8-2B96-9710-72CA7C510266}"/>
              </a:ext>
            </a:extLst>
          </p:cNvPr>
          <p:cNvSpPr>
            <a:spLocks noGrp="1"/>
          </p:cNvSpPr>
          <p:nvPr>
            <p:ph type="dt" idx="1"/>
          </p:nvPr>
        </p:nvSpPr>
        <p:spPr/>
        <p:txBody>
          <a:bodyPr/>
          <a:lstStyle/>
          <a:p>
            <a:pPr>
              <a:defRPr/>
            </a:pPr>
            <a:fld id="{82D9041F-9FA6-4B81-B17E-3851F3ED9538}" type="datetime1">
              <a:rPr lang="en-US" altLang="zh-CN" smtClean="0"/>
              <a:t>4/8/2026</a:t>
            </a:fld>
            <a:endParaRPr lang="en-US"/>
          </a:p>
        </p:txBody>
      </p:sp>
    </p:spTree>
    <p:extLst>
      <p:ext uri="{BB962C8B-B14F-4D97-AF65-F5344CB8AC3E}">
        <p14:creationId xmlns:p14="http://schemas.microsoft.com/office/powerpoint/2010/main" val="3222159800"/>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0" name="幻灯片图像占位符 1">
            <a:extLst>
              <a:ext uri="{FF2B5EF4-FFF2-40B4-BE49-F238E27FC236}">
                <a16:creationId xmlns:a16="http://schemas.microsoft.com/office/drawing/2014/main" id="{3CE165CD-D659-3848-0B01-754BB99DBA74}"/>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27651" name="备注占位符 2">
            <a:extLst>
              <a:ext uri="{FF2B5EF4-FFF2-40B4-BE49-F238E27FC236}">
                <a16:creationId xmlns:a16="http://schemas.microsoft.com/office/drawing/2014/main" id="{D2798F96-B033-AC56-9A81-2FF3E20B27A9}"/>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endParaRPr lang="en-US" altLang="zh-CN"/>
          </a:p>
        </p:txBody>
      </p:sp>
      <p:sp>
        <p:nvSpPr>
          <p:cNvPr id="27652" name="灯片编号占位符 3">
            <a:extLst>
              <a:ext uri="{FF2B5EF4-FFF2-40B4-BE49-F238E27FC236}">
                <a16:creationId xmlns:a16="http://schemas.microsoft.com/office/drawing/2014/main" id="{E47E5354-2EFC-D0B9-1647-30D513804D93}"/>
              </a:ext>
            </a:extLst>
          </p:cNvPr>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Calibri" panose="020F0502020204030204" pitchFamily="34" charset="0"/>
                <a:ea typeface="宋体" panose="02010600030101010101" pitchFamily="2" charset="-122"/>
              </a:defRPr>
            </a:lvl1pPr>
            <a:lvl2pPr marL="742950" indent="-285750">
              <a:spcBef>
                <a:spcPct val="30000"/>
              </a:spcBef>
              <a:defRPr sz="1200">
                <a:solidFill>
                  <a:schemeClr val="tx1"/>
                </a:solidFill>
                <a:latin typeface="Calibri" panose="020F0502020204030204" pitchFamily="34" charset="0"/>
                <a:ea typeface="宋体" panose="02010600030101010101" pitchFamily="2" charset="-122"/>
              </a:defRPr>
            </a:lvl2pPr>
            <a:lvl3pPr marL="1143000" indent="-228600">
              <a:spcBef>
                <a:spcPct val="30000"/>
              </a:spcBef>
              <a:defRPr sz="1200">
                <a:solidFill>
                  <a:schemeClr val="tx1"/>
                </a:solidFill>
                <a:latin typeface="Calibri" panose="020F0502020204030204" pitchFamily="34" charset="0"/>
                <a:ea typeface="宋体" panose="02010600030101010101" pitchFamily="2" charset="-122"/>
              </a:defRPr>
            </a:lvl3pPr>
            <a:lvl4pPr marL="1600200" indent="-228600">
              <a:spcBef>
                <a:spcPct val="30000"/>
              </a:spcBef>
              <a:defRPr sz="1200">
                <a:solidFill>
                  <a:schemeClr val="tx1"/>
                </a:solidFill>
                <a:latin typeface="Calibri" panose="020F0502020204030204" pitchFamily="34" charset="0"/>
                <a:ea typeface="宋体" panose="02010600030101010101" pitchFamily="2" charset="-122"/>
              </a:defRPr>
            </a:lvl4pPr>
            <a:lvl5pPr marL="2057400" indent="-228600">
              <a:spcBef>
                <a:spcPct val="30000"/>
              </a:spcBef>
              <a:defRPr sz="12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Calibri" panose="020F0502020204030204" pitchFamily="34" charset="0"/>
                <a:ea typeface="宋体" panose="02010600030101010101" pitchFamily="2" charset="-122"/>
              </a:defRPr>
            </a:lvl9pPr>
          </a:lstStyle>
          <a:p>
            <a:pPr>
              <a:spcBef>
                <a:spcPct val="0"/>
              </a:spcBef>
            </a:pPr>
            <a:fld id="{6282ABE0-39B5-4903-8973-85080E1BFB51}" type="slidenum">
              <a:rPr lang="en-US" altLang="zh-CN" smtClean="0">
                <a:latin typeface="Arial" panose="020B0604020202020204" pitchFamily="34" charset="0"/>
              </a:rPr>
              <a:pPr>
                <a:spcBef>
                  <a:spcPct val="0"/>
                </a:spcBef>
              </a:pPr>
              <a:t>13</a:t>
            </a:fld>
            <a:endParaRPr lang="en-US" altLang="zh-CN">
              <a:latin typeface="Arial" panose="020B0604020202020204" pitchFamily="34" charset="0"/>
            </a:endParaRPr>
          </a:p>
        </p:txBody>
      </p:sp>
      <p:sp>
        <p:nvSpPr>
          <p:cNvPr id="2" name="日期占位符 1">
            <a:extLst>
              <a:ext uri="{FF2B5EF4-FFF2-40B4-BE49-F238E27FC236}">
                <a16:creationId xmlns:a16="http://schemas.microsoft.com/office/drawing/2014/main" id="{7C9339D4-CB66-6DE7-9F4B-69353771752D}"/>
              </a:ext>
            </a:extLst>
          </p:cNvPr>
          <p:cNvSpPr>
            <a:spLocks noGrp="1"/>
          </p:cNvSpPr>
          <p:nvPr>
            <p:ph type="dt" idx="1"/>
          </p:nvPr>
        </p:nvSpPr>
        <p:spPr/>
        <p:txBody>
          <a:bodyPr/>
          <a:lstStyle/>
          <a:p>
            <a:pPr>
              <a:defRPr/>
            </a:pPr>
            <a:fld id="{7B99F4C1-0EBA-48CD-AD38-BC3F1FD0CCAC}" type="datetime1">
              <a:rPr lang="en-US" altLang="zh-CN" smtClean="0"/>
              <a:t>4/8/2026</a:t>
            </a:fld>
            <a:endParaRPr lang="en-US"/>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B0D61B2-C623-E939-33D2-3985173FA089}"/>
            </a:ext>
          </a:extLst>
        </p:cNvPr>
        <p:cNvGrpSpPr/>
        <p:nvPr/>
      </p:nvGrpSpPr>
      <p:grpSpPr>
        <a:xfrm>
          <a:off x="0" y="0"/>
          <a:ext cx="0" cy="0"/>
          <a:chOff x="0" y="0"/>
          <a:chExt cx="0" cy="0"/>
        </a:xfrm>
      </p:grpSpPr>
      <p:sp>
        <p:nvSpPr>
          <p:cNvPr id="25602" name="幻灯片图像占位符 1">
            <a:extLst>
              <a:ext uri="{FF2B5EF4-FFF2-40B4-BE49-F238E27FC236}">
                <a16:creationId xmlns:a16="http://schemas.microsoft.com/office/drawing/2014/main" id="{870C4A29-6022-EEED-3532-42F787F0D2A4}"/>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25603" name="备注占位符 2">
            <a:extLst>
              <a:ext uri="{FF2B5EF4-FFF2-40B4-BE49-F238E27FC236}">
                <a16:creationId xmlns:a16="http://schemas.microsoft.com/office/drawing/2014/main" id="{AA692A73-13F7-218F-3090-CE57DD8D49AC}"/>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endParaRPr lang="en-US" altLang="zh-CN"/>
          </a:p>
        </p:txBody>
      </p:sp>
      <p:sp>
        <p:nvSpPr>
          <p:cNvPr id="25604" name="灯片编号占位符 3">
            <a:extLst>
              <a:ext uri="{FF2B5EF4-FFF2-40B4-BE49-F238E27FC236}">
                <a16:creationId xmlns:a16="http://schemas.microsoft.com/office/drawing/2014/main" id="{88453A61-4A3C-52CA-526A-EA50ED14B2DB}"/>
              </a:ext>
            </a:extLst>
          </p:cNvPr>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Calibri" panose="020F0502020204030204" pitchFamily="34" charset="0"/>
                <a:ea typeface="宋体" panose="02010600030101010101" pitchFamily="2" charset="-122"/>
              </a:defRPr>
            </a:lvl1pPr>
            <a:lvl2pPr marL="742950" indent="-285750">
              <a:spcBef>
                <a:spcPct val="30000"/>
              </a:spcBef>
              <a:defRPr sz="1200">
                <a:solidFill>
                  <a:schemeClr val="tx1"/>
                </a:solidFill>
                <a:latin typeface="Calibri" panose="020F0502020204030204" pitchFamily="34" charset="0"/>
                <a:ea typeface="宋体" panose="02010600030101010101" pitchFamily="2" charset="-122"/>
              </a:defRPr>
            </a:lvl2pPr>
            <a:lvl3pPr marL="1143000" indent="-228600">
              <a:spcBef>
                <a:spcPct val="30000"/>
              </a:spcBef>
              <a:defRPr sz="1200">
                <a:solidFill>
                  <a:schemeClr val="tx1"/>
                </a:solidFill>
                <a:latin typeface="Calibri" panose="020F0502020204030204" pitchFamily="34" charset="0"/>
                <a:ea typeface="宋体" panose="02010600030101010101" pitchFamily="2" charset="-122"/>
              </a:defRPr>
            </a:lvl3pPr>
            <a:lvl4pPr marL="1600200" indent="-228600">
              <a:spcBef>
                <a:spcPct val="30000"/>
              </a:spcBef>
              <a:defRPr sz="1200">
                <a:solidFill>
                  <a:schemeClr val="tx1"/>
                </a:solidFill>
                <a:latin typeface="Calibri" panose="020F0502020204030204" pitchFamily="34" charset="0"/>
                <a:ea typeface="宋体" panose="02010600030101010101" pitchFamily="2" charset="-122"/>
              </a:defRPr>
            </a:lvl4pPr>
            <a:lvl5pPr marL="2057400" indent="-228600">
              <a:spcBef>
                <a:spcPct val="30000"/>
              </a:spcBef>
              <a:defRPr sz="12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Calibri" panose="020F0502020204030204" pitchFamily="34" charset="0"/>
                <a:ea typeface="宋体" panose="02010600030101010101" pitchFamily="2" charset="-122"/>
              </a:defRPr>
            </a:lvl9pPr>
          </a:lstStyle>
          <a:p>
            <a:pPr>
              <a:spcBef>
                <a:spcPct val="0"/>
              </a:spcBef>
            </a:pPr>
            <a:fld id="{5110E31A-97A4-4ECE-B7BC-66CAECF389DD}" type="slidenum">
              <a:rPr lang="en-US" altLang="zh-CN" smtClean="0">
                <a:latin typeface="Arial" panose="020B0604020202020204" pitchFamily="34" charset="0"/>
              </a:rPr>
              <a:pPr>
                <a:spcBef>
                  <a:spcPct val="0"/>
                </a:spcBef>
              </a:pPr>
              <a:t>14</a:t>
            </a:fld>
            <a:endParaRPr lang="en-US" altLang="zh-CN">
              <a:latin typeface="Arial" panose="020B0604020202020204" pitchFamily="34" charset="0"/>
            </a:endParaRPr>
          </a:p>
        </p:txBody>
      </p:sp>
      <p:sp>
        <p:nvSpPr>
          <p:cNvPr id="2" name="日期占位符 1">
            <a:extLst>
              <a:ext uri="{FF2B5EF4-FFF2-40B4-BE49-F238E27FC236}">
                <a16:creationId xmlns:a16="http://schemas.microsoft.com/office/drawing/2014/main" id="{CDF27243-4ADD-CDF7-CD8A-8B8AD2CAADC9}"/>
              </a:ext>
            </a:extLst>
          </p:cNvPr>
          <p:cNvSpPr>
            <a:spLocks noGrp="1"/>
          </p:cNvSpPr>
          <p:nvPr>
            <p:ph type="dt" idx="1"/>
          </p:nvPr>
        </p:nvSpPr>
        <p:spPr/>
        <p:txBody>
          <a:bodyPr/>
          <a:lstStyle/>
          <a:p>
            <a:pPr>
              <a:defRPr/>
            </a:pPr>
            <a:fld id="{7C215D59-65DB-4967-9F98-9A379E222B81}" type="datetime1">
              <a:rPr lang="en-US" altLang="zh-CN" smtClean="0"/>
              <a:t>4/8/2026</a:t>
            </a:fld>
            <a:endParaRPr lang="en-US"/>
          </a:p>
        </p:txBody>
      </p:sp>
    </p:spTree>
    <p:extLst>
      <p:ext uri="{BB962C8B-B14F-4D97-AF65-F5344CB8AC3E}">
        <p14:creationId xmlns:p14="http://schemas.microsoft.com/office/powerpoint/2010/main" val="698163499"/>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799CFB1-A589-2DB8-B80B-2EF8CE7AC02F}"/>
            </a:ext>
          </a:extLst>
        </p:cNvPr>
        <p:cNvGrpSpPr/>
        <p:nvPr/>
      </p:nvGrpSpPr>
      <p:grpSpPr>
        <a:xfrm>
          <a:off x="0" y="0"/>
          <a:ext cx="0" cy="0"/>
          <a:chOff x="0" y="0"/>
          <a:chExt cx="0" cy="0"/>
        </a:xfrm>
      </p:grpSpPr>
      <p:sp>
        <p:nvSpPr>
          <p:cNvPr id="25602" name="幻灯片图像占位符 1">
            <a:extLst>
              <a:ext uri="{FF2B5EF4-FFF2-40B4-BE49-F238E27FC236}">
                <a16:creationId xmlns:a16="http://schemas.microsoft.com/office/drawing/2014/main" id="{19114FFE-0347-FCCE-228A-CBEFB21FD941}"/>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25603" name="备注占位符 2">
            <a:extLst>
              <a:ext uri="{FF2B5EF4-FFF2-40B4-BE49-F238E27FC236}">
                <a16:creationId xmlns:a16="http://schemas.microsoft.com/office/drawing/2014/main" id="{A05A9E47-DDE2-016D-6D2E-A48B5AB112A9}"/>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endParaRPr lang="en-US" altLang="zh-CN"/>
          </a:p>
        </p:txBody>
      </p:sp>
      <p:sp>
        <p:nvSpPr>
          <p:cNvPr id="25604" name="灯片编号占位符 3">
            <a:extLst>
              <a:ext uri="{FF2B5EF4-FFF2-40B4-BE49-F238E27FC236}">
                <a16:creationId xmlns:a16="http://schemas.microsoft.com/office/drawing/2014/main" id="{A81654BF-E1AB-8D04-D561-7DB7521A24A8}"/>
              </a:ext>
            </a:extLst>
          </p:cNvPr>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Calibri" panose="020F0502020204030204" pitchFamily="34" charset="0"/>
                <a:ea typeface="宋体" panose="02010600030101010101" pitchFamily="2" charset="-122"/>
              </a:defRPr>
            </a:lvl1pPr>
            <a:lvl2pPr marL="742950" indent="-285750">
              <a:spcBef>
                <a:spcPct val="30000"/>
              </a:spcBef>
              <a:defRPr sz="1200">
                <a:solidFill>
                  <a:schemeClr val="tx1"/>
                </a:solidFill>
                <a:latin typeface="Calibri" panose="020F0502020204030204" pitchFamily="34" charset="0"/>
                <a:ea typeface="宋体" panose="02010600030101010101" pitchFamily="2" charset="-122"/>
              </a:defRPr>
            </a:lvl2pPr>
            <a:lvl3pPr marL="1143000" indent="-228600">
              <a:spcBef>
                <a:spcPct val="30000"/>
              </a:spcBef>
              <a:defRPr sz="1200">
                <a:solidFill>
                  <a:schemeClr val="tx1"/>
                </a:solidFill>
                <a:latin typeface="Calibri" panose="020F0502020204030204" pitchFamily="34" charset="0"/>
                <a:ea typeface="宋体" panose="02010600030101010101" pitchFamily="2" charset="-122"/>
              </a:defRPr>
            </a:lvl3pPr>
            <a:lvl4pPr marL="1600200" indent="-228600">
              <a:spcBef>
                <a:spcPct val="30000"/>
              </a:spcBef>
              <a:defRPr sz="1200">
                <a:solidFill>
                  <a:schemeClr val="tx1"/>
                </a:solidFill>
                <a:latin typeface="Calibri" panose="020F0502020204030204" pitchFamily="34" charset="0"/>
                <a:ea typeface="宋体" panose="02010600030101010101" pitchFamily="2" charset="-122"/>
              </a:defRPr>
            </a:lvl4pPr>
            <a:lvl5pPr marL="2057400" indent="-228600">
              <a:spcBef>
                <a:spcPct val="30000"/>
              </a:spcBef>
              <a:defRPr sz="12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Calibri" panose="020F0502020204030204" pitchFamily="34" charset="0"/>
                <a:ea typeface="宋体" panose="02010600030101010101" pitchFamily="2" charset="-122"/>
              </a:defRPr>
            </a:lvl9pPr>
          </a:lstStyle>
          <a:p>
            <a:pPr>
              <a:spcBef>
                <a:spcPct val="0"/>
              </a:spcBef>
            </a:pPr>
            <a:fld id="{5110E31A-97A4-4ECE-B7BC-66CAECF389DD}" type="slidenum">
              <a:rPr lang="en-US" altLang="zh-CN" smtClean="0">
                <a:latin typeface="Arial" panose="020B0604020202020204" pitchFamily="34" charset="0"/>
              </a:rPr>
              <a:pPr>
                <a:spcBef>
                  <a:spcPct val="0"/>
                </a:spcBef>
              </a:pPr>
              <a:t>15</a:t>
            </a:fld>
            <a:endParaRPr lang="en-US" altLang="zh-CN">
              <a:latin typeface="Arial" panose="020B0604020202020204" pitchFamily="34" charset="0"/>
            </a:endParaRPr>
          </a:p>
        </p:txBody>
      </p:sp>
      <p:sp>
        <p:nvSpPr>
          <p:cNvPr id="2" name="日期占位符 1">
            <a:extLst>
              <a:ext uri="{FF2B5EF4-FFF2-40B4-BE49-F238E27FC236}">
                <a16:creationId xmlns:a16="http://schemas.microsoft.com/office/drawing/2014/main" id="{B7E627B3-2AE7-CF9E-7E2A-BB602D169B15}"/>
              </a:ext>
            </a:extLst>
          </p:cNvPr>
          <p:cNvSpPr>
            <a:spLocks noGrp="1"/>
          </p:cNvSpPr>
          <p:nvPr>
            <p:ph type="dt" idx="1"/>
          </p:nvPr>
        </p:nvSpPr>
        <p:spPr/>
        <p:txBody>
          <a:bodyPr/>
          <a:lstStyle/>
          <a:p>
            <a:pPr>
              <a:defRPr/>
            </a:pPr>
            <a:fld id="{899B0615-6F1C-4AA6-848E-30CC98199119}" type="datetime1">
              <a:rPr lang="en-US" altLang="zh-CN" smtClean="0"/>
              <a:t>4/8/2026</a:t>
            </a:fld>
            <a:endParaRPr lang="en-US"/>
          </a:p>
        </p:txBody>
      </p:sp>
    </p:spTree>
    <p:extLst>
      <p:ext uri="{BB962C8B-B14F-4D97-AF65-F5344CB8AC3E}">
        <p14:creationId xmlns:p14="http://schemas.microsoft.com/office/powerpoint/2010/main" val="83034464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A4D74D1-0BB3-CACB-8742-A18E6D67993E}"/>
            </a:ext>
          </a:extLst>
        </p:cNvPr>
        <p:cNvGrpSpPr/>
        <p:nvPr/>
      </p:nvGrpSpPr>
      <p:grpSpPr>
        <a:xfrm>
          <a:off x="0" y="0"/>
          <a:ext cx="0" cy="0"/>
          <a:chOff x="0" y="0"/>
          <a:chExt cx="0" cy="0"/>
        </a:xfrm>
      </p:grpSpPr>
      <p:sp>
        <p:nvSpPr>
          <p:cNvPr id="25602" name="幻灯片图像占位符 1">
            <a:extLst>
              <a:ext uri="{FF2B5EF4-FFF2-40B4-BE49-F238E27FC236}">
                <a16:creationId xmlns:a16="http://schemas.microsoft.com/office/drawing/2014/main" id="{76E5957B-CBBE-205E-F737-57C8676D871E}"/>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25603" name="备注占位符 2">
            <a:extLst>
              <a:ext uri="{FF2B5EF4-FFF2-40B4-BE49-F238E27FC236}">
                <a16:creationId xmlns:a16="http://schemas.microsoft.com/office/drawing/2014/main" id="{BC61ED64-A0A6-497E-7EA2-0A00B5E20860}"/>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endParaRPr lang="en-US" altLang="zh-CN"/>
          </a:p>
        </p:txBody>
      </p:sp>
      <p:sp>
        <p:nvSpPr>
          <p:cNvPr id="25604" name="灯片编号占位符 3">
            <a:extLst>
              <a:ext uri="{FF2B5EF4-FFF2-40B4-BE49-F238E27FC236}">
                <a16:creationId xmlns:a16="http://schemas.microsoft.com/office/drawing/2014/main" id="{C01B638C-AB7A-7D70-C9DA-0419FCCBF5DE}"/>
              </a:ext>
            </a:extLst>
          </p:cNvPr>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Calibri" panose="020F0502020204030204" pitchFamily="34" charset="0"/>
                <a:ea typeface="宋体" panose="02010600030101010101" pitchFamily="2" charset="-122"/>
              </a:defRPr>
            </a:lvl1pPr>
            <a:lvl2pPr marL="742950" indent="-285750">
              <a:spcBef>
                <a:spcPct val="30000"/>
              </a:spcBef>
              <a:defRPr sz="1200">
                <a:solidFill>
                  <a:schemeClr val="tx1"/>
                </a:solidFill>
                <a:latin typeface="Calibri" panose="020F0502020204030204" pitchFamily="34" charset="0"/>
                <a:ea typeface="宋体" panose="02010600030101010101" pitchFamily="2" charset="-122"/>
              </a:defRPr>
            </a:lvl2pPr>
            <a:lvl3pPr marL="1143000" indent="-228600">
              <a:spcBef>
                <a:spcPct val="30000"/>
              </a:spcBef>
              <a:defRPr sz="1200">
                <a:solidFill>
                  <a:schemeClr val="tx1"/>
                </a:solidFill>
                <a:latin typeface="Calibri" panose="020F0502020204030204" pitchFamily="34" charset="0"/>
                <a:ea typeface="宋体" panose="02010600030101010101" pitchFamily="2" charset="-122"/>
              </a:defRPr>
            </a:lvl3pPr>
            <a:lvl4pPr marL="1600200" indent="-228600">
              <a:spcBef>
                <a:spcPct val="30000"/>
              </a:spcBef>
              <a:defRPr sz="1200">
                <a:solidFill>
                  <a:schemeClr val="tx1"/>
                </a:solidFill>
                <a:latin typeface="Calibri" panose="020F0502020204030204" pitchFamily="34" charset="0"/>
                <a:ea typeface="宋体" panose="02010600030101010101" pitchFamily="2" charset="-122"/>
              </a:defRPr>
            </a:lvl4pPr>
            <a:lvl5pPr marL="2057400" indent="-228600">
              <a:spcBef>
                <a:spcPct val="30000"/>
              </a:spcBef>
              <a:defRPr sz="12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Calibri" panose="020F0502020204030204" pitchFamily="34" charset="0"/>
                <a:ea typeface="宋体" panose="02010600030101010101" pitchFamily="2" charset="-122"/>
              </a:defRPr>
            </a:lvl9pPr>
          </a:lstStyle>
          <a:p>
            <a:pPr>
              <a:spcBef>
                <a:spcPct val="0"/>
              </a:spcBef>
            </a:pPr>
            <a:fld id="{5110E31A-97A4-4ECE-B7BC-66CAECF389DD}" type="slidenum">
              <a:rPr lang="en-US" altLang="zh-CN" smtClean="0">
                <a:latin typeface="Arial" panose="020B0604020202020204" pitchFamily="34" charset="0"/>
              </a:rPr>
              <a:pPr>
                <a:spcBef>
                  <a:spcPct val="0"/>
                </a:spcBef>
              </a:pPr>
              <a:t>16</a:t>
            </a:fld>
            <a:endParaRPr lang="en-US" altLang="zh-CN">
              <a:latin typeface="Arial" panose="020B0604020202020204" pitchFamily="34" charset="0"/>
            </a:endParaRPr>
          </a:p>
        </p:txBody>
      </p:sp>
      <p:sp>
        <p:nvSpPr>
          <p:cNvPr id="2" name="日期占位符 1">
            <a:extLst>
              <a:ext uri="{FF2B5EF4-FFF2-40B4-BE49-F238E27FC236}">
                <a16:creationId xmlns:a16="http://schemas.microsoft.com/office/drawing/2014/main" id="{F8EAD6CA-09F6-7701-7FF8-3B8A23A1460A}"/>
              </a:ext>
            </a:extLst>
          </p:cNvPr>
          <p:cNvSpPr>
            <a:spLocks noGrp="1"/>
          </p:cNvSpPr>
          <p:nvPr>
            <p:ph type="dt" idx="1"/>
          </p:nvPr>
        </p:nvSpPr>
        <p:spPr/>
        <p:txBody>
          <a:bodyPr/>
          <a:lstStyle/>
          <a:p>
            <a:pPr>
              <a:defRPr/>
            </a:pPr>
            <a:fld id="{8032EF21-A219-4580-91C9-C2EA89838E7A}" type="datetime1">
              <a:rPr lang="en-US" altLang="zh-CN" smtClean="0"/>
              <a:t>4/8/2026</a:t>
            </a:fld>
            <a:endParaRPr lang="en-US"/>
          </a:p>
        </p:txBody>
      </p:sp>
    </p:spTree>
    <p:extLst>
      <p:ext uri="{BB962C8B-B14F-4D97-AF65-F5344CB8AC3E}">
        <p14:creationId xmlns:p14="http://schemas.microsoft.com/office/powerpoint/2010/main" val="894467567"/>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2" name="幻灯片图像占位符 1">
            <a:extLst>
              <a:ext uri="{FF2B5EF4-FFF2-40B4-BE49-F238E27FC236}">
                <a16:creationId xmlns:a16="http://schemas.microsoft.com/office/drawing/2014/main" id="{5F387436-C7DD-7C88-D0A3-3501C54ACF2D}"/>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35843" name="备注占位符 2">
            <a:extLst>
              <a:ext uri="{FF2B5EF4-FFF2-40B4-BE49-F238E27FC236}">
                <a16:creationId xmlns:a16="http://schemas.microsoft.com/office/drawing/2014/main" id="{DE885B4F-07A5-5795-F620-E58CCF8BA004}"/>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endParaRPr lang="en-US" altLang="zh-CN"/>
          </a:p>
        </p:txBody>
      </p:sp>
      <p:sp>
        <p:nvSpPr>
          <p:cNvPr id="35844" name="灯片编号占位符 3">
            <a:extLst>
              <a:ext uri="{FF2B5EF4-FFF2-40B4-BE49-F238E27FC236}">
                <a16:creationId xmlns:a16="http://schemas.microsoft.com/office/drawing/2014/main" id="{E9A9FE65-5440-CCD5-58C6-A067E516ACEB}"/>
              </a:ext>
            </a:extLst>
          </p:cNvPr>
          <p:cNvSpPr txBox="1">
            <a:spLocks noGrp="1"/>
          </p:cNvSpPr>
          <p:nvPr/>
        </p:nvSpPr>
        <p:spPr bwMode="auto">
          <a:xfrm>
            <a:off x="3884613" y="8685213"/>
            <a:ext cx="29718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b"/>
          <a:lstStyle>
            <a:lvl1pPr>
              <a:spcBef>
                <a:spcPct val="30000"/>
              </a:spcBef>
              <a:defRPr sz="1200">
                <a:solidFill>
                  <a:schemeClr val="tx1"/>
                </a:solidFill>
                <a:latin typeface="Calibri" panose="020F0502020204030204" pitchFamily="34" charset="0"/>
                <a:ea typeface="宋体" panose="02010600030101010101" pitchFamily="2" charset="-122"/>
              </a:defRPr>
            </a:lvl1pPr>
            <a:lvl2pPr marL="742950" indent="-285750">
              <a:spcBef>
                <a:spcPct val="30000"/>
              </a:spcBef>
              <a:defRPr sz="1200">
                <a:solidFill>
                  <a:schemeClr val="tx1"/>
                </a:solidFill>
                <a:latin typeface="Calibri" panose="020F0502020204030204" pitchFamily="34" charset="0"/>
                <a:ea typeface="宋体" panose="02010600030101010101" pitchFamily="2" charset="-122"/>
              </a:defRPr>
            </a:lvl2pPr>
            <a:lvl3pPr marL="1143000" indent="-228600">
              <a:spcBef>
                <a:spcPct val="30000"/>
              </a:spcBef>
              <a:defRPr sz="1200">
                <a:solidFill>
                  <a:schemeClr val="tx1"/>
                </a:solidFill>
                <a:latin typeface="Calibri" panose="020F0502020204030204" pitchFamily="34" charset="0"/>
                <a:ea typeface="宋体" panose="02010600030101010101" pitchFamily="2" charset="-122"/>
              </a:defRPr>
            </a:lvl3pPr>
            <a:lvl4pPr marL="1600200" indent="-228600">
              <a:spcBef>
                <a:spcPct val="30000"/>
              </a:spcBef>
              <a:defRPr sz="1200">
                <a:solidFill>
                  <a:schemeClr val="tx1"/>
                </a:solidFill>
                <a:latin typeface="Calibri" panose="020F0502020204030204" pitchFamily="34" charset="0"/>
                <a:ea typeface="宋体" panose="02010600030101010101" pitchFamily="2" charset="-122"/>
              </a:defRPr>
            </a:lvl4pPr>
            <a:lvl5pPr marL="2057400" indent="-228600">
              <a:spcBef>
                <a:spcPct val="30000"/>
              </a:spcBef>
              <a:defRPr sz="12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Calibri" panose="020F0502020204030204" pitchFamily="34" charset="0"/>
                <a:ea typeface="宋体" panose="02010600030101010101" pitchFamily="2" charset="-122"/>
              </a:defRPr>
            </a:lvl9pPr>
          </a:lstStyle>
          <a:p>
            <a:pPr algn="r" eaLnBrk="1" hangingPunct="1">
              <a:spcBef>
                <a:spcPct val="0"/>
              </a:spcBef>
            </a:pPr>
            <a:fld id="{3335E176-EEEF-4D10-97F5-C5BD537E3D8C}" type="slidenum">
              <a:rPr lang="en-US" altLang="zh-CN">
                <a:latin typeface="Arial" panose="020B0604020202020204" pitchFamily="34" charset="0"/>
              </a:rPr>
              <a:pPr algn="r" eaLnBrk="1" hangingPunct="1">
                <a:spcBef>
                  <a:spcPct val="0"/>
                </a:spcBef>
              </a:pPr>
              <a:t>17</a:t>
            </a:fld>
            <a:endParaRPr lang="en-US" altLang="zh-CN">
              <a:latin typeface="Arial" panose="020B0604020202020204" pitchFamily="34" charset="0"/>
            </a:endParaRPr>
          </a:p>
        </p:txBody>
      </p:sp>
      <p:sp>
        <p:nvSpPr>
          <p:cNvPr id="2" name="日期占位符 1">
            <a:extLst>
              <a:ext uri="{FF2B5EF4-FFF2-40B4-BE49-F238E27FC236}">
                <a16:creationId xmlns:a16="http://schemas.microsoft.com/office/drawing/2014/main" id="{AA364E37-B285-A022-D5D2-E4F07458BFA8}"/>
              </a:ext>
            </a:extLst>
          </p:cNvPr>
          <p:cNvSpPr>
            <a:spLocks noGrp="1"/>
          </p:cNvSpPr>
          <p:nvPr>
            <p:ph type="dt" idx="1"/>
          </p:nvPr>
        </p:nvSpPr>
        <p:spPr/>
        <p:txBody>
          <a:bodyPr/>
          <a:lstStyle/>
          <a:p>
            <a:pPr>
              <a:defRPr/>
            </a:pPr>
            <a:fld id="{7298555C-E196-4371-9AC7-C691B5EFDE8A}" type="datetime1">
              <a:rPr lang="en-US" altLang="zh-CN" smtClean="0"/>
              <a:t>4/8/2026</a:t>
            </a:fld>
            <a:endParaRPr lang="en-US"/>
          </a:p>
        </p:txBody>
      </p:sp>
      <p:sp>
        <p:nvSpPr>
          <p:cNvPr id="3" name="灯片编号占位符 2">
            <a:extLst>
              <a:ext uri="{FF2B5EF4-FFF2-40B4-BE49-F238E27FC236}">
                <a16:creationId xmlns:a16="http://schemas.microsoft.com/office/drawing/2014/main" id="{1AE0ED11-8F86-A2D0-6E0C-BF7FACF67A20}"/>
              </a:ext>
            </a:extLst>
          </p:cNvPr>
          <p:cNvSpPr>
            <a:spLocks noGrp="1"/>
          </p:cNvSpPr>
          <p:nvPr>
            <p:ph type="sldNum" sz="quarter" idx="5"/>
          </p:nvPr>
        </p:nvSpPr>
        <p:spPr/>
        <p:txBody>
          <a:bodyPr/>
          <a:lstStyle/>
          <a:p>
            <a:pPr>
              <a:defRPr/>
            </a:pPr>
            <a:fld id="{7B76D504-C80C-4001-8132-2D822A762258}" type="slidenum">
              <a:rPr lang="en-US" altLang="zh-CN" smtClean="0"/>
              <a:pPr>
                <a:defRPr/>
              </a:pPr>
              <a:t>17</a:t>
            </a:fld>
            <a:endParaRPr lang="en-US" altLang="zh-CN"/>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90" name="幻灯片图像占位符 1">
            <a:extLst>
              <a:ext uri="{FF2B5EF4-FFF2-40B4-BE49-F238E27FC236}">
                <a16:creationId xmlns:a16="http://schemas.microsoft.com/office/drawing/2014/main" id="{B8B61AD2-AE6F-E7FD-8855-26D693855B5C}"/>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37891" name="备注占位符 2">
            <a:extLst>
              <a:ext uri="{FF2B5EF4-FFF2-40B4-BE49-F238E27FC236}">
                <a16:creationId xmlns:a16="http://schemas.microsoft.com/office/drawing/2014/main" id="{E2DBE54F-E009-90F9-BFB0-FFF665DF550B}"/>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endParaRPr lang="en-US" altLang="zh-CN"/>
          </a:p>
        </p:txBody>
      </p:sp>
      <p:sp>
        <p:nvSpPr>
          <p:cNvPr id="37892" name="灯片编号占位符 3">
            <a:extLst>
              <a:ext uri="{FF2B5EF4-FFF2-40B4-BE49-F238E27FC236}">
                <a16:creationId xmlns:a16="http://schemas.microsoft.com/office/drawing/2014/main" id="{4CF9D9D3-C534-0525-AF2B-481CB7E83057}"/>
              </a:ext>
            </a:extLst>
          </p:cNvPr>
          <p:cNvSpPr txBox="1">
            <a:spLocks noGrp="1"/>
          </p:cNvSpPr>
          <p:nvPr/>
        </p:nvSpPr>
        <p:spPr bwMode="auto">
          <a:xfrm>
            <a:off x="3884613" y="8685213"/>
            <a:ext cx="29718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b"/>
          <a:lstStyle>
            <a:lvl1pPr>
              <a:spcBef>
                <a:spcPct val="30000"/>
              </a:spcBef>
              <a:defRPr sz="1200">
                <a:solidFill>
                  <a:schemeClr val="tx1"/>
                </a:solidFill>
                <a:latin typeface="Calibri" panose="020F0502020204030204" pitchFamily="34" charset="0"/>
                <a:ea typeface="宋体" panose="02010600030101010101" pitchFamily="2" charset="-122"/>
              </a:defRPr>
            </a:lvl1pPr>
            <a:lvl2pPr marL="742950" indent="-285750">
              <a:spcBef>
                <a:spcPct val="30000"/>
              </a:spcBef>
              <a:defRPr sz="1200">
                <a:solidFill>
                  <a:schemeClr val="tx1"/>
                </a:solidFill>
                <a:latin typeface="Calibri" panose="020F0502020204030204" pitchFamily="34" charset="0"/>
                <a:ea typeface="宋体" panose="02010600030101010101" pitchFamily="2" charset="-122"/>
              </a:defRPr>
            </a:lvl2pPr>
            <a:lvl3pPr marL="1143000" indent="-228600">
              <a:spcBef>
                <a:spcPct val="30000"/>
              </a:spcBef>
              <a:defRPr sz="1200">
                <a:solidFill>
                  <a:schemeClr val="tx1"/>
                </a:solidFill>
                <a:latin typeface="Calibri" panose="020F0502020204030204" pitchFamily="34" charset="0"/>
                <a:ea typeface="宋体" panose="02010600030101010101" pitchFamily="2" charset="-122"/>
              </a:defRPr>
            </a:lvl3pPr>
            <a:lvl4pPr marL="1600200" indent="-228600">
              <a:spcBef>
                <a:spcPct val="30000"/>
              </a:spcBef>
              <a:defRPr sz="1200">
                <a:solidFill>
                  <a:schemeClr val="tx1"/>
                </a:solidFill>
                <a:latin typeface="Calibri" panose="020F0502020204030204" pitchFamily="34" charset="0"/>
                <a:ea typeface="宋体" panose="02010600030101010101" pitchFamily="2" charset="-122"/>
              </a:defRPr>
            </a:lvl4pPr>
            <a:lvl5pPr marL="2057400" indent="-228600">
              <a:spcBef>
                <a:spcPct val="30000"/>
              </a:spcBef>
              <a:defRPr sz="12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Calibri" panose="020F0502020204030204" pitchFamily="34" charset="0"/>
                <a:ea typeface="宋体" panose="02010600030101010101" pitchFamily="2" charset="-122"/>
              </a:defRPr>
            </a:lvl9pPr>
          </a:lstStyle>
          <a:p>
            <a:pPr algn="r" eaLnBrk="1" hangingPunct="1">
              <a:spcBef>
                <a:spcPct val="0"/>
              </a:spcBef>
            </a:pPr>
            <a:fld id="{3E61FB70-5C6A-49A5-8185-99F9CD129700}" type="slidenum">
              <a:rPr lang="en-US" altLang="zh-CN">
                <a:latin typeface="Arial" panose="020B0604020202020204" pitchFamily="34" charset="0"/>
              </a:rPr>
              <a:pPr algn="r" eaLnBrk="1" hangingPunct="1">
                <a:spcBef>
                  <a:spcPct val="0"/>
                </a:spcBef>
              </a:pPr>
              <a:t>18</a:t>
            </a:fld>
            <a:endParaRPr lang="en-US" altLang="zh-CN">
              <a:latin typeface="Arial" panose="020B0604020202020204" pitchFamily="34" charset="0"/>
            </a:endParaRPr>
          </a:p>
        </p:txBody>
      </p:sp>
      <p:sp>
        <p:nvSpPr>
          <p:cNvPr id="2" name="日期占位符 1">
            <a:extLst>
              <a:ext uri="{FF2B5EF4-FFF2-40B4-BE49-F238E27FC236}">
                <a16:creationId xmlns:a16="http://schemas.microsoft.com/office/drawing/2014/main" id="{AB7BE441-2D67-3A53-B879-C33F26DD08BF}"/>
              </a:ext>
            </a:extLst>
          </p:cNvPr>
          <p:cNvSpPr>
            <a:spLocks noGrp="1"/>
          </p:cNvSpPr>
          <p:nvPr>
            <p:ph type="dt" idx="1"/>
          </p:nvPr>
        </p:nvSpPr>
        <p:spPr/>
        <p:txBody>
          <a:bodyPr/>
          <a:lstStyle/>
          <a:p>
            <a:pPr>
              <a:defRPr/>
            </a:pPr>
            <a:fld id="{CC91C46D-A54E-4CB2-B1E9-953953F02B22}" type="datetime1">
              <a:rPr lang="en-US" altLang="zh-CN" smtClean="0"/>
              <a:t>4/8/2026</a:t>
            </a:fld>
            <a:endParaRPr lang="en-US"/>
          </a:p>
        </p:txBody>
      </p:sp>
      <p:sp>
        <p:nvSpPr>
          <p:cNvPr id="3" name="灯片编号占位符 2">
            <a:extLst>
              <a:ext uri="{FF2B5EF4-FFF2-40B4-BE49-F238E27FC236}">
                <a16:creationId xmlns:a16="http://schemas.microsoft.com/office/drawing/2014/main" id="{008D250B-D269-1C34-CC39-148A4533D0BD}"/>
              </a:ext>
            </a:extLst>
          </p:cNvPr>
          <p:cNvSpPr>
            <a:spLocks noGrp="1"/>
          </p:cNvSpPr>
          <p:nvPr>
            <p:ph type="sldNum" sz="quarter" idx="5"/>
          </p:nvPr>
        </p:nvSpPr>
        <p:spPr/>
        <p:txBody>
          <a:bodyPr/>
          <a:lstStyle/>
          <a:p>
            <a:pPr>
              <a:defRPr/>
            </a:pPr>
            <a:fld id="{7B76D504-C80C-4001-8132-2D822A762258}" type="slidenum">
              <a:rPr lang="en-US" altLang="zh-CN" smtClean="0"/>
              <a:pPr>
                <a:defRPr/>
              </a:pPr>
              <a:t>18</a:t>
            </a:fld>
            <a:endParaRPr lang="en-US" altLang="zh-CN"/>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38" name="幻灯片图像占位符 1">
            <a:extLst>
              <a:ext uri="{FF2B5EF4-FFF2-40B4-BE49-F238E27FC236}">
                <a16:creationId xmlns:a16="http://schemas.microsoft.com/office/drawing/2014/main" id="{3759109B-C6A0-23A8-5F40-D23A45889B3B}"/>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39939" name="备注占位符 2">
            <a:extLst>
              <a:ext uri="{FF2B5EF4-FFF2-40B4-BE49-F238E27FC236}">
                <a16:creationId xmlns:a16="http://schemas.microsoft.com/office/drawing/2014/main" id="{890B0F39-700B-53CE-6AF4-1BF6EE50B2E1}"/>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endParaRPr lang="zh-CN" altLang="en-US"/>
          </a:p>
        </p:txBody>
      </p:sp>
      <p:sp>
        <p:nvSpPr>
          <p:cNvPr id="39940" name="灯片编号占位符 3">
            <a:extLst>
              <a:ext uri="{FF2B5EF4-FFF2-40B4-BE49-F238E27FC236}">
                <a16:creationId xmlns:a16="http://schemas.microsoft.com/office/drawing/2014/main" id="{9A13EB6D-B2CB-B221-A64A-DE6144D5944A}"/>
              </a:ext>
            </a:extLst>
          </p:cNvPr>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Calibri" panose="020F0502020204030204" pitchFamily="34" charset="0"/>
                <a:ea typeface="宋体" panose="02010600030101010101" pitchFamily="2" charset="-122"/>
              </a:defRPr>
            </a:lvl1pPr>
            <a:lvl2pPr marL="742950" indent="-285750">
              <a:spcBef>
                <a:spcPct val="30000"/>
              </a:spcBef>
              <a:defRPr sz="1200">
                <a:solidFill>
                  <a:schemeClr val="tx1"/>
                </a:solidFill>
                <a:latin typeface="Calibri" panose="020F0502020204030204" pitchFamily="34" charset="0"/>
                <a:ea typeface="宋体" panose="02010600030101010101" pitchFamily="2" charset="-122"/>
              </a:defRPr>
            </a:lvl2pPr>
            <a:lvl3pPr marL="1143000" indent="-228600">
              <a:spcBef>
                <a:spcPct val="30000"/>
              </a:spcBef>
              <a:defRPr sz="1200">
                <a:solidFill>
                  <a:schemeClr val="tx1"/>
                </a:solidFill>
                <a:latin typeface="Calibri" panose="020F0502020204030204" pitchFamily="34" charset="0"/>
                <a:ea typeface="宋体" panose="02010600030101010101" pitchFamily="2" charset="-122"/>
              </a:defRPr>
            </a:lvl3pPr>
            <a:lvl4pPr marL="1600200" indent="-228600">
              <a:spcBef>
                <a:spcPct val="30000"/>
              </a:spcBef>
              <a:defRPr sz="1200">
                <a:solidFill>
                  <a:schemeClr val="tx1"/>
                </a:solidFill>
                <a:latin typeface="Calibri" panose="020F0502020204030204" pitchFamily="34" charset="0"/>
                <a:ea typeface="宋体" panose="02010600030101010101" pitchFamily="2" charset="-122"/>
              </a:defRPr>
            </a:lvl4pPr>
            <a:lvl5pPr marL="2057400" indent="-228600">
              <a:spcBef>
                <a:spcPct val="30000"/>
              </a:spcBef>
              <a:defRPr sz="12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Calibri" panose="020F0502020204030204" pitchFamily="34" charset="0"/>
                <a:ea typeface="宋体" panose="02010600030101010101" pitchFamily="2" charset="-122"/>
              </a:defRPr>
            </a:lvl9pPr>
          </a:lstStyle>
          <a:p>
            <a:pPr>
              <a:spcBef>
                <a:spcPct val="0"/>
              </a:spcBef>
            </a:pPr>
            <a:fld id="{68CA96FA-EADC-49BD-A2B2-2FA727512E0F}" type="slidenum">
              <a:rPr lang="en-US" altLang="zh-CN" smtClean="0">
                <a:latin typeface="Arial" panose="020B0604020202020204" pitchFamily="34" charset="0"/>
              </a:rPr>
              <a:pPr>
                <a:spcBef>
                  <a:spcPct val="0"/>
                </a:spcBef>
              </a:pPr>
              <a:t>19</a:t>
            </a:fld>
            <a:endParaRPr lang="en-US" altLang="zh-CN">
              <a:latin typeface="Arial" panose="020B0604020202020204" pitchFamily="34" charset="0"/>
            </a:endParaRPr>
          </a:p>
        </p:txBody>
      </p:sp>
      <p:sp>
        <p:nvSpPr>
          <p:cNvPr id="2" name="日期占位符 1">
            <a:extLst>
              <a:ext uri="{FF2B5EF4-FFF2-40B4-BE49-F238E27FC236}">
                <a16:creationId xmlns:a16="http://schemas.microsoft.com/office/drawing/2014/main" id="{051F1C34-5C23-A7CD-BBA1-DF0AAE39F0F2}"/>
              </a:ext>
            </a:extLst>
          </p:cNvPr>
          <p:cNvSpPr>
            <a:spLocks noGrp="1"/>
          </p:cNvSpPr>
          <p:nvPr>
            <p:ph type="dt" idx="1"/>
          </p:nvPr>
        </p:nvSpPr>
        <p:spPr/>
        <p:txBody>
          <a:bodyPr/>
          <a:lstStyle/>
          <a:p>
            <a:pPr>
              <a:defRPr/>
            </a:pPr>
            <a:fld id="{C217D05B-8285-414B-9D3C-C553B820D584}" type="datetime1">
              <a:rPr lang="en-US" altLang="zh-CN" smtClean="0"/>
              <a:t>4/8/2026</a:t>
            </a:fld>
            <a:endParaRPr lang="en-US"/>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082" name="幻灯片图像占位符 1">
            <a:extLst>
              <a:ext uri="{FF2B5EF4-FFF2-40B4-BE49-F238E27FC236}">
                <a16:creationId xmlns:a16="http://schemas.microsoft.com/office/drawing/2014/main" id="{8FDF93A1-BA29-754C-27B3-1B4341F184F1}"/>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46083" name="备注占位符 2">
            <a:extLst>
              <a:ext uri="{FF2B5EF4-FFF2-40B4-BE49-F238E27FC236}">
                <a16:creationId xmlns:a16="http://schemas.microsoft.com/office/drawing/2014/main" id="{676325EB-67BA-5E6E-9615-A48C145BE596}"/>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en-US" altLang="zh-CN"/>
          </a:p>
        </p:txBody>
      </p:sp>
      <p:sp>
        <p:nvSpPr>
          <p:cNvPr id="46084" name="灯片编号占位符 3">
            <a:extLst>
              <a:ext uri="{FF2B5EF4-FFF2-40B4-BE49-F238E27FC236}">
                <a16:creationId xmlns:a16="http://schemas.microsoft.com/office/drawing/2014/main" id="{2F647B6A-1624-5B4F-AA78-B034B1D80F95}"/>
              </a:ext>
            </a:extLst>
          </p:cNvPr>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Calibri" panose="020F0502020204030204" pitchFamily="34" charset="0"/>
                <a:ea typeface="宋体" panose="02010600030101010101" pitchFamily="2" charset="-122"/>
              </a:defRPr>
            </a:lvl1pPr>
            <a:lvl2pPr marL="742950" indent="-285750">
              <a:spcBef>
                <a:spcPct val="30000"/>
              </a:spcBef>
              <a:defRPr sz="1200">
                <a:solidFill>
                  <a:schemeClr val="tx1"/>
                </a:solidFill>
                <a:latin typeface="Calibri" panose="020F0502020204030204" pitchFamily="34" charset="0"/>
                <a:ea typeface="宋体" panose="02010600030101010101" pitchFamily="2" charset="-122"/>
              </a:defRPr>
            </a:lvl2pPr>
            <a:lvl3pPr marL="1143000" indent="-228600">
              <a:spcBef>
                <a:spcPct val="30000"/>
              </a:spcBef>
              <a:defRPr sz="1200">
                <a:solidFill>
                  <a:schemeClr val="tx1"/>
                </a:solidFill>
                <a:latin typeface="Calibri" panose="020F0502020204030204" pitchFamily="34" charset="0"/>
                <a:ea typeface="宋体" panose="02010600030101010101" pitchFamily="2" charset="-122"/>
              </a:defRPr>
            </a:lvl3pPr>
            <a:lvl4pPr marL="1600200" indent="-228600">
              <a:spcBef>
                <a:spcPct val="30000"/>
              </a:spcBef>
              <a:defRPr sz="1200">
                <a:solidFill>
                  <a:schemeClr val="tx1"/>
                </a:solidFill>
                <a:latin typeface="Calibri" panose="020F0502020204030204" pitchFamily="34" charset="0"/>
                <a:ea typeface="宋体" panose="02010600030101010101" pitchFamily="2" charset="-122"/>
              </a:defRPr>
            </a:lvl4pPr>
            <a:lvl5pPr marL="2057400" indent="-228600">
              <a:spcBef>
                <a:spcPct val="30000"/>
              </a:spcBef>
              <a:defRPr sz="12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Calibri" panose="020F0502020204030204" pitchFamily="34" charset="0"/>
                <a:ea typeface="宋体" panose="02010600030101010101" pitchFamily="2" charset="-122"/>
              </a:defRPr>
            </a:lvl9pPr>
          </a:lstStyle>
          <a:p>
            <a:pPr>
              <a:spcBef>
                <a:spcPct val="0"/>
              </a:spcBef>
            </a:pPr>
            <a:fld id="{9A2F89BC-BF04-4C20-AC2C-3403F6BA50CB}" type="slidenum">
              <a:rPr lang="en-US" altLang="zh-CN" smtClean="0">
                <a:latin typeface="Arial" panose="020B0604020202020204" pitchFamily="34" charset="0"/>
              </a:rPr>
              <a:pPr>
                <a:spcBef>
                  <a:spcPct val="0"/>
                </a:spcBef>
              </a:pPr>
              <a:t>24</a:t>
            </a:fld>
            <a:endParaRPr lang="en-US" altLang="zh-CN">
              <a:latin typeface="Arial" panose="020B0604020202020204" pitchFamily="34" charset="0"/>
            </a:endParaRPr>
          </a:p>
        </p:txBody>
      </p:sp>
      <p:sp>
        <p:nvSpPr>
          <p:cNvPr id="2" name="日期占位符 1">
            <a:extLst>
              <a:ext uri="{FF2B5EF4-FFF2-40B4-BE49-F238E27FC236}">
                <a16:creationId xmlns:a16="http://schemas.microsoft.com/office/drawing/2014/main" id="{CAC142F3-8689-C773-524A-D355A7FB0B20}"/>
              </a:ext>
            </a:extLst>
          </p:cNvPr>
          <p:cNvSpPr>
            <a:spLocks noGrp="1"/>
          </p:cNvSpPr>
          <p:nvPr>
            <p:ph type="dt" idx="1"/>
          </p:nvPr>
        </p:nvSpPr>
        <p:spPr/>
        <p:txBody>
          <a:bodyPr/>
          <a:lstStyle/>
          <a:p>
            <a:pPr>
              <a:defRPr/>
            </a:pPr>
            <a:fld id="{B49A342E-96E0-4D2E-9BBB-5D6BF52C267B}" type="datetime1">
              <a:rPr lang="en-US" altLang="zh-CN" smtClean="0"/>
              <a:t>4/8/2026</a:t>
            </a:fld>
            <a:endParaRPr lang="en-US"/>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154" name="幻灯片图像占位符 1">
            <a:extLst>
              <a:ext uri="{FF2B5EF4-FFF2-40B4-BE49-F238E27FC236}">
                <a16:creationId xmlns:a16="http://schemas.microsoft.com/office/drawing/2014/main" id="{FFA5AC44-D5E5-8C42-8C9E-3A6269B187D4}"/>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49155" name="备注占位符 2">
            <a:extLst>
              <a:ext uri="{FF2B5EF4-FFF2-40B4-BE49-F238E27FC236}">
                <a16:creationId xmlns:a16="http://schemas.microsoft.com/office/drawing/2014/main" id="{1E0E05B5-DE8D-EE24-B42C-1376B97ADEC5}"/>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en-US" altLang="zh-CN"/>
          </a:p>
        </p:txBody>
      </p:sp>
      <p:sp>
        <p:nvSpPr>
          <p:cNvPr id="49156" name="灯片编号占位符 3">
            <a:extLst>
              <a:ext uri="{FF2B5EF4-FFF2-40B4-BE49-F238E27FC236}">
                <a16:creationId xmlns:a16="http://schemas.microsoft.com/office/drawing/2014/main" id="{2E672FC6-7F4B-C0C6-758C-9235AEF24352}"/>
              </a:ext>
            </a:extLst>
          </p:cNvPr>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Calibri" panose="020F0502020204030204" pitchFamily="34" charset="0"/>
                <a:ea typeface="宋体" panose="02010600030101010101" pitchFamily="2" charset="-122"/>
              </a:defRPr>
            </a:lvl1pPr>
            <a:lvl2pPr marL="742950" indent="-285750">
              <a:spcBef>
                <a:spcPct val="30000"/>
              </a:spcBef>
              <a:defRPr sz="1200">
                <a:solidFill>
                  <a:schemeClr val="tx1"/>
                </a:solidFill>
                <a:latin typeface="Calibri" panose="020F0502020204030204" pitchFamily="34" charset="0"/>
                <a:ea typeface="宋体" panose="02010600030101010101" pitchFamily="2" charset="-122"/>
              </a:defRPr>
            </a:lvl2pPr>
            <a:lvl3pPr marL="1143000" indent="-228600">
              <a:spcBef>
                <a:spcPct val="30000"/>
              </a:spcBef>
              <a:defRPr sz="1200">
                <a:solidFill>
                  <a:schemeClr val="tx1"/>
                </a:solidFill>
                <a:latin typeface="Calibri" panose="020F0502020204030204" pitchFamily="34" charset="0"/>
                <a:ea typeface="宋体" panose="02010600030101010101" pitchFamily="2" charset="-122"/>
              </a:defRPr>
            </a:lvl3pPr>
            <a:lvl4pPr marL="1600200" indent="-228600">
              <a:spcBef>
                <a:spcPct val="30000"/>
              </a:spcBef>
              <a:defRPr sz="1200">
                <a:solidFill>
                  <a:schemeClr val="tx1"/>
                </a:solidFill>
                <a:latin typeface="Calibri" panose="020F0502020204030204" pitchFamily="34" charset="0"/>
                <a:ea typeface="宋体" panose="02010600030101010101" pitchFamily="2" charset="-122"/>
              </a:defRPr>
            </a:lvl4pPr>
            <a:lvl5pPr marL="2057400" indent="-228600">
              <a:spcBef>
                <a:spcPct val="30000"/>
              </a:spcBef>
              <a:defRPr sz="12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Calibri" panose="020F0502020204030204" pitchFamily="34" charset="0"/>
                <a:ea typeface="宋体" panose="02010600030101010101" pitchFamily="2" charset="-122"/>
              </a:defRPr>
            </a:lvl9pPr>
          </a:lstStyle>
          <a:p>
            <a:pPr>
              <a:spcBef>
                <a:spcPct val="0"/>
              </a:spcBef>
            </a:pPr>
            <a:fld id="{98BF7BA8-0F62-4AD9-90D9-B4AA70A42197}" type="slidenum">
              <a:rPr lang="en-US" altLang="zh-CN" smtClean="0">
                <a:latin typeface="Arial" panose="020B0604020202020204" pitchFamily="34" charset="0"/>
              </a:rPr>
              <a:pPr>
                <a:spcBef>
                  <a:spcPct val="0"/>
                </a:spcBef>
              </a:pPr>
              <a:t>26</a:t>
            </a:fld>
            <a:endParaRPr lang="en-US" altLang="zh-CN">
              <a:latin typeface="Arial" panose="020B0604020202020204" pitchFamily="34" charset="0"/>
            </a:endParaRPr>
          </a:p>
        </p:txBody>
      </p:sp>
      <p:sp>
        <p:nvSpPr>
          <p:cNvPr id="2" name="日期占位符 1">
            <a:extLst>
              <a:ext uri="{FF2B5EF4-FFF2-40B4-BE49-F238E27FC236}">
                <a16:creationId xmlns:a16="http://schemas.microsoft.com/office/drawing/2014/main" id="{4FC1285A-A0BC-7879-50F7-D33D2897D749}"/>
              </a:ext>
            </a:extLst>
          </p:cNvPr>
          <p:cNvSpPr>
            <a:spLocks noGrp="1"/>
          </p:cNvSpPr>
          <p:nvPr>
            <p:ph type="dt" idx="1"/>
          </p:nvPr>
        </p:nvSpPr>
        <p:spPr/>
        <p:txBody>
          <a:bodyPr/>
          <a:lstStyle/>
          <a:p>
            <a:pPr>
              <a:defRPr/>
            </a:pPr>
            <a:fld id="{8AFA3F09-962C-4F84-9C31-6683CE952C7C}" type="datetime1">
              <a:rPr lang="en-US" altLang="zh-CN" smtClean="0"/>
              <a:t>4/8/2026</a:t>
            </a:fld>
            <a:endParaRPr lang="en-US"/>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02" name="幻灯片图像占位符 1">
            <a:extLst>
              <a:ext uri="{FF2B5EF4-FFF2-40B4-BE49-F238E27FC236}">
                <a16:creationId xmlns:a16="http://schemas.microsoft.com/office/drawing/2014/main" id="{475DDCD9-9E4B-B587-5D8C-BC5654208CB6}"/>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51203" name="备注占位符 2">
            <a:extLst>
              <a:ext uri="{FF2B5EF4-FFF2-40B4-BE49-F238E27FC236}">
                <a16:creationId xmlns:a16="http://schemas.microsoft.com/office/drawing/2014/main" id="{AEEFEBB6-58F6-104D-C437-898474FA9365}"/>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en-US" altLang="zh-CN"/>
          </a:p>
        </p:txBody>
      </p:sp>
      <p:sp>
        <p:nvSpPr>
          <p:cNvPr id="51204" name="灯片编号占位符 3">
            <a:extLst>
              <a:ext uri="{FF2B5EF4-FFF2-40B4-BE49-F238E27FC236}">
                <a16:creationId xmlns:a16="http://schemas.microsoft.com/office/drawing/2014/main" id="{A9738CC5-43BB-3DFF-EF3F-1F0316982A7B}"/>
              </a:ext>
            </a:extLst>
          </p:cNvPr>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Calibri" panose="020F0502020204030204" pitchFamily="34" charset="0"/>
                <a:ea typeface="宋体" panose="02010600030101010101" pitchFamily="2" charset="-122"/>
              </a:defRPr>
            </a:lvl1pPr>
            <a:lvl2pPr marL="742950" indent="-285750">
              <a:spcBef>
                <a:spcPct val="30000"/>
              </a:spcBef>
              <a:defRPr sz="1200">
                <a:solidFill>
                  <a:schemeClr val="tx1"/>
                </a:solidFill>
                <a:latin typeface="Calibri" panose="020F0502020204030204" pitchFamily="34" charset="0"/>
                <a:ea typeface="宋体" panose="02010600030101010101" pitchFamily="2" charset="-122"/>
              </a:defRPr>
            </a:lvl2pPr>
            <a:lvl3pPr marL="1143000" indent="-228600">
              <a:spcBef>
                <a:spcPct val="30000"/>
              </a:spcBef>
              <a:defRPr sz="1200">
                <a:solidFill>
                  <a:schemeClr val="tx1"/>
                </a:solidFill>
                <a:latin typeface="Calibri" panose="020F0502020204030204" pitchFamily="34" charset="0"/>
                <a:ea typeface="宋体" panose="02010600030101010101" pitchFamily="2" charset="-122"/>
              </a:defRPr>
            </a:lvl3pPr>
            <a:lvl4pPr marL="1600200" indent="-228600">
              <a:spcBef>
                <a:spcPct val="30000"/>
              </a:spcBef>
              <a:defRPr sz="1200">
                <a:solidFill>
                  <a:schemeClr val="tx1"/>
                </a:solidFill>
                <a:latin typeface="Calibri" panose="020F0502020204030204" pitchFamily="34" charset="0"/>
                <a:ea typeface="宋体" panose="02010600030101010101" pitchFamily="2" charset="-122"/>
              </a:defRPr>
            </a:lvl4pPr>
            <a:lvl5pPr marL="2057400" indent="-228600">
              <a:spcBef>
                <a:spcPct val="30000"/>
              </a:spcBef>
              <a:defRPr sz="12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Calibri" panose="020F0502020204030204" pitchFamily="34" charset="0"/>
                <a:ea typeface="宋体" panose="02010600030101010101" pitchFamily="2" charset="-122"/>
              </a:defRPr>
            </a:lvl9pPr>
          </a:lstStyle>
          <a:p>
            <a:pPr>
              <a:spcBef>
                <a:spcPct val="0"/>
              </a:spcBef>
            </a:pPr>
            <a:fld id="{67FFCD58-ECFE-44BF-BA2C-E3CB8BE179AC}" type="slidenum">
              <a:rPr lang="en-US" altLang="zh-CN" smtClean="0">
                <a:latin typeface="Arial" panose="020B0604020202020204" pitchFamily="34" charset="0"/>
              </a:rPr>
              <a:pPr>
                <a:spcBef>
                  <a:spcPct val="0"/>
                </a:spcBef>
              </a:pPr>
              <a:t>27</a:t>
            </a:fld>
            <a:endParaRPr lang="en-US" altLang="zh-CN">
              <a:latin typeface="Arial" panose="020B0604020202020204" pitchFamily="34" charset="0"/>
            </a:endParaRPr>
          </a:p>
        </p:txBody>
      </p:sp>
      <p:sp>
        <p:nvSpPr>
          <p:cNvPr id="2" name="日期占位符 1">
            <a:extLst>
              <a:ext uri="{FF2B5EF4-FFF2-40B4-BE49-F238E27FC236}">
                <a16:creationId xmlns:a16="http://schemas.microsoft.com/office/drawing/2014/main" id="{D7ED114B-F418-8C5F-6C6C-DB9CECBB81B1}"/>
              </a:ext>
            </a:extLst>
          </p:cNvPr>
          <p:cNvSpPr>
            <a:spLocks noGrp="1"/>
          </p:cNvSpPr>
          <p:nvPr>
            <p:ph type="dt" idx="1"/>
          </p:nvPr>
        </p:nvSpPr>
        <p:spPr/>
        <p:txBody>
          <a:bodyPr/>
          <a:lstStyle/>
          <a:p>
            <a:pPr>
              <a:defRPr/>
            </a:pPr>
            <a:fld id="{318430BD-990C-4960-B951-3725374139FC}" type="datetime1">
              <a:rPr lang="en-US" altLang="zh-CN" smtClean="0"/>
              <a:t>4/8/2026</a:t>
            </a:fld>
            <a:endParaRPr lang="en-US"/>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250" name="幻灯片图像占位符 1">
            <a:extLst>
              <a:ext uri="{FF2B5EF4-FFF2-40B4-BE49-F238E27FC236}">
                <a16:creationId xmlns:a16="http://schemas.microsoft.com/office/drawing/2014/main" id="{AAC1FE30-D008-E458-7ECA-9DBE6622AAAB}"/>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53251" name="备注占位符 2">
            <a:extLst>
              <a:ext uri="{FF2B5EF4-FFF2-40B4-BE49-F238E27FC236}">
                <a16:creationId xmlns:a16="http://schemas.microsoft.com/office/drawing/2014/main" id="{5215403E-5E83-84FA-B889-8A5F0C68CD08}"/>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en-US" altLang="zh-CN" dirty="0"/>
          </a:p>
        </p:txBody>
      </p:sp>
      <p:sp>
        <p:nvSpPr>
          <p:cNvPr id="53252" name="灯片编号占位符 3">
            <a:extLst>
              <a:ext uri="{FF2B5EF4-FFF2-40B4-BE49-F238E27FC236}">
                <a16:creationId xmlns:a16="http://schemas.microsoft.com/office/drawing/2014/main" id="{32AB99C7-05CD-0F27-67E7-8DC066FE2337}"/>
              </a:ext>
            </a:extLst>
          </p:cNvPr>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Calibri" panose="020F0502020204030204" pitchFamily="34" charset="0"/>
                <a:ea typeface="宋体" panose="02010600030101010101" pitchFamily="2" charset="-122"/>
              </a:defRPr>
            </a:lvl1pPr>
            <a:lvl2pPr marL="742950" indent="-285750">
              <a:spcBef>
                <a:spcPct val="30000"/>
              </a:spcBef>
              <a:defRPr sz="1200">
                <a:solidFill>
                  <a:schemeClr val="tx1"/>
                </a:solidFill>
                <a:latin typeface="Calibri" panose="020F0502020204030204" pitchFamily="34" charset="0"/>
                <a:ea typeface="宋体" panose="02010600030101010101" pitchFamily="2" charset="-122"/>
              </a:defRPr>
            </a:lvl2pPr>
            <a:lvl3pPr marL="1143000" indent="-228600">
              <a:spcBef>
                <a:spcPct val="30000"/>
              </a:spcBef>
              <a:defRPr sz="1200">
                <a:solidFill>
                  <a:schemeClr val="tx1"/>
                </a:solidFill>
                <a:latin typeface="Calibri" panose="020F0502020204030204" pitchFamily="34" charset="0"/>
                <a:ea typeface="宋体" panose="02010600030101010101" pitchFamily="2" charset="-122"/>
              </a:defRPr>
            </a:lvl3pPr>
            <a:lvl4pPr marL="1600200" indent="-228600">
              <a:spcBef>
                <a:spcPct val="30000"/>
              </a:spcBef>
              <a:defRPr sz="1200">
                <a:solidFill>
                  <a:schemeClr val="tx1"/>
                </a:solidFill>
                <a:latin typeface="Calibri" panose="020F0502020204030204" pitchFamily="34" charset="0"/>
                <a:ea typeface="宋体" panose="02010600030101010101" pitchFamily="2" charset="-122"/>
              </a:defRPr>
            </a:lvl4pPr>
            <a:lvl5pPr marL="2057400" indent="-228600">
              <a:spcBef>
                <a:spcPct val="30000"/>
              </a:spcBef>
              <a:defRPr sz="12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Calibri" panose="020F0502020204030204" pitchFamily="34" charset="0"/>
                <a:ea typeface="宋体" panose="02010600030101010101" pitchFamily="2" charset="-122"/>
              </a:defRPr>
            </a:lvl9pPr>
          </a:lstStyle>
          <a:p>
            <a:pPr>
              <a:spcBef>
                <a:spcPct val="0"/>
              </a:spcBef>
            </a:pPr>
            <a:fld id="{7259F165-4435-4E60-8561-6C77FAF0FA29}" type="slidenum">
              <a:rPr lang="en-US" altLang="zh-CN" smtClean="0">
                <a:latin typeface="Arial" panose="020B0604020202020204" pitchFamily="34" charset="0"/>
              </a:rPr>
              <a:pPr>
                <a:spcBef>
                  <a:spcPct val="0"/>
                </a:spcBef>
              </a:pPr>
              <a:t>28</a:t>
            </a:fld>
            <a:endParaRPr lang="en-US" altLang="zh-CN">
              <a:latin typeface="Arial" panose="020B0604020202020204" pitchFamily="34" charset="0"/>
            </a:endParaRPr>
          </a:p>
        </p:txBody>
      </p:sp>
      <p:sp>
        <p:nvSpPr>
          <p:cNvPr id="2" name="日期占位符 1">
            <a:extLst>
              <a:ext uri="{FF2B5EF4-FFF2-40B4-BE49-F238E27FC236}">
                <a16:creationId xmlns:a16="http://schemas.microsoft.com/office/drawing/2014/main" id="{9621829A-036E-4A28-4D5E-337CD8A825C3}"/>
              </a:ext>
            </a:extLst>
          </p:cNvPr>
          <p:cNvSpPr>
            <a:spLocks noGrp="1"/>
          </p:cNvSpPr>
          <p:nvPr>
            <p:ph type="dt" idx="1"/>
          </p:nvPr>
        </p:nvSpPr>
        <p:spPr/>
        <p:txBody>
          <a:bodyPr/>
          <a:lstStyle/>
          <a:p>
            <a:pPr>
              <a:defRPr/>
            </a:pPr>
            <a:fld id="{F93AEE2B-3ED3-447A-81B2-0A1801B4ED9D}" type="datetime1">
              <a:rPr lang="en-US" altLang="zh-CN" smtClean="0"/>
              <a:t>4/8/2026</a:t>
            </a:fld>
            <a:endParaRPr lang="en-US"/>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298" name="幻灯片图像占位符 1">
            <a:extLst>
              <a:ext uri="{FF2B5EF4-FFF2-40B4-BE49-F238E27FC236}">
                <a16:creationId xmlns:a16="http://schemas.microsoft.com/office/drawing/2014/main" id="{79E3DC70-FEA3-2B64-6D4D-33AA25DFFB11}"/>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55299" name="备注占位符 2">
            <a:extLst>
              <a:ext uri="{FF2B5EF4-FFF2-40B4-BE49-F238E27FC236}">
                <a16:creationId xmlns:a16="http://schemas.microsoft.com/office/drawing/2014/main" id="{12181B7C-3A93-A346-FDA4-DC3D0C89A17D}"/>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endParaRPr lang="en-US" altLang="zh-CN" dirty="0"/>
          </a:p>
        </p:txBody>
      </p:sp>
      <p:sp>
        <p:nvSpPr>
          <p:cNvPr id="55300" name="灯片编号占位符 3">
            <a:extLst>
              <a:ext uri="{FF2B5EF4-FFF2-40B4-BE49-F238E27FC236}">
                <a16:creationId xmlns:a16="http://schemas.microsoft.com/office/drawing/2014/main" id="{1D314D66-8DDC-FBA3-DC62-DAB0C9F094C3}"/>
              </a:ext>
            </a:extLst>
          </p:cNvPr>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Calibri" panose="020F0502020204030204" pitchFamily="34" charset="0"/>
                <a:ea typeface="宋体" panose="02010600030101010101" pitchFamily="2" charset="-122"/>
              </a:defRPr>
            </a:lvl1pPr>
            <a:lvl2pPr marL="742950" indent="-285750">
              <a:spcBef>
                <a:spcPct val="30000"/>
              </a:spcBef>
              <a:defRPr sz="1200">
                <a:solidFill>
                  <a:schemeClr val="tx1"/>
                </a:solidFill>
                <a:latin typeface="Calibri" panose="020F0502020204030204" pitchFamily="34" charset="0"/>
                <a:ea typeface="宋体" panose="02010600030101010101" pitchFamily="2" charset="-122"/>
              </a:defRPr>
            </a:lvl2pPr>
            <a:lvl3pPr marL="1143000" indent="-228600">
              <a:spcBef>
                <a:spcPct val="30000"/>
              </a:spcBef>
              <a:defRPr sz="1200">
                <a:solidFill>
                  <a:schemeClr val="tx1"/>
                </a:solidFill>
                <a:latin typeface="Calibri" panose="020F0502020204030204" pitchFamily="34" charset="0"/>
                <a:ea typeface="宋体" panose="02010600030101010101" pitchFamily="2" charset="-122"/>
              </a:defRPr>
            </a:lvl3pPr>
            <a:lvl4pPr marL="1600200" indent="-228600">
              <a:spcBef>
                <a:spcPct val="30000"/>
              </a:spcBef>
              <a:defRPr sz="1200">
                <a:solidFill>
                  <a:schemeClr val="tx1"/>
                </a:solidFill>
                <a:latin typeface="Calibri" panose="020F0502020204030204" pitchFamily="34" charset="0"/>
                <a:ea typeface="宋体" panose="02010600030101010101" pitchFamily="2" charset="-122"/>
              </a:defRPr>
            </a:lvl4pPr>
            <a:lvl5pPr marL="2057400" indent="-228600">
              <a:spcBef>
                <a:spcPct val="30000"/>
              </a:spcBef>
              <a:defRPr sz="12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Calibri" panose="020F0502020204030204" pitchFamily="34" charset="0"/>
                <a:ea typeface="宋体" panose="02010600030101010101" pitchFamily="2" charset="-122"/>
              </a:defRPr>
            </a:lvl9pPr>
          </a:lstStyle>
          <a:p>
            <a:pPr>
              <a:spcBef>
                <a:spcPct val="0"/>
              </a:spcBef>
            </a:pPr>
            <a:fld id="{058691AF-7064-48B5-8D23-B45298977491}" type="slidenum">
              <a:rPr lang="en-US" altLang="zh-CN" smtClean="0">
                <a:latin typeface="Arial" panose="020B0604020202020204" pitchFamily="34" charset="0"/>
              </a:rPr>
              <a:pPr>
                <a:spcBef>
                  <a:spcPct val="0"/>
                </a:spcBef>
              </a:pPr>
              <a:t>29</a:t>
            </a:fld>
            <a:endParaRPr lang="en-US" altLang="zh-CN">
              <a:latin typeface="Arial" panose="020B0604020202020204" pitchFamily="34" charset="0"/>
            </a:endParaRPr>
          </a:p>
        </p:txBody>
      </p:sp>
      <p:sp>
        <p:nvSpPr>
          <p:cNvPr id="2" name="日期占位符 1">
            <a:extLst>
              <a:ext uri="{FF2B5EF4-FFF2-40B4-BE49-F238E27FC236}">
                <a16:creationId xmlns:a16="http://schemas.microsoft.com/office/drawing/2014/main" id="{0BF621E7-A3B1-BA05-23A4-F091035ADB9F}"/>
              </a:ext>
            </a:extLst>
          </p:cNvPr>
          <p:cNvSpPr>
            <a:spLocks noGrp="1"/>
          </p:cNvSpPr>
          <p:nvPr>
            <p:ph type="dt" idx="1"/>
          </p:nvPr>
        </p:nvSpPr>
        <p:spPr/>
        <p:txBody>
          <a:bodyPr/>
          <a:lstStyle/>
          <a:p>
            <a:pPr>
              <a:defRPr/>
            </a:pPr>
            <a:fld id="{B9680960-C4F0-4A4A-AE64-78D3E8605991}" type="datetime1">
              <a:rPr lang="en-US" altLang="zh-CN" smtClean="0"/>
              <a:t>4/8/2026</a:t>
            </a:fld>
            <a:endParaRPr 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685800" y="2130425"/>
            <a:ext cx="7772400" cy="1470025"/>
          </a:xfrm>
        </p:spPr>
        <p:txBody>
          <a:bodyPr/>
          <a:lstStyle/>
          <a:p>
            <a:r>
              <a:rPr lang="zh-CN" altLang="en-US"/>
              <a:t>单击此处编辑母版标题样式</a:t>
            </a:r>
            <a:endParaRPr lang="en-US"/>
          </a:p>
        </p:txBody>
      </p:sp>
      <p:sp>
        <p:nvSpPr>
          <p:cNvPr id="3" name="副标题 2"/>
          <p:cNvSpPr>
            <a:spLocks noGrp="1"/>
          </p:cNvSpPr>
          <p:nvPr>
            <p:ph type="subTitle" idx="1"/>
          </p:nvPr>
        </p:nvSpPr>
        <p:spPr>
          <a:xfrm>
            <a:off x="1371600" y="3886200"/>
            <a:ext cx="6400800" cy="1752600"/>
          </a:xfr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zh-CN" altLang="en-US"/>
              <a:t>单击此处编辑母版副标题样式</a:t>
            </a:r>
            <a:endParaRPr lang="en-US"/>
          </a:p>
        </p:txBody>
      </p:sp>
      <p:sp>
        <p:nvSpPr>
          <p:cNvPr id="4" name="Rectangle 4">
            <a:extLst>
              <a:ext uri="{FF2B5EF4-FFF2-40B4-BE49-F238E27FC236}">
                <a16:creationId xmlns:a16="http://schemas.microsoft.com/office/drawing/2014/main" id="{1C25517D-35CD-3596-7FFE-9A99121CB620}"/>
              </a:ext>
            </a:extLst>
          </p:cNvPr>
          <p:cNvSpPr>
            <a:spLocks noGrp="1" noChangeArrowheads="1"/>
          </p:cNvSpPr>
          <p:nvPr>
            <p:ph type="dt" sz="half" idx="10"/>
          </p:nvPr>
        </p:nvSpPr>
        <p:spPr>
          <a:ln/>
        </p:spPr>
        <p:txBody>
          <a:bodyPr/>
          <a:lstStyle>
            <a:lvl1pPr>
              <a:defRPr/>
            </a:lvl1pPr>
          </a:lstStyle>
          <a:p>
            <a:pPr>
              <a:defRPr/>
            </a:pPr>
            <a:endParaRPr lang="en-US" altLang="zh-CN"/>
          </a:p>
        </p:txBody>
      </p:sp>
      <p:sp>
        <p:nvSpPr>
          <p:cNvPr id="5" name="Rectangle 5">
            <a:extLst>
              <a:ext uri="{FF2B5EF4-FFF2-40B4-BE49-F238E27FC236}">
                <a16:creationId xmlns:a16="http://schemas.microsoft.com/office/drawing/2014/main" id="{59B328E9-4DA9-EA95-0BEA-D7EDE6136416}"/>
              </a:ext>
            </a:extLst>
          </p:cNvPr>
          <p:cNvSpPr>
            <a:spLocks noGrp="1" noChangeArrowheads="1"/>
          </p:cNvSpPr>
          <p:nvPr>
            <p:ph type="ftr" sz="quarter" idx="11"/>
          </p:nvPr>
        </p:nvSpPr>
        <p:spPr>
          <a:ln/>
        </p:spPr>
        <p:txBody>
          <a:bodyPr/>
          <a:lstStyle>
            <a:lvl1pPr>
              <a:defRPr/>
            </a:lvl1pPr>
          </a:lstStyle>
          <a:p>
            <a:pPr>
              <a:defRPr/>
            </a:pPr>
            <a:endParaRPr lang="en-US" altLang="zh-CN"/>
          </a:p>
        </p:txBody>
      </p:sp>
      <p:sp>
        <p:nvSpPr>
          <p:cNvPr id="6" name="Rectangle 6">
            <a:extLst>
              <a:ext uri="{FF2B5EF4-FFF2-40B4-BE49-F238E27FC236}">
                <a16:creationId xmlns:a16="http://schemas.microsoft.com/office/drawing/2014/main" id="{E8367E7D-D542-9CAC-C1F6-D1FC28698CF7}"/>
              </a:ext>
            </a:extLst>
          </p:cNvPr>
          <p:cNvSpPr>
            <a:spLocks noGrp="1" noChangeArrowheads="1"/>
          </p:cNvSpPr>
          <p:nvPr>
            <p:ph type="sldNum" sz="quarter" idx="12"/>
          </p:nvPr>
        </p:nvSpPr>
        <p:spPr>
          <a:ln/>
        </p:spPr>
        <p:txBody>
          <a:bodyPr/>
          <a:lstStyle>
            <a:lvl1pPr>
              <a:defRPr/>
            </a:lvl1pPr>
          </a:lstStyle>
          <a:p>
            <a:pPr>
              <a:defRPr/>
            </a:pPr>
            <a:fld id="{7B4D99E1-7FD4-4795-ACEC-FE4CA0F27EE3}" type="slidenum">
              <a:rPr lang="en-US" altLang="zh-CN"/>
              <a:pPr>
                <a:defRPr/>
              </a:pPr>
              <a:t>‹#›</a:t>
            </a:fld>
            <a:endParaRPr lang="en-US" altLang="zh-CN"/>
          </a:p>
        </p:txBody>
      </p:sp>
    </p:spTree>
    <p:extLst>
      <p:ext uri="{BB962C8B-B14F-4D97-AF65-F5344CB8AC3E}">
        <p14:creationId xmlns:p14="http://schemas.microsoft.com/office/powerpoint/2010/main" val="28687331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en-US"/>
          </a:p>
        </p:txBody>
      </p:sp>
      <p:sp>
        <p:nvSpPr>
          <p:cNvPr id="3" name="内容占位符 2"/>
          <p:cNvSpPr>
            <a:spLocks noGrp="1"/>
          </p:cNvSpPr>
          <p:nvPr>
            <p:ph idx="1"/>
          </p:nvPr>
        </p:nvSpPr>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a:p>
        </p:txBody>
      </p:sp>
      <p:sp>
        <p:nvSpPr>
          <p:cNvPr id="4" name="Rectangle 4">
            <a:extLst>
              <a:ext uri="{FF2B5EF4-FFF2-40B4-BE49-F238E27FC236}">
                <a16:creationId xmlns:a16="http://schemas.microsoft.com/office/drawing/2014/main" id="{7F3D2B88-E37F-3A1B-AAF4-E3AE39CA8174}"/>
              </a:ext>
            </a:extLst>
          </p:cNvPr>
          <p:cNvSpPr>
            <a:spLocks noGrp="1" noChangeArrowheads="1"/>
          </p:cNvSpPr>
          <p:nvPr>
            <p:ph type="dt" sz="half" idx="10"/>
          </p:nvPr>
        </p:nvSpPr>
        <p:spPr>
          <a:ln/>
        </p:spPr>
        <p:txBody>
          <a:bodyPr/>
          <a:lstStyle>
            <a:lvl1pPr>
              <a:defRPr/>
            </a:lvl1pPr>
          </a:lstStyle>
          <a:p>
            <a:pPr>
              <a:defRPr/>
            </a:pPr>
            <a:endParaRPr lang="en-US" altLang="zh-CN"/>
          </a:p>
        </p:txBody>
      </p:sp>
      <p:sp>
        <p:nvSpPr>
          <p:cNvPr id="5" name="Rectangle 5">
            <a:extLst>
              <a:ext uri="{FF2B5EF4-FFF2-40B4-BE49-F238E27FC236}">
                <a16:creationId xmlns:a16="http://schemas.microsoft.com/office/drawing/2014/main" id="{6BF0F311-801A-E8E1-91FB-E0CAE412856C}"/>
              </a:ext>
            </a:extLst>
          </p:cNvPr>
          <p:cNvSpPr>
            <a:spLocks noGrp="1" noChangeArrowheads="1"/>
          </p:cNvSpPr>
          <p:nvPr>
            <p:ph type="ftr" sz="quarter" idx="11"/>
          </p:nvPr>
        </p:nvSpPr>
        <p:spPr>
          <a:ln/>
        </p:spPr>
        <p:txBody>
          <a:bodyPr/>
          <a:lstStyle>
            <a:lvl1pPr>
              <a:defRPr/>
            </a:lvl1pPr>
          </a:lstStyle>
          <a:p>
            <a:pPr>
              <a:defRPr/>
            </a:pPr>
            <a:endParaRPr lang="en-US" altLang="zh-CN"/>
          </a:p>
        </p:txBody>
      </p:sp>
      <p:sp>
        <p:nvSpPr>
          <p:cNvPr id="6" name="Rectangle 6">
            <a:extLst>
              <a:ext uri="{FF2B5EF4-FFF2-40B4-BE49-F238E27FC236}">
                <a16:creationId xmlns:a16="http://schemas.microsoft.com/office/drawing/2014/main" id="{6D04CD9F-727B-03A3-99D7-E4701692A050}"/>
              </a:ext>
            </a:extLst>
          </p:cNvPr>
          <p:cNvSpPr>
            <a:spLocks noGrp="1" noChangeArrowheads="1"/>
          </p:cNvSpPr>
          <p:nvPr>
            <p:ph type="sldNum" sz="quarter" idx="12"/>
          </p:nvPr>
        </p:nvSpPr>
        <p:spPr>
          <a:ln/>
        </p:spPr>
        <p:txBody>
          <a:bodyPr/>
          <a:lstStyle>
            <a:lvl1pPr>
              <a:defRPr/>
            </a:lvl1pPr>
          </a:lstStyle>
          <a:p>
            <a:pPr>
              <a:defRPr/>
            </a:pPr>
            <a:fld id="{686A63BB-6A6C-4A9B-A499-BE999D69DAFE}" type="slidenum">
              <a:rPr lang="en-US" altLang="zh-CN"/>
              <a:pPr>
                <a:defRPr/>
              </a:pPr>
              <a:t>‹#›</a:t>
            </a:fld>
            <a:endParaRPr lang="en-US" altLang="zh-CN"/>
          </a:p>
        </p:txBody>
      </p:sp>
    </p:spTree>
    <p:extLst>
      <p:ext uri="{BB962C8B-B14F-4D97-AF65-F5344CB8AC3E}">
        <p14:creationId xmlns:p14="http://schemas.microsoft.com/office/powerpoint/2010/main" val="28224896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722313" y="4406900"/>
            <a:ext cx="7772400" cy="1362075"/>
          </a:xfrm>
        </p:spPr>
        <p:txBody>
          <a:bodyPr anchor="t"/>
          <a:lstStyle>
            <a:lvl1pPr algn="l">
              <a:defRPr sz="4000" b="1" cap="all"/>
            </a:lvl1pPr>
          </a:lstStyle>
          <a:p>
            <a:r>
              <a:rPr lang="zh-CN" altLang="en-US"/>
              <a:t>单击此处编辑母版标题样式</a:t>
            </a:r>
            <a:endParaRPr lang="en-US"/>
          </a:p>
        </p:txBody>
      </p:sp>
      <p:sp>
        <p:nvSpPr>
          <p:cNvPr id="3" name="文本占位符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zh-CN" altLang="en-US"/>
              <a:t>单击此处编辑母版文本样式</a:t>
            </a:r>
          </a:p>
        </p:txBody>
      </p:sp>
      <p:sp>
        <p:nvSpPr>
          <p:cNvPr id="4" name="Rectangle 4">
            <a:extLst>
              <a:ext uri="{FF2B5EF4-FFF2-40B4-BE49-F238E27FC236}">
                <a16:creationId xmlns:a16="http://schemas.microsoft.com/office/drawing/2014/main" id="{4237BD64-0DCC-69FB-6A46-A8115FBE23E3}"/>
              </a:ext>
            </a:extLst>
          </p:cNvPr>
          <p:cNvSpPr>
            <a:spLocks noGrp="1" noChangeArrowheads="1"/>
          </p:cNvSpPr>
          <p:nvPr>
            <p:ph type="dt" sz="half" idx="10"/>
          </p:nvPr>
        </p:nvSpPr>
        <p:spPr>
          <a:ln/>
        </p:spPr>
        <p:txBody>
          <a:bodyPr/>
          <a:lstStyle>
            <a:lvl1pPr>
              <a:defRPr/>
            </a:lvl1pPr>
          </a:lstStyle>
          <a:p>
            <a:pPr>
              <a:defRPr/>
            </a:pPr>
            <a:endParaRPr lang="en-US" altLang="zh-CN"/>
          </a:p>
        </p:txBody>
      </p:sp>
      <p:sp>
        <p:nvSpPr>
          <p:cNvPr id="5" name="Rectangle 5">
            <a:extLst>
              <a:ext uri="{FF2B5EF4-FFF2-40B4-BE49-F238E27FC236}">
                <a16:creationId xmlns:a16="http://schemas.microsoft.com/office/drawing/2014/main" id="{4CCF336C-6533-F1FD-71AA-B34B3B410403}"/>
              </a:ext>
            </a:extLst>
          </p:cNvPr>
          <p:cNvSpPr>
            <a:spLocks noGrp="1" noChangeArrowheads="1"/>
          </p:cNvSpPr>
          <p:nvPr>
            <p:ph type="ftr" sz="quarter" idx="11"/>
          </p:nvPr>
        </p:nvSpPr>
        <p:spPr>
          <a:ln/>
        </p:spPr>
        <p:txBody>
          <a:bodyPr/>
          <a:lstStyle>
            <a:lvl1pPr>
              <a:defRPr/>
            </a:lvl1pPr>
          </a:lstStyle>
          <a:p>
            <a:pPr>
              <a:defRPr/>
            </a:pPr>
            <a:endParaRPr lang="en-US" altLang="zh-CN"/>
          </a:p>
        </p:txBody>
      </p:sp>
      <p:sp>
        <p:nvSpPr>
          <p:cNvPr id="6" name="Rectangle 6">
            <a:extLst>
              <a:ext uri="{FF2B5EF4-FFF2-40B4-BE49-F238E27FC236}">
                <a16:creationId xmlns:a16="http://schemas.microsoft.com/office/drawing/2014/main" id="{90A1DF90-1B93-85C9-4B67-049B1EB5D0B2}"/>
              </a:ext>
            </a:extLst>
          </p:cNvPr>
          <p:cNvSpPr>
            <a:spLocks noGrp="1" noChangeArrowheads="1"/>
          </p:cNvSpPr>
          <p:nvPr>
            <p:ph type="sldNum" sz="quarter" idx="12"/>
          </p:nvPr>
        </p:nvSpPr>
        <p:spPr>
          <a:ln/>
        </p:spPr>
        <p:txBody>
          <a:bodyPr/>
          <a:lstStyle>
            <a:lvl1pPr>
              <a:defRPr/>
            </a:lvl1pPr>
          </a:lstStyle>
          <a:p>
            <a:pPr>
              <a:defRPr/>
            </a:pPr>
            <a:fld id="{74EAFC60-308E-4D51-9100-70F2C0B1528D}" type="slidenum">
              <a:rPr lang="en-US" altLang="zh-CN"/>
              <a:pPr>
                <a:defRPr/>
              </a:pPr>
              <a:t>‹#›</a:t>
            </a:fld>
            <a:endParaRPr lang="en-US" altLang="zh-CN"/>
          </a:p>
        </p:txBody>
      </p:sp>
    </p:spTree>
    <p:extLst>
      <p:ext uri="{BB962C8B-B14F-4D97-AF65-F5344CB8AC3E}">
        <p14:creationId xmlns:p14="http://schemas.microsoft.com/office/powerpoint/2010/main" val="154736780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en-US"/>
          </a:p>
        </p:txBody>
      </p:sp>
      <p:sp>
        <p:nvSpPr>
          <p:cNvPr id="3" name="内容占位符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a:p>
        </p:txBody>
      </p:sp>
      <p:sp>
        <p:nvSpPr>
          <p:cNvPr id="4" name="内容占位符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a:p>
        </p:txBody>
      </p:sp>
      <p:sp>
        <p:nvSpPr>
          <p:cNvPr id="5" name="Rectangle 4">
            <a:extLst>
              <a:ext uri="{FF2B5EF4-FFF2-40B4-BE49-F238E27FC236}">
                <a16:creationId xmlns:a16="http://schemas.microsoft.com/office/drawing/2014/main" id="{7494B734-9047-6DDA-CFC7-32CF8A1BD82B}"/>
              </a:ext>
            </a:extLst>
          </p:cNvPr>
          <p:cNvSpPr>
            <a:spLocks noGrp="1" noChangeArrowheads="1"/>
          </p:cNvSpPr>
          <p:nvPr>
            <p:ph type="dt" sz="half" idx="10"/>
          </p:nvPr>
        </p:nvSpPr>
        <p:spPr>
          <a:ln/>
        </p:spPr>
        <p:txBody>
          <a:bodyPr/>
          <a:lstStyle>
            <a:lvl1pPr>
              <a:defRPr/>
            </a:lvl1pPr>
          </a:lstStyle>
          <a:p>
            <a:pPr>
              <a:defRPr/>
            </a:pPr>
            <a:endParaRPr lang="en-US" altLang="zh-CN"/>
          </a:p>
        </p:txBody>
      </p:sp>
      <p:sp>
        <p:nvSpPr>
          <p:cNvPr id="6" name="Rectangle 5">
            <a:extLst>
              <a:ext uri="{FF2B5EF4-FFF2-40B4-BE49-F238E27FC236}">
                <a16:creationId xmlns:a16="http://schemas.microsoft.com/office/drawing/2014/main" id="{D1E6F2E2-6144-9CBD-58D1-77D4EE68F6AA}"/>
              </a:ext>
            </a:extLst>
          </p:cNvPr>
          <p:cNvSpPr>
            <a:spLocks noGrp="1" noChangeArrowheads="1"/>
          </p:cNvSpPr>
          <p:nvPr>
            <p:ph type="ftr" sz="quarter" idx="11"/>
          </p:nvPr>
        </p:nvSpPr>
        <p:spPr>
          <a:ln/>
        </p:spPr>
        <p:txBody>
          <a:bodyPr/>
          <a:lstStyle>
            <a:lvl1pPr>
              <a:defRPr/>
            </a:lvl1pPr>
          </a:lstStyle>
          <a:p>
            <a:pPr>
              <a:defRPr/>
            </a:pPr>
            <a:endParaRPr lang="en-US" altLang="zh-CN"/>
          </a:p>
        </p:txBody>
      </p:sp>
      <p:sp>
        <p:nvSpPr>
          <p:cNvPr id="7" name="Rectangle 6">
            <a:extLst>
              <a:ext uri="{FF2B5EF4-FFF2-40B4-BE49-F238E27FC236}">
                <a16:creationId xmlns:a16="http://schemas.microsoft.com/office/drawing/2014/main" id="{997EEB67-B91A-7A13-B339-1E8290DA8596}"/>
              </a:ext>
            </a:extLst>
          </p:cNvPr>
          <p:cNvSpPr>
            <a:spLocks noGrp="1" noChangeArrowheads="1"/>
          </p:cNvSpPr>
          <p:nvPr>
            <p:ph type="sldNum" sz="quarter" idx="12"/>
          </p:nvPr>
        </p:nvSpPr>
        <p:spPr>
          <a:ln/>
        </p:spPr>
        <p:txBody>
          <a:bodyPr/>
          <a:lstStyle>
            <a:lvl1pPr>
              <a:defRPr/>
            </a:lvl1pPr>
          </a:lstStyle>
          <a:p>
            <a:pPr>
              <a:defRPr/>
            </a:pPr>
            <a:fld id="{EC2C4651-EE9A-41C8-9C8C-7712FD41BBA4}" type="slidenum">
              <a:rPr lang="en-US" altLang="zh-CN"/>
              <a:pPr>
                <a:defRPr/>
              </a:pPr>
              <a:t>‹#›</a:t>
            </a:fld>
            <a:endParaRPr lang="en-US" altLang="zh-CN"/>
          </a:p>
        </p:txBody>
      </p:sp>
    </p:spTree>
    <p:extLst>
      <p:ext uri="{BB962C8B-B14F-4D97-AF65-F5344CB8AC3E}">
        <p14:creationId xmlns:p14="http://schemas.microsoft.com/office/powerpoint/2010/main" val="1231380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lvl1pPr>
              <a:defRPr/>
            </a:lvl1pPr>
          </a:lstStyle>
          <a:p>
            <a:r>
              <a:rPr lang="zh-CN" altLang="en-US"/>
              <a:t>单击此处编辑母版标题样式</a:t>
            </a:r>
            <a:endParaRPr lang="en-US"/>
          </a:p>
        </p:txBody>
      </p:sp>
      <p:sp>
        <p:nvSpPr>
          <p:cNvPr id="3" name="文本占位符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内容占位符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a:p>
        </p:txBody>
      </p:sp>
      <p:sp>
        <p:nvSpPr>
          <p:cNvPr id="5" name="文本占位符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内容占位符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a:p>
        </p:txBody>
      </p:sp>
      <p:sp>
        <p:nvSpPr>
          <p:cNvPr id="7" name="Rectangle 4">
            <a:extLst>
              <a:ext uri="{FF2B5EF4-FFF2-40B4-BE49-F238E27FC236}">
                <a16:creationId xmlns:a16="http://schemas.microsoft.com/office/drawing/2014/main" id="{30563ABB-08AF-CE58-FB29-41675538C540}"/>
              </a:ext>
            </a:extLst>
          </p:cNvPr>
          <p:cNvSpPr>
            <a:spLocks noGrp="1" noChangeArrowheads="1"/>
          </p:cNvSpPr>
          <p:nvPr>
            <p:ph type="dt" sz="half" idx="10"/>
          </p:nvPr>
        </p:nvSpPr>
        <p:spPr>
          <a:ln/>
        </p:spPr>
        <p:txBody>
          <a:bodyPr/>
          <a:lstStyle>
            <a:lvl1pPr>
              <a:defRPr/>
            </a:lvl1pPr>
          </a:lstStyle>
          <a:p>
            <a:pPr>
              <a:defRPr/>
            </a:pPr>
            <a:endParaRPr lang="en-US" altLang="zh-CN"/>
          </a:p>
        </p:txBody>
      </p:sp>
      <p:sp>
        <p:nvSpPr>
          <p:cNvPr id="8" name="Rectangle 5">
            <a:extLst>
              <a:ext uri="{FF2B5EF4-FFF2-40B4-BE49-F238E27FC236}">
                <a16:creationId xmlns:a16="http://schemas.microsoft.com/office/drawing/2014/main" id="{AF52F20E-12C3-4801-9E4E-0C5C4E9EEC18}"/>
              </a:ext>
            </a:extLst>
          </p:cNvPr>
          <p:cNvSpPr>
            <a:spLocks noGrp="1" noChangeArrowheads="1"/>
          </p:cNvSpPr>
          <p:nvPr>
            <p:ph type="ftr" sz="quarter" idx="11"/>
          </p:nvPr>
        </p:nvSpPr>
        <p:spPr>
          <a:ln/>
        </p:spPr>
        <p:txBody>
          <a:bodyPr/>
          <a:lstStyle>
            <a:lvl1pPr>
              <a:defRPr/>
            </a:lvl1pPr>
          </a:lstStyle>
          <a:p>
            <a:pPr>
              <a:defRPr/>
            </a:pPr>
            <a:endParaRPr lang="en-US" altLang="zh-CN"/>
          </a:p>
        </p:txBody>
      </p:sp>
      <p:sp>
        <p:nvSpPr>
          <p:cNvPr id="9" name="Rectangle 6">
            <a:extLst>
              <a:ext uri="{FF2B5EF4-FFF2-40B4-BE49-F238E27FC236}">
                <a16:creationId xmlns:a16="http://schemas.microsoft.com/office/drawing/2014/main" id="{271759A1-D316-09A3-8ABE-A68DBF66BFDA}"/>
              </a:ext>
            </a:extLst>
          </p:cNvPr>
          <p:cNvSpPr>
            <a:spLocks noGrp="1" noChangeArrowheads="1"/>
          </p:cNvSpPr>
          <p:nvPr>
            <p:ph type="sldNum" sz="quarter" idx="12"/>
          </p:nvPr>
        </p:nvSpPr>
        <p:spPr>
          <a:ln/>
        </p:spPr>
        <p:txBody>
          <a:bodyPr/>
          <a:lstStyle>
            <a:lvl1pPr>
              <a:defRPr/>
            </a:lvl1pPr>
          </a:lstStyle>
          <a:p>
            <a:pPr>
              <a:defRPr/>
            </a:pPr>
            <a:fld id="{7B32713C-2D85-4C9A-982B-03C46F661448}" type="slidenum">
              <a:rPr lang="en-US" altLang="zh-CN"/>
              <a:pPr>
                <a:defRPr/>
              </a:pPr>
              <a:t>‹#›</a:t>
            </a:fld>
            <a:endParaRPr lang="en-US" altLang="zh-CN"/>
          </a:p>
        </p:txBody>
      </p:sp>
    </p:spTree>
    <p:extLst>
      <p:ext uri="{BB962C8B-B14F-4D97-AF65-F5344CB8AC3E}">
        <p14:creationId xmlns:p14="http://schemas.microsoft.com/office/powerpoint/2010/main" val="109219910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en-US"/>
          </a:p>
        </p:txBody>
      </p:sp>
      <p:sp>
        <p:nvSpPr>
          <p:cNvPr id="3" name="Rectangle 4">
            <a:extLst>
              <a:ext uri="{FF2B5EF4-FFF2-40B4-BE49-F238E27FC236}">
                <a16:creationId xmlns:a16="http://schemas.microsoft.com/office/drawing/2014/main" id="{92ACE1C3-7806-C4C7-6300-B199D29F3A7E}"/>
              </a:ext>
            </a:extLst>
          </p:cNvPr>
          <p:cNvSpPr>
            <a:spLocks noGrp="1" noChangeArrowheads="1"/>
          </p:cNvSpPr>
          <p:nvPr>
            <p:ph type="dt" sz="half" idx="10"/>
          </p:nvPr>
        </p:nvSpPr>
        <p:spPr>
          <a:ln/>
        </p:spPr>
        <p:txBody>
          <a:bodyPr/>
          <a:lstStyle>
            <a:lvl1pPr>
              <a:defRPr/>
            </a:lvl1pPr>
          </a:lstStyle>
          <a:p>
            <a:pPr>
              <a:defRPr/>
            </a:pPr>
            <a:endParaRPr lang="en-US" altLang="zh-CN"/>
          </a:p>
        </p:txBody>
      </p:sp>
      <p:sp>
        <p:nvSpPr>
          <p:cNvPr id="4" name="Rectangle 5">
            <a:extLst>
              <a:ext uri="{FF2B5EF4-FFF2-40B4-BE49-F238E27FC236}">
                <a16:creationId xmlns:a16="http://schemas.microsoft.com/office/drawing/2014/main" id="{04D8D6B7-196C-585B-4D28-D9CB1AAF6E7D}"/>
              </a:ext>
            </a:extLst>
          </p:cNvPr>
          <p:cNvSpPr>
            <a:spLocks noGrp="1" noChangeArrowheads="1"/>
          </p:cNvSpPr>
          <p:nvPr>
            <p:ph type="ftr" sz="quarter" idx="11"/>
          </p:nvPr>
        </p:nvSpPr>
        <p:spPr>
          <a:ln/>
        </p:spPr>
        <p:txBody>
          <a:bodyPr/>
          <a:lstStyle>
            <a:lvl1pPr>
              <a:defRPr/>
            </a:lvl1pPr>
          </a:lstStyle>
          <a:p>
            <a:pPr>
              <a:defRPr/>
            </a:pPr>
            <a:endParaRPr lang="en-US" altLang="zh-CN"/>
          </a:p>
        </p:txBody>
      </p:sp>
      <p:sp>
        <p:nvSpPr>
          <p:cNvPr id="5" name="Rectangle 6">
            <a:extLst>
              <a:ext uri="{FF2B5EF4-FFF2-40B4-BE49-F238E27FC236}">
                <a16:creationId xmlns:a16="http://schemas.microsoft.com/office/drawing/2014/main" id="{3777F25A-7603-3840-059F-13B3EB55D72F}"/>
              </a:ext>
            </a:extLst>
          </p:cNvPr>
          <p:cNvSpPr>
            <a:spLocks noGrp="1" noChangeArrowheads="1"/>
          </p:cNvSpPr>
          <p:nvPr>
            <p:ph type="sldNum" sz="quarter" idx="12"/>
          </p:nvPr>
        </p:nvSpPr>
        <p:spPr>
          <a:ln/>
        </p:spPr>
        <p:txBody>
          <a:bodyPr/>
          <a:lstStyle>
            <a:lvl1pPr>
              <a:defRPr/>
            </a:lvl1pPr>
          </a:lstStyle>
          <a:p>
            <a:pPr>
              <a:defRPr/>
            </a:pPr>
            <a:fld id="{A6B1AB70-F00C-435E-B909-30D12E2E7C1C}" type="slidenum">
              <a:rPr lang="en-US" altLang="zh-CN"/>
              <a:pPr>
                <a:defRPr/>
              </a:pPr>
              <a:t>‹#›</a:t>
            </a:fld>
            <a:endParaRPr lang="en-US" altLang="zh-CN"/>
          </a:p>
        </p:txBody>
      </p:sp>
    </p:spTree>
    <p:extLst>
      <p:ext uri="{BB962C8B-B14F-4D97-AF65-F5344CB8AC3E}">
        <p14:creationId xmlns:p14="http://schemas.microsoft.com/office/powerpoint/2010/main" val="340540192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Rectangle 4">
            <a:extLst>
              <a:ext uri="{FF2B5EF4-FFF2-40B4-BE49-F238E27FC236}">
                <a16:creationId xmlns:a16="http://schemas.microsoft.com/office/drawing/2014/main" id="{3B1E8DC6-A8A8-8227-E177-B6DD986D99BE}"/>
              </a:ext>
            </a:extLst>
          </p:cNvPr>
          <p:cNvSpPr>
            <a:spLocks noGrp="1" noChangeArrowheads="1"/>
          </p:cNvSpPr>
          <p:nvPr>
            <p:ph type="dt" sz="half" idx="10"/>
          </p:nvPr>
        </p:nvSpPr>
        <p:spPr>
          <a:ln/>
        </p:spPr>
        <p:txBody>
          <a:bodyPr/>
          <a:lstStyle>
            <a:lvl1pPr>
              <a:defRPr/>
            </a:lvl1pPr>
          </a:lstStyle>
          <a:p>
            <a:pPr>
              <a:defRPr/>
            </a:pPr>
            <a:endParaRPr lang="en-US" altLang="zh-CN"/>
          </a:p>
        </p:txBody>
      </p:sp>
      <p:sp>
        <p:nvSpPr>
          <p:cNvPr id="3" name="Rectangle 5">
            <a:extLst>
              <a:ext uri="{FF2B5EF4-FFF2-40B4-BE49-F238E27FC236}">
                <a16:creationId xmlns:a16="http://schemas.microsoft.com/office/drawing/2014/main" id="{B9D506AD-DFB7-4F0B-8797-89224A768999}"/>
              </a:ext>
            </a:extLst>
          </p:cNvPr>
          <p:cNvSpPr>
            <a:spLocks noGrp="1" noChangeArrowheads="1"/>
          </p:cNvSpPr>
          <p:nvPr>
            <p:ph type="ftr" sz="quarter" idx="11"/>
          </p:nvPr>
        </p:nvSpPr>
        <p:spPr>
          <a:ln/>
        </p:spPr>
        <p:txBody>
          <a:bodyPr/>
          <a:lstStyle>
            <a:lvl1pPr>
              <a:defRPr/>
            </a:lvl1pPr>
          </a:lstStyle>
          <a:p>
            <a:pPr>
              <a:defRPr/>
            </a:pPr>
            <a:endParaRPr lang="en-US" altLang="zh-CN"/>
          </a:p>
        </p:txBody>
      </p:sp>
      <p:sp>
        <p:nvSpPr>
          <p:cNvPr id="4" name="Rectangle 6">
            <a:extLst>
              <a:ext uri="{FF2B5EF4-FFF2-40B4-BE49-F238E27FC236}">
                <a16:creationId xmlns:a16="http://schemas.microsoft.com/office/drawing/2014/main" id="{4E0D4201-5899-E30A-C243-B81119244D4B}"/>
              </a:ext>
            </a:extLst>
          </p:cNvPr>
          <p:cNvSpPr>
            <a:spLocks noGrp="1" noChangeArrowheads="1"/>
          </p:cNvSpPr>
          <p:nvPr>
            <p:ph type="sldNum" sz="quarter" idx="12"/>
          </p:nvPr>
        </p:nvSpPr>
        <p:spPr>
          <a:ln/>
        </p:spPr>
        <p:txBody>
          <a:bodyPr/>
          <a:lstStyle>
            <a:lvl1pPr>
              <a:defRPr/>
            </a:lvl1pPr>
          </a:lstStyle>
          <a:p>
            <a:pPr>
              <a:defRPr/>
            </a:pPr>
            <a:fld id="{6CAA12C8-BF75-48B6-A5EC-55D3B43A026F}" type="slidenum">
              <a:rPr lang="en-US" altLang="zh-CN"/>
              <a:pPr>
                <a:defRPr/>
              </a:pPr>
              <a:t>‹#›</a:t>
            </a:fld>
            <a:endParaRPr lang="en-US" altLang="zh-CN"/>
          </a:p>
        </p:txBody>
      </p:sp>
    </p:spTree>
    <p:extLst>
      <p:ext uri="{BB962C8B-B14F-4D97-AF65-F5344CB8AC3E}">
        <p14:creationId xmlns:p14="http://schemas.microsoft.com/office/powerpoint/2010/main" val="230106349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0" y="273050"/>
            <a:ext cx="3008313" cy="1162050"/>
          </a:xfrm>
        </p:spPr>
        <p:txBody>
          <a:bodyPr anchor="b"/>
          <a:lstStyle>
            <a:lvl1pPr algn="l">
              <a:defRPr sz="2000" b="1"/>
            </a:lvl1pPr>
          </a:lstStyle>
          <a:p>
            <a:r>
              <a:rPr lang="zh-CN" altLang="en-US"/>
              <a:t>单击此处编辑母版标题样式</a:t>
            </a:r>
            <a:endParaRPr lang="en-US"/>
          </a:p>
        </p:txBody>
      </p:sp>
      <p:sp>
        <p:nvSpPr>
          <p:cNvPr id="3" name="内容占位符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a:p>
        </p:txBody>
      </p:sp>
      <p:sp>
        <p:nvSpPr>
          <p:cNvPr id="4" name="文本占位符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p>
        </p:txBody>
      </p:sp>
      <p:sp>
        <p:nvSpPr>
          <p:cNvPr id="5" name="Rectangle 4">
            <a:extLst>
              <a:ext uri="{FF2B5EF4-FFF2-40B4-BE49-F238E27FC236}">
                <a16:creationId xmlns:a16="http://schemas.microsoft.com/office/drawing/2014/main" id="{58E271FA-70E3-8306-DB82-338714932969}"/>
              </a:ext>
            </a:extLst>
          </p:cNvPr>
          <p:cNvSpPr>
            <a:spLocks noGrp="1" noChangeArrowheads="1"/>
          </p:cNvSpPr>
          <p:nvPr>
            <p:ph type="dt" sz="half" idx="10"/>
          </p:nvPr>
        </p:nvSpPr>
        <p:spPr>
          <a:ln/>
        </p:spPr>
        <p:txBody>
          <a:bodyPr/>
          <a:lstStyle>
            <a:lvl1pPr>
              <a:defRPr/>
            </a:lvl1pPr>
          </a:lstStyle>
          <a:p>
            <a:pPr>
              <a:defRPr/>
            </a:pPr>
            <a:endParaRPr lang="en-US" altLang="zh-CN"/>
          </a:p>
        </p:txBody>
      </p:sp>
      <p:sp>
        <p:nvSpPr>
          <p:cNvPr id="6" name="Rectangle 5">
            <a:extLst>
              <a:ext uri="{FF2B5EF4-FFF2-40B4-BE49-F238E27FC236}">
                <a16:creationId xmlns:a16="http://schemas.microsoft.com/office/drawing/2014/main" id="{7027F9DA-7113-01BB-FDD3-506FFBB7ACD3}"/>
              </a:ext>
            </a:extLst>
          </p:cNvPr>
          <p:cNvSpPr>
            <a:spLocks noGrp="1" noChangeArrowheads="1"/>
          </p:cNvSpPr>
          <p:nvPr>
            <p:ph type="ftr" sz="quarter" idx="11"/>
          </p:nvPr>
        </p:nvSpPr>
        <p:spPr>
          <a:ln/>
        </p:spPr>
        <p:txBody>
          <a:bodyPr/>
          <a:lstStyle>
            <a:lvl1pPr>
              <a:defRPr/>
            </a:lvl1pPr>
          </a:lstStyle>
          <a:p>
            <a:pPr>
              <a:defRPr/>
            </a:pPr>
            <a:endParaRPr lang="en-US" altLang="zh-CN"/>
          </a:p>
        </p:txBody>
      </p:sp>
      <p:sp>
        <p:nvSpPr>
          <p:cNvPr id="7" name="Rectangle 6">
            <a:extLst>
              <a:ext uri="{FF2B5EF4-FFF2-40B4-BE49-F238E27FC236}">
                <a16:creationId xmlns:a16="http://schemas.microsoft.com/office/drawing/2014/main" id="{72A367FE-2DE7-FC25-BC8C-11E60922DC43}"/>
              </a:ext>
            </a:extLst>
          </p:cNvPr>
          <p:cNvSpPr>
            <a:spLocks noGrp="1" noChangeArrowheads="1"/>
          </p:cNvSpPr>
          <p:nvPr>
            <p:ph type="sldNum" sz="quarter" idx="12"/>
          </p:nvPr>
        </p:nvSpPr>
        <p:spPr>
          <a:ln/>
        </p:spPr>
        <p:txBody>
          <a:bodyPr/>
          <a:lstStyle>
            <a:lvl1pPr>
              <a:defRPr/>
            </a:lvl1pPr>
          </a:lstStyle>
          <a:p>
            <a:pPr>
              <a:defRPr/>
            </a:pPr>
            <a:fld id="{4A3CEBB5-EC79-4C5D-81E6-0CBE25ECD035}" type="slidenum">
              <a:rPr lang="en-US" altLang="zh-CN"/>
              <a:pPr>
                <a:defRPr/>
              </a:pPr>
              <a:t>‹#›</a:t>
            </a:fld>
            <a:endParaRPr lang="en-US" altLang="zh-CN"/>
          </a:p>
        </p:txBody>
      </p:sp>
    </p:spTree>
    <p:extLst>
      <p:ext uri="{BB962C8B-B14F-4D97-AF65-F5344CB8AC3E}">
        <p14:creationId xmlns:p14="http://schemas.microsoft.com/office/powerpoint/2010/main" val="181943927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1792288" y="4800600"/>
            <a:ext cx="5486400" cy="566738"/>
          </a:xfrm>
        </p:spPr>
        <p:txBody>
          <a:bodyPr anchor="b"/>
          <a:lstStyle>
            <a:lvl1pPr algn="l">
              <a:defRPr sz="2000" b="1"/>
            </a:lvl1pPr>
          </a:lstStyle>
          <a:p>
            <a:r>
              <a:rPr lang="zh-CN" altLang="en-US"/>
              <a:t>单击此处编辑母版标题样式</a:t>
            </a:r>
            <a:endParaRPr lang="en-US"/>
          </a:p>
        </p:txBody>
      </p:sp>
      <p:sp>
        <p:nvSpPr>
          <p:cNvPr id="3" name="图片占位符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US" noProof="0"/>
          </a:p>
        </p:txBody>
      </p:sp>
      <p:sp>
        <p:nvSpPr>
          <p:cNvPr id="4" name="文本占位符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p>
        </p:txBody>
      </p:sp>
      <p:sp>
        <p:nvSpPr>
          <p:cNvPr id="5" name="Rectangle 4">
            <a:extLst>
              <a:ext uri="{FF2B5EF4-FFF2-40B4-BE49-F238E27FC236}">
                <a16:creationId xmlns:a16="http://schemas.microsoft.com/office/drawing/2014/main" id="{33A0FF76-2446-6F50-24F1-8E9FAF8F5D2B}"/>
              </a:ext>
            </a:extLst>
          </p:cNvPr>
          <p:cNvSpPr>
            <a:spLocks noGrp="1" noChangeArrowheads="1"/>
          </p:cNvSpPr>
          <p:nvPr>
            <p:ph type="dt" sz="half" idx="10"/>
          </p:nvPr>
        </p:nvSpPr>
        <p:spPr>
          <a:ln/>
        </p:spPr>
        <p:txBody>
          <a:bodyPr/>
          <a:lstStyle>
            <a:lvl1pPr>
              <a:defRPr/>
            </a:lvl1pPr>
          </a:lstStyle>
          <a:p>
            <a:pPr>
              <a:defRPr/>
            </a:pPr>
            <a:endParaRPr lang="en-US" altLang="zh-CN"/>
          </a:p>
        </p:txBody>
      </p:sp>
      <p:sp>
        <p:nvSpPr>
          <p:cNvPr id="6" name="Rectangle 5">
            <a:extLst>
              <a:ext uri="{FF2B5EF4-FFF2-40B4-BE49-F238E27FC236}">
                <a16:creationId xmlns:a16="http://schemas.microsoft.com/office/drawing/2014/main" id="{C8293164-1058-83E9-8FB4-7C028FAA545F}"/>
              </a:ext>
            </a:extLst>
          </p:cNvPr>
          <p:cNvSpPr>
            <a:spLocks noGrp="1" noChangeArrowheads="1"/>
          </p:cNvSpPr>
          <p:nvPr>
            <p:ph type="ftr" sz="quarter" idx="11"/>
          </p:nvPr>
        </p:nvSpPr>
        <p:spPr>
          <a:ln/>
        </p:spPr>
        <p:txBody>
          <a:bodyPr/>
          <a:lstStyle>
            <a:lvl1pPr>
              <a:defRPr/>
            </a:lvl1pPr>
          </a:lstStyle>
          <a:p>
            <a:pPr>
              <a:defRPr/>
            </a:pPr>
            <a:endParaRPr lang="en-US" altLang="zh-CN"/>
          </a:p>
        </p:txBody>
      </p:sp>
      <p:sp>
        <p:nvSpPr>
          <p:cNvPr id="7" name="Rectangle 6">
            <a:extLst>
              <a:ext uri="{FF2B5EF4-FFF2-40B4-BE49-F238E27FC236}">
                <a16:creationId xmlns:a16="http://schemas.microsoft.com/office/drawing/2014/main" id="{AD5089E7-FD65-356D-8DBA-E18886B22698}"/>
              </a:ext>
            </a:extLst>
          </p:cNvPr>
          <p:cNvSpPr>
            <a:spLocks noGrp="1" noChangeArrowheads="1"/>
          </p:cNvSpPr>
          <p:nvPr>
            <p:ph type="sldNum" sz="quarter" idx="12"/>
          </p:nvPr>
        </p:nvSpPr>
        <p:spPr>
          <a:ln/>
        </p:spPr>
        <p:txBody>
          <a:bodyPr/>
          <a:lstStyle>
            <a:lvl1pPr>
              <a:defRPr/>
            </a:lvl1pPr>
          </a:lstStyle>
          <a:p>
            <a:pPr>
              <a:defRPr/>
            </a:pPr>
            <a:fld id="{B9A42405-7CAC-4F5D-8B16-5A0C88ECFCF5}" type="slidenum">
              <a:rPr lang="en-US" altLang="zh-CN"/>
              <a:pPr>
                <a:defRPr/>
              </a:pPr>
              <a:t>‹#›</a:t>
            </a:fld>
            <a:endParaRPr lang="en-US" altLang="zh-CN"/>
          </a:p>
        </p:txBody>
      </p:sp>
    </p:spTree>
    <p:extLst>
      <p:ext uri="{BB962C8B-B14F-4D97-AF65-F5344CB8AC3E}">
        <p14:creationId xmlns:p14="http://schemas.microsoft.com/office/powerpoint/2010/main" val="220639548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en-US"/>
          </a:p>
        </p:txBody>
      </p:sp>
      <p:sp>
        <p:nvSpPr>
          <p:cNvPr id="3" name="竖排文字占位符 2"/>
          <p:cNvSpPr>
            <a:spLocks noGrp="1"/>
          </p:cNvSpPr>
          <p:nvPr>
            <p:ph type="body" orient="vert" idx="1"/>
          </p:nvPr>
        </p:nvSpPr>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a:p>
        </p:txBody>
      </p:sp>
      <p:sp>
        <p:nvSpPr>
          <p:cNvPr id="4" name="Rectangle 4">
            <a:extLst>
              <a:ext uri="{FF2B5EF4-FFF2-40B4-BE49-F238E27FC236}">
                <a16:creationId xmlns:a16="http://schemas.microsoft.com/office/drawing/2014/main" id="{644DB2CE-96F3-EF33-0CB6-8660EBA31D2A}"/>
              </a:ext>
            </a:extLst>
          </p:cNvPr>
          <p:cNvSpPr>
            <a:spLocks noGrp="1" noChangeArrowheads="1"/>
          </p:cNvSpPr>
          <p:nvPr>
            <p:ph type="dt" sz="half" idx="10"/>
          </p:nvPr>
        </p:nvSpPr>
        <p:spPr>
          <a:ln/>
        </p:spPr>
        <p:txBody>
          <a:bodyPr/>
          <a:lstStyle>
            <a:lvl1pPr>
              <a:defRPr/>
            </a:lvl1pPr>
          </a:lstStyle>
          <a:p>
            <a:pPr>
              <a:defRPr/>
            </a:pPr>
            <a:endParaRPr lang="en-US" altLang="zh-CN"/>
          </a:p>
        </p:txBody>
      </p:sp>
      <p:sp>
        <p:nvSpPr>
          <p:cNvPr id="5" name="Rectangle 5">
            <a:extLst>
              <a:ext uri="{FF2B5EF4-FFF2-40B4-BE49-F238E27FC236}">
                <a16:creationId xmlns:a16="http://schemas.microsoft.com/office/drawing/2014/main" id="{0134359E-9AFE-227E-8F9C-696A1DE17669}"/>
              </a:ext>
            </a:extLst>
          </p:cNvPr>
          <p:cNvSpPr>
            <a:spLocks noGrp="1" noChangeArrowheads="1"/>
          </p:cNvSpPr>
          <p:nvPr>
            <p:ph type="ftr" sz="quarter" idx="11"/>
          </p:nvPr>
        </p:nvSpPr>
        <p:spPr>
          <a:ln/>
        </p:spPr>
        <p:txBody>
          <a:bodyPr/>
          <a:lstStyle>
            <a:lvl1pPr>
              <a:defRPr/>
            </a:lvl1pPr>
          </a:lstStyle>
          <a:p>
            <a:pPr>
              <a:defRPr/>
            </a:pPr>
            <a:endParaRPr lang="en-US" altLang="zh-CN"/>
          </a:p>
        </p:txBody>
      </p:sp>
      <p:sp>
        <p:nvSpPr>
          <p:cNvPr id="6" name="Rectangle 6">
            <a:extLst>
              <a:ext uri="{FF2B5EF4-FFF2-40B4-BE49-F238E27FC236}">
                <a16:creationId xmlns:a16="http://schemas.microsoft.com/office/drawing/2014/main" id="{A85071DB-2C28-5BF6-11D0-90FD115D044D}"/>
              </a:ext>
            </a:extLst>
          </p:cNvPr>
          <p:cNvSpPr>
            <a:spLocks noGrp="1" noChangeArrowheads="1"/>
          </p:cNvSpPr>
          <p:nvPr>
            <p:ph type="sldNum" sz="quarter" idx="12"/>
          </p:nvPr>
        </p:nvSpPr>
        <p:spPr>
          <a:ln/>
        </p:spPr>
        <p:txBody>
          <a:bodyPr/>
          <a:lstStyle>
            <a:lvl1pPr>
              <a:defRPr/>
            </a:lvl1pPr>
          </a:lstStyle>
          <a:p>
            <a:pPr>
              <a:defRPr/>
            </a:pPr>
            <a:fld id="{A930F389-B6EA-4199-8D18-FBFD8721A53D}" type="slidenum">
              <a:rPr lang="en-US" altLang="zh-CN"/>
              <a:pPr>
                <a:defRPr/>
              </a:pPr>
              <a:t>‹#›</a:t>
            </a:fld>
            <a:endParaRPr lang="en-US" altLang="zh-CN"/>
          </a:p>
        </p:txBody>
      </p:sp>
    </p:spTree>
    <p:extLst>
      <p:ext uri="{BB962C8B-B14F-4D97-AF65-F5344CB8AC3E}">
        <p14:creationId xmlns:p14="http://schemas.microsoft.com/office/powerpoint/2010/main" val="59867292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629400" y="274638"/>
            <a:ext cx="2057400" cy="5851525"/>
          </a:xfrm>
        </p:spPr>
        <p:txBody>
          <a:bodyPr vert="eaVert"/>
          <a:lstStyle/>
          <a:p>
            <a:r>
              <a:rPr lang="zh-CN" altLang="en-US"/>
              <a:t>单击此处编辑母版标题样式</a:t>
            </a:r>
            <a:endParaRPr lang="en-US"/>
          </a:p>
        </p:txBody>
      </p:sp>
      <p:sp>
        <p:nvSpPr>
          <p:cNvPr id="3" name="竖排文字占位符 2"/>
          <p:cNvSpPr>
            <a:spLocks noGrp="1"/>
          </p:cNvSpPr>
          <p:nvPr>
            <p:ph type="body" orient="vert" idx="1"/>
          </p:nvPr>
        </p:nvSpPr>
        <p:spPr>
          <a:xfrm>
            <a:off x="457200" y="274638"/>
            <a:ext cx="6019800" cy="5851525"/>
          </a:xfrm>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a:p>
        </p:txBody>
      </p:sp>
      <p:sp>
        <p:nvSpPr>
          <p:cNvPr id="4" name="Rectangle 4">
            <a:extLst>
              <a:ext uri="{FF2B5EF4-FFF2-40B4-BE49-F238E27FC236}">
                <a16:creationId xmlns:a16="http://schemas.microsoft.com/office/drawing/2014/main" id="{534A9917-02A9-F235-8A0A-8AADF8901A6A}"/>
              </a:ext>
            </a:extLst>
          </p:cNvPr>
          <p:cNvSpPr>
            <a:spLocks noGrp="1" noChangeArrowheads="1"/>
          </p:cNvSpPr>
          <p:nvPr>
            <p:ph type="dt" sz="half" idx="10"/>
          </p:nvPr>
        </p:nvSpPr>
        <p:spPr>
          <a:ln/>
        </p:spPr>
        <p:txBody>
          <a:bodyPr/>
          <a:lstStyle>
            <a:lvl1pPr>
              <a:defRPr/>
            </a:lvl1pPr>
          </a:lstStyle>
          <a:p>
            <a:pPr>
              <a:defRPr/>
            </a:pPr>
            <a:endParaRPr lang="en-US" altLang="zh-CN"/>
          </a:p>
        </p:txBody>
      </p:sp>
      <p:sp>
        <p:nvSpPr>
          <p:cNvPr id="5" name="Rectangle 5">
            <a:extLst>
              <a:ext uri="{FF2B5EF4-FFF2-40B4-BE49-F238E27FC236}">
                <a16:creationId xmlns:a16="http://schemas.microsoft.com/office/drawing/2014/main" id="{03D02C19-1270-72CA-8249-3DE51F011C6F}"/>
              </a:ext>
            </a:extLst>
          </p:cNvPr>
          <p:cNvSpPr>
            <a:spLocks noGrp="1" noChangeArrowheads="1"/>
          </p:cNvSpPr>
          <p:nvPr>
            <p:ph type="ftr" sz="quarter" idx="11"/>
          </p:nvPr>
        </p:nvSpPr>
        <p:spPr>
          <a:ln/>
        </p:spPr>
        <p:txBody>
          <a:bodyPr/>
          <a:lstStyle>
            <a:lvl1pPr>
              <a:defRPr/>
            </a:lvl1pPr>
          </a:lstStyle>
          <a:p>
            <a:pPr>
              <a:defRPr/>
            </a:pPr>
            <a:endParaRPr lang="en-US" altLang="zh-CN"/>
          </a:p>
        </p:txBody>
      </p:sp>
      <p:sp>
        <p:nvSpPr>
          <p:cNvPr id="6" name="Rectangle 6">
            <a:extLst>
              <a:ext uri="{FF2B5EF4-FFF2-40B4-BE49-F238E27FC236}">
                <a16:creationId xmlns:a16="http://schemas.microsoft.com/office/drawing/2014/main" id="{22427E0D-C27E-8BB1-DCA5-18EF930C69F8}"/>
              </a:ext>
            </a:extLst>
          </p:cNvPr>
          <p:cNvSpPr>
            <a:spLocks noGrp="1" noChangeArrowheads="1"/>
          </p:cNvSpPr>
          <p:nvPr>
            <p:ph type="sldNum" sz="quarter" idx="12"/>
          </p:nvPr>
        </p:nvSpPr>
        <p:spPr>
          <a:ln/>
        </p:spPr>
        <p:txBody>
          <a:bodyPr/>
          <a:lstStyle>
            <a:lvl1pPr>
              <a:defRPr/>
            </a:lvl1pPr>
          </a:lstStyle>
          <a:p>
            <a:pPr>
              <a:defRPr/>
            </a:pPr>
            <a:fld id="{4703B089-3401-4437-8104-06CEA5C6EA49}" type="slidenum">
              <a:rPr lang="en-US" altLang="zh-CN"/>
              <a:pPr>
                <a:defRPr/>
              </a:pPr>
              <a:t>‹#›</a:t>
            </a:fld>
            <a:endParaRPr lang="en-US" altLang="zh-CN"/>
          </a:p>
        </p:txBody>
      </p:sp>
    </p:spTree>
    <p:extLst>
      <p:ext uri="{BB962C8B-B14F-4D97-AF65-F5344CB8AC3E}">
        <p14:creationId xmlns:p14="http://schemas.microsoft.com/office/powerpoint/2010/main" val="1369783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26" name="Rectangle 2">
            <a:extLst>
              <a:ext uri="{FF2B5EF4-FFF2-40B4-BE49-F238E27FC236}">
                <a16:creationId xmlns:a16="http://schemas.microsoft.com/office/drawing/2014/main" id="{4C250FBF-09A0-FBBA-C65A-69B31DB7619C}"/>
              </a:ext>
            </a:extLst>
          </p:cNvPr>
          <p:cNvSpPr>
            <a:spLocks noGrp="1" noChangeArrowheads="1"/>
          </p:cNvSpPr>
          <p:nvPr>
            <p:ph type="title"/>
          </p:nvPr>
        </p:nvSpPr>
        <p:spPr bwMode="auto">
          <a:xfrm>
            <a:off x="457200" y="274638"/>
            <a:ext cx="8229600"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lvl="0"/>
            <a:r>
              <a:rPr lang="zh-CN" altLang="en-US"/>
              <a:t>单击此处编辑母版标题样式</a:t>
            </a:r>
          </a:p>
        </p:txBody>
      </p:sp>
      <p:sp>
        <p:nvSpPr>
          <p:cNvPr id="1027" name="Rectangle 3">
            <a:extLst>
              <a:ext uri="{FF2B5EF4-FFF2-40B4-BE49-F238E27FC236}">
                <a16:creationId xmlns:a16="http://schemas.microsoft.com/office/drawing/2014/main" id="{397073E8-7A28-64F6-1F39-C12DA8406C32}"/>
              </a:ext>
            </a:extLst>
          </p:cNvPr>
          <p:cNvSpPr>
            <a:spLocks noGrp="1" noChangeArrowheads="1"/>
          </p:cNvSpPr>
          <p:nvPr>
            <p:ph type="body" idx="1"/>
          </p:nvPr>
        </p:nvSpPr>
        <p:spPr bwMode="auto">
          <a:xfrm>
            <a:off x="457200" y="1600200"/>
            <a:ext cx="8229600" cy="4525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1028" name="Rectangle 4">
            <a:extLst>
              <a:ext uri="{FF2B5EF4-FFF2-40B4-BE49-F238E27FC236}">
                <a16:creationId xmlns:a16="http://schemas.microsoft.com/office/drawing/2014/main" id="{6063C4B9-5E6C-9557-BED3-E1D5763F46A2}"/>
              </a:ext>
            </a:extLst>
          </p:cNvPr>
          <p:cNvSpPr>
            <a:spLocks noGrp="1" noChangeArrowheads="1"/>
          </p:cNvSpPr>
          <p:nvPr>
            <p:ph type="dt" sz="half" idx="2"/>
          </p:nvPr>
        </p:nvSpPr>
        <p:spPr bwMode="auto">
          <a:xfrm>
            <a:off x="457200" y="6245225"/>
            <a:ext cx="2133600" cy="47625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eaLnBrk="1" hangingPunct="1">
              <a:defRPr sz="1400">
                <a:latin typeface="Arial" charset="0"/>
              </a:defRPr>
            </a:lvl1pPr>
          </a:lstStyle>
          <a:p>
            <a:pPr>
              <a:defRPr/>
            </a:pPr>
            <a:endParaRPr lang="en-US" altLang="zh-CN"/>
          </a:p>
        </p:txBody>
      </p:sp>
      <p:sp>
        <p:nvSpPr>
          <p:cNvPr id="1029" name="Rectangle 5">
            <a:extLst>
              <a:ext uri="{FF2B5EF4-FFF2-40B4-BE49-F238E27FC236}">
                <a16:creationId xmlns:a16="http://schemas.microsoft.com/office/drawing/2014/main" id="{80B942A1-0964-7434-B80E-EA05A5EEFD78}"/>
              </a:ext>
            </a:extLst>
          </p:cNvPr>
          <p:cNvSpPr>
            <a:spLocks noGrp="1" noChangeArrowheads="1"/>
          </p:cNvSpPr>
          <p:nvPr>
            <p:ph type="ftr" sz="quarter" idx="3"/>
          </p:nvPr>
        </p:nvSpPr>
        <p:spPr bwMode="auto">
          <a:xfrm>
            <a:off x="3124200" y="6245225"/>
            <a:ext cx="2895600" cy="47625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ctr" eaLnBrk="1" hangingPunct="1">
              <a:defRPr sz="1400">
                <a:latin typeface="Arial" charset="0"/>
              </a:defRPr>
            </a:lvl1pPr>
          </a:lstStyle>
          <a:p>
            <a:pPr>
              <a:defRPr/>
            </a:pPr>
            <a:endParaRPr lang="en-US" altLang="zh-CN"/>
          </a:p>
        </p:txBody>
      </p:sp>
      <p:sp>
        <p:nvSpPr>
          <p:cNvPr id="1030" name="Rectangle 6">
            <a:extLst>
              <a:ext uri="{FF2B5EF4-FFF2-40B4-BE49-F238E27FC236}">
                <a16:creationId xmlns:a16="http://schemas.microsoft.com/office/drawing/2014/main" id="{99C2108B-1EB0-C16D-2CDD-0BD2CFC77F50}"/>
              </a:ext>
            </a:extLst>
          </p:cNvPr>
          <p:cNvSpPr>
            <a:spLocks noGrp="1" noChangeArrowheads="1"/>
          </p:cNvSpPr>
          <p:nvPr>
            <p:ph type="sldNum" sz="quarter" idx="4"/>
          </p:nvPr>
        </p:nvSpPr>
        <p:spPr bwMode="auto">
          <a:xfrm>
            <a:off x="6553200" y="6245225"/>
            <a:ext cx="2133600" cy="47625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eaLnBrk="1" hangingPunct="1">
              <a:defRPr sz="1400"/>
            </a:lvl1pPr>
          </a:lstStyle>
          <a:p>
            <a:pPr>
              <a:defRPr/>
            </a:pPr>
            <a:fld id="{D583A084-F6F4-466E-9FCF-7AAA4AA8B6EA}" type="slidenum">
              <a:rPr lang="en-US" altLang="zh-CN"/>
              <a:pPr>
                <a:defRPr/>
              </a:pPr>
              <a:t>‹#›</a:t>
            </a:fld>
            <a:endParaRPr lang="en-US" altLang="zh-CN"/>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rtl="0" eaLnBrk="0" fontAlgn="base" hangingPunct="0">
        <a:spcBef>
          <a:spcPct val="0"/>
        </a:spcBef>
        <a:spcAft>
          <a:spcPct val="0"/>
        </a:spcAft>
        <a:defRPr sz="4400">
          <a:solidFill>
            <a:schemeClr val="tx2"/>
          </a:solidFill>
          <a:latin typeface="+mj-lt"/>
          <a:ea typeface="+mj-ea"/>
          <a:cs typeface="+mj-cs"/>
        </a:defRPr>
      </a:lvl1pPr>
      <a:lvl2pPr algn="ctr" rtl="0" eaLnBrk="0" fontAlgn="base" hangingPunct="0">
        <a:spcBef>
          <a:spcPct val="0"/>
        </a:spcBef>
        <a:spcAft>
          <a:spcPct val="0"/>
        </a:spcAft>
        <a:defRPr sz="4400">
          <a:solidFill>
            <a:schemeClr val="tx2"/>
          </a:solidFill>
          <a:latin typeface="Arial" charset="0"/>
          <a:ea typeface="宋体" pitchFamily="2" charset="-122"/>
        </a:defRPr>
      </a:lvl2pPr>
      <a:lvl3pPr algn="ctr" rtl="0" eaLnBrk="0" fontAlgn="base" hangingPunct="0">
        <a:spcBef>
          <a:spcPct val="0"/>
        </a:spcBef>
        <a:spcAft>
          <a:spcPct val="0"/>
        </a:spcAft>
        <a:defRPr sz="4400">
          <a:solidFill>
            <a:schemeClr val="tx2"/>
          </a:solidFill>
          <a:latin typeface="Arial" charset="0"/>
          <a:ea typeface="宋体" pitchFamily="2" charset="-122"/>
        </a:defRPr>
      </a:lvl3pPr>
      <a:lvl4pPr algn="ctr" rtl="0" eaLnBrk="0" fontAlgn="base" hangingPunct="0">
        <a:spcBef>
          <a:spcPct val="0"/>
        </a:spcBef>
        <a:spcAft>
          <a:spcPct val="0"/>
        </a:spcAft>
        <a:defRPr sz="4400">
          <a:solidFill>
            <a:schemeClr val="tx2"/>
          </a:solidFill>
          <a:latin typeface="Arial" charset="0"/>
          <a:ea typeface="宋体" pitchFamily="2" charset="-122"/>
        </a:defRPr>
      </a:lvl4pPr>
      <a:lvl5pPr algn="ctr" rtl="0" eaLnBrk="0" fontAlgn="base" hangingPunct="0">
        <a:spcBef>
          <a:spcPct val="0"/>
        </a:spcBef>
        <a:spcAft>
          <a:spcPct val="0"/>
        </a:spcAft>
        <a:defRPr sz="4400">
          <a:solidFill>
            <a:schemeClr val="tx2"/>
          </a:solidFill>
          <a:latin typeface="Arial" charset="0"/>
          <a:ea typeface="宋体" pitchFamily="2" charset="-122"/>
        </a:defRPr>
      </a:lvl5pPr>
      <a:lvl6pPr marL="457200" algn="ctr" rtl="0" fontAlgn="base">
        <a:spcBef>
          <a:spcPct val="0"/>
        </a:spcBef>
        <a:spcAft>
          <a:spcPct val="0"/>
        </a:spcAft>
        <a:defRPr sz="4400">
          <a:solidFill>
            <a:schemeClr val="tx2"/>
          </a:solidFill>
          <a:latin typeface="Arial" charset="0"/>
          <a:ea typeface="宋体" pitchFamily="2" charset="-122"/>
        </a:defRPr>
      </a:lvl6pPr>
      <a:lvl7pPr marL="914400" algn="ctr" rtl="0" fontAlgn="base">
        <a:spcBef>
          <a:spcPct val="0"/>
        </a:spcBef>
        <a:spcAft>
          <a:spcPct val="0"/>
        </a:spcAft>
        <a:defRPr sz="4400">
          <a:solidFill>
            <a:schemeClr val="tx2"/>
          </a:solidFill>
          <a:latin typeface="Arial" charset="0"/>
          <a:ea typeface="宋体" pitchFamily="2" charset="-122"/>
        </a:defRPr>
      </a:lvl7pPr>
      <a:lvl8pPr marL="1371600" algn="ctr" rtl="0" fontAlgn="base">
        <a:spcBef>
          <a:spcPct val="0"/>
        </a:spcBef>
        <a:spcAft>
          <a:spcPct val="0"/>
        </a:spcAft>
        <a:defRPr sz="4400">
          <a:solidFill>
            <a:schemeClr val="tx2"/>
          </a:solidFill>
          <a:latin typeface="Arial" charset="0"/>
          <a:ea typeface="宋体" pitchFamily="2" charset="-122"/>
        </a:defRPr>
      </a:lvl8pPr>
      <a:lvl9pPr marL="1828800" algn="ctr" rtl="0" fontAlgn="base">
        <a:spcBef>
          <a:spcPct val="0"/>
        </a:spcBef>
        <a:spcAft>
          <a:spcPct val="0"/>
        </a:spcAft>
        <a:defRPr sz="4400">
          <a:solidFill>
            <a:schemeClr val="tx2"/>
          </a:solidFill>
          <a:latin typeface="Arial" charset="0"/>
          <a:ea typeface="宋体" pitchFamily="2" charset="-122"/>
        </a:defRPr>
      </a:lvl9pPr>
    </p:titleStyle>
    <p:body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vl6pPr marL="2514600" indent="-228600" algn="l" rtl="0" fontAlgn="base">
        <a:spcBef>
          <a:spcPct val="20000"/>
        </a:spcBef>
        <a:spcAft>
          <a:spcPct val="0"/>
        </a:spcAft>
        <a:buChar char="»"/>
        <a:defRPr sz="2000">
          <a:solidFill>
            <a:schemeClr val="tx1"/>
          </a:solidFill>
          <a:latin typeface="+mn-lt"/>
          <a:ea typeface="+mn-ea"/>
        </a:defRPr>
      </a:lvl6pPr>
      <a:lvl7pPr marL="2971800" indent="-228600" algn="l" rtl="0" fontAlgn="base">
        <a:spcBef>
          <a:spcPct val="20000"/>
        </a:spcBef>
        <a:spcAft>
          <a:spcPct val="0"/>
        </a:spcAft>
        <a:buChar char="»"/>
        <a:defRPr sz="2000">
          <a:solidFill>
            <a:schemeClr val="tx1"/>
          </a:solidFill>
          <a:latin typeface="+mn-lt"/>
          <a:ea typeface="+mn-ea"/>
        </a:defRPr>
      </a:lvl7pPr>
      <a:lvl8pPr marL="3429000" indent="-228600" algn="l" rtl="0" fontAlgn="base">
        <a:spcBef>
          <a:spcPct val="20000"/>
        </a:spcBef>
        <a:spcAft>
          <a:spcPct val="0"/>
        </a:spcAft>
        <a:buChar char="»"/>
        <a:defRPr sz="2000">
          <a:solidFill>
            <a:schemeClr val="tx1"/>
          </a:solidFill>
          <a:latin typeface="+mn-lt"/>
          <a:ea typeface="+mn-ea"/>
        </a:defRPr>
      </a:lvl8pPr>
      <a:lvl9pPr marL="3886200" indent="-228600" algn="l" rtl="0" fontAlgn="base">
        <a:spcBef>
          <a:spcPct val="20000"/>
        </a:spcBef>
        <a:spcAft>
          <a:spcPct val="0"/>
        </a:spcAft>
        <a:buChar char="»"/>
        <a:defRPr sz="2000">
          <a:solidFill>
            <a:schemeClr val="tx1"/>
          </a:solidFill>
          <a:latin typeface="+mn-lt"/>
          <a:ea typeface="+mn-ea"/>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slide" Target="slide1.xml"/><Relationship Id="rId2" Type="http://schemas.openxmlformats.org/officeDocument/2006/relationships/notesSlide" Target="../notesSlides/notesSlide2.xml"/><Relationship Id="rId1" Type="http://schemas.openxmlformats.org/officeDocument/2006/relationships/slideLayout" Target="../slideLayouts/slideLayout2.xml"/><Relationship Id="rId5" Type="http://schemas.openxmlformats.org/officeDocument/2006/relationships/image" Target="../media/image1.wmf"/><Relationship Id="rId4" Type="http://schemas.openxmlformats.org/officeDocument/2006/relationships/oleObject" Target="../embeddings/oleObject1.bin"/></Relationships>
</file>

<file path=ppt/slides/_rels/slide5.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5.xml"/><Relationship Id="rId1" Type="http://schemas.openxmlformats.org/officeDocument/2006/relationships/slideLayout" Target="../slideLayouts/slideLayout2.xml"/><Relationship Id="rId4" Type="http://schemas.openxmlformats.org/officeDocument/2006/relationships/image" Target="../media/image4.png"/></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7.xml"/><Relationship Id="rId1" Type="http://schemas.openxmlformats.org/officeDocument/2006/relationships/slideLayout" Target="../slideLayouts/slideLayout2.xml"/><Relationship Id="rId6" Type="http://schemas.openxmlformats.org/officeDocument/2006/relationships/image" Target="../media/image8.png"/><Relationship Id="rId5" Type="http://schemas.openxmlformats.org/officeDocument/2006/relationships/image" Target="../media/image7.png"/><Relationship Id="rId4" Type="http://schemas.openxmlformats.org/officeDocument/2006/relationships/image" Target="../media/image6.png"/></Relationships>
</file>

<file path=ppt/slides/_rels/slide10.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8.xml"/><Relationship Id="rId1" Type="http://schemas.openxmlformats.org/officeDocument/2006/relationships/slideLayout" Target="../slideLayouts/slideLayout2.xml"/><Relationship Id="rId5" Type="http://schemas.openxmlformats.org/officeDocument/2006/relationships/image" Target="../media/image11.png"/><Relationship Id="rId4" Type="http://schemas.openxmlformats.org/officeDocument/2006/relationships/image" Target="../media/image10.png"/></Relationships>
</file>

<file path=ppt/slides/_rels/slide11.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15.xml"/><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16.xml"/><Relationship Id="rId1" Type="http://schemas.openxmlformats.org/officeDocument/2006/relationships/slideLayout" Target="../slideLayouts/slideLayout7.xml"/><Relationship Id="rId4" Type="http://schemas.openxmlformats.org/officeDocument/2006/relationships/image" Target="../media/image20.png"/></Relationships>
</file>

<file path=ppt/slides/_rels/slide19.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8" name="Rectangle 2">
            <a:extLst>
              <a:ext uri="{FF2B5EF4-FFF2-40B4-BE49-F238E27FC236}">
                <a16:creationId xmlns:a16="http://schemas.microsoft.com/office/drawing/2014/main" id="{79C77FC4-31DA-FCDD-1488-867605E8845C}"/>
              </a:ext>
            </a:extLst>
          </p:cNvPr>
          <p:cNvSpPr>
            <a:spLocks noGrp="1" noChangeArrowheads="1"/>
          </p:cNvSpPr>
          <p:nvPr>
            <p:ph type="ctrTitle"/>
          </p:nvPr>
        </p:nvSpPr>
        <p:spPr>
          <a:xfrm>
            <a:off x="533400" y="1956100"/>
            <a:ext cx="7772400" cy="1470025"/>
          </a:xfrm>
        </p:spPr>
        <p:txBody>
          <a:bodyPr/>
          <a:lstStyle/>
          <a:p>
            <a:pPr eaLnBrk="1" hangingPunct="1"/>
            <a:r>
              <a:rPr lang="zh-CN" altLang="en-US" dirty="0">
                <a:latin typeface="宋体" panose="02010600030101010101" pitchFamily="2" charset="-122"/>
              </a:rPr>
              <a:t>第九讲 组合数学</a:t>
            </a:r>
            <a:br>
              <a:rPr lang="en-US" altLang="zh-CN" dirty="0">
                <a:latin typeface="宋体" panose="02010600030101010101" pitchFamily="2" charset="-122"/>
              </a:rPr>
            </a:br>
            <a:r>
              <a:rPr lang="zh-CN" altLang="en-US" b="1" dirty="0">
                <a:latin typeface="Times New Roman" panose="02020603050405020304" pitchFamily="18" charset="0"/>
              </a:rPr>
              <a:t>上</a:t>
            </a:r>
            <a:endParaRPr lang="en-US" altLang="zh-CN" b="1" dirty="0">
              <a:latin typeface="Times New Roman" panose="02020603050405020304" pitchFamily="18" charset="0"/>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Rectangle 3">
            <a:extLst>
              <a:ext uri="{FF2B5EF4-FFF2-40B4-BE49-F238E27FC236}">
                <a16:creationId xmlns:a16="http://schemas.microsoft.com/office/drawing/2014/main" id="{1FA42647-DE7F-2D8E-F971-58283948A0CC}"/>
              </a:ext>
            </a:extLst>
          </p:cNvPr>
          <p:cNvSpPr>
            <a:spLocks noGrp="1" noChangeArrowheads="1"/>
          </p:cNvSpPr>
          <p:nvPr>
            <p:ph type="body" idx="1"/>
          </p:nvPr>
        </p:nvSpPr>
        <p:spPr>
          <a:xfrm>
            <a:off x="533400" y="914400"/>
            <a:ext cx="7772400" cy="2895600"/>
          </a:xfrm>
        </p:spPr>
        <p:txBody>
          <a:bodyPr/>
          <a:lstStyle/>
          <a:p>
            <a:pPr marL="0" indent="0" eaLnBrk="1" hangingPunct="1">
              <a:buFontTx/>
              <a:buNone/>
            </a:pPr>
            <a:r>
              <a:rPr lang="zh-CN" altLang="en-US" sz="3600" dirty="0"/>
              <a:t>组合数学是一门古老的学科。计算机出现以后，由于离散对象的处理是计算机科学的核心，研究离散对象的组合数学得到迅猛发展。</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Rectangle 2">
            <a:extLst>
              <a:ext uri="{FF2B5EF4-FFF2-40B4-BE49-F238E27FC236}">
                <a16:creationId xmlns:a16="http://schemas.microsoft.com/office/drawing/2014/main" id="{EE26F391-97B0-3BEB-FFCD-3EB3F1AB0F52}"/>
              </a:ext>
            </a:extLst>
          </p:cNvPr>
          <p:cNvSpPr>
            <a:spLocks noGrp="1" noChangeArrowheads="1"/>
          </p:cNvSpPr>
          <p:nvPr>
            <p:ph type="title"/>
          </p:nvPr>
        </p:nvSpPr>
        <p:spPr>
          <a:xfrm>
            <a:off x="228600" y="304800"/>
            <a:ext cx="8229600" cy="990600"/>
          </a:xfrm>
        </p:spPr>
        <p:txBody>
          <a:bodyPr/>
          <a:lstStyle/>
          <a:p>
            <a:pPr eaLnBrk="1" hangingPunct="1"/>
            <a:r>
              <a:rPr lang="zh-CN" altLang="en-US" dirty="0"/>
              <a:t>本讲提要</a:t>
            </a:r>
          </a:p>
        </p:txBody>
      </p:sp>
      <p:sp>
        <p:nvSpPr>
          <p:cNvPr id="7171" name="Rectangle 3">
            <a:extLst>
              <a:ext uri="{FF2B5EF4-FFF2-40B4-BE49-F238E27FC236}">
                <a16:creationId xmlns:a16="http://schemas.microsoft.com/office/drawing/2014/main" id="{07115A79-B7F8-3DC8-3A74-E4B562530E2C}"/>
              </a:ext>
            </a:extLst>
          </p:cNvPr>
          <p:cNvSpPr>
            <a:spLocks noGrp="1" noChangeArrowheads="1"/>
          </p:cNvSpPr>
          <p:nvPr>
            <p:ph type="body" idx="1"/>
          </p:nvPr>
        </p:nvSpPr>
        <p:spPr>
          <a:xfrm>
            <a:off x="762000" y="1447800"/>
            <a:ext cx="7162800" cy="1295400"/>
          </a:xfrm>
        </p:spPr>
        <p:txBody>
          <a:bodyPr/>
          <a:lstStyle/>
          <a:p>
            <a:pPr eaLnBrk="1" hangingPunct="1">
              <a:buFont typeface="Wingdings" panose="05000000000000000000" pitchFamily="2" charset="2"/>
              <a:buChar char="q"/>
            </a:pPr>
            <a:r>
              <a:rPr lang="zh-CN" altLang="en-US" sz="4000" dirty="0"/>
              <a:t> 排列与组合</a:t>
            </a:r>
            <a:endParaRPr lang="en-US" altLang="zh-CN" sz="40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Rectangle 4">
            <a:extLst>
              <a:ext uri="{FF2B5EF4-FFF2-40B4-BE49-F238E27FC236}">
                <a16:creationId xmlns:a16="http://schemas.microsoft.com/office/drawing/2014/main" id="{BD1B9CE1-74E8-4736-C6EB-5B02F72AC215}"/>
              </a:ext>
            </a:extLst>
          </p:cNvPr>
          <p:cNvSpPr>
            <a:spLocks noGrp="1" noChangeArrowheads="1"/>
          </p:cNvSpPr>
          <p:nvPr>
            <p:ph type="body" idx="1"/>
          </p:nvPr>
        </p:nvSpPr>
        <p:spPr>
          <a:xfrm>
            <a:off x="304800" y="381000"/>
            <a:ext cx="6172200" cy="533400"/>
          </a:xfrm>
          <a:noFill/>
        </p:spPr>
        <p:txBody>
          <a:bodyPr/>
          <a:lstStyle/>
          <a:p>
            <a:pPr eaLnBrk="1" hangingPunct="1">
              <a:lnSpc>
                <a:spcPct val="90000"/>
              </a:lnSpc>
              <a:buFontTx/>
              <a:buNone/>
            </a:pPr>
            <a:r>
              <a:rPr lang="en-US" altLang="zh-CN"/>
              <a:t>1 </a:t>
            </a:r>
            <a:r>
              <a:rPr lang="zh-CN" altLang="en-US"/>
              <a:t>组合数学概述</a:t>
            </a:r>
          </a:p>
        </p:txBody>
      </p:sp>
      <p:sp>
        <p:nvSpPr>
          <p:cNvPr id="8195" name="Rectangle 2">
            <a:hlinkClick r:id="rId3" action="ppaction://hlinksldjump"/>
            <a:extLst>
              <a:ext uri="{FF2B5EF4-FFF2-40B4-BE49-F238E27FC236}">
                <a16:creationId xmlns:a16="http://schemas.microsoft.com/office/drawing/2014/main" id="{7C947918-E40A-2D1D-8A83-EDDF13F37069}"/>
              </a:ext>
            </a:extLst>
          </p:cNvPr>
          <p:cNvSpPr>
            <a:spLocks noChangeArrowheads="1"/>
          </p:cNvSpPr>
          <p:nvPr/>
        </p:nvSpPr>
        <p:spPr bwMode="auto">
          <a:xfrm>
            <a:off x="419100" y="865188"/>
            <a:ext cx="2432050" cy="657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just">
              <a:lnSpc>
                <a:spcPct val="150000"/>
              </a:lnSpc>
              <a:spcBef>
                <a:spcPct val="0"/>
              </a:spcBef>
              <a:buFontTx/>
              <a:buNone/>
            </a:pPr>
            <a:r>
              <a:rPr lang="zh-CN" altLang="en-US" sz="2800" b="1">
                <a:latin typeface="Times New Roman" panose="02020603050405020304" pitchFamily="18" charset="0"/>
                <a:cs typeface="Times New Roman" panose="02020603050405020304" pitchFamily="18" charset="0"/>
              </a:rPr>
              <a:t>幻方问题</a:t>
            </a:r>
          </a:p>
        </p:txBody>
      </p:sp>
      <p:sp>
        <p:nvSpPr>
          <p:cNvPr id="3" name="Rectangle 3">
            <a:extLst>
              <a:ext uri="{FF2B5EF4-FFF2-40B4-BE49-F238E27FC236}">
                <a16:creationId xmlns:a16="http://schemas.microsoft.com/office/drawing/2014/main" id="{6A1DA640-A6B4-C5AD-EB5F-A4605A6D31AA}"/>
              </a:ext>
            </a:extLst>
          </p:cNvPr>
          <p:cNvSpPr txBox="1">
            <a:spLocks noChangeArrowheads="1"/>
          </p:cNvSpPr>
          <p:nvPr/>
        </p:nvSpPr>
        <p:spPr bwMode="auto">
          <a:xfrm>
            <a:off x="419100" y="1533525"/>
            <a:ext cx="7923213" cy="1101725"/>
          </a:xfrm>
          <a:prstGeom prst="rect">
            <a:avLst/>
          </a:prstGeom>
          <a:noFill/>
          <a:ln>
            <a:noFill/>
          </a:ln>
        </p:spPr>
        <p:txBody>
          <a:bodyPr/>
          <a:lst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vl6pPr marL="2514600" indent="-228600" algn="l" rtl="0" fontAlgn="base">
              <a:spcBef>
                <a:spcPct val="20000"/>
              </a:spcBef>
              <a:spcAft>
                <a:spcPct val="0"/>
              </a:spcAft>
              <a:buChar char="»"/>
              <a:defRPr sz="2000">
                <a:solidFill>
                  <a:schemeClr val="tx1"/>
                </a:solidFill>
                <a:latin typeface="+mn-lt"/>
                <a:ea typeface="+mn-ea"/>
              </a:defRPr>
            </a:lvl6pPr>
            <a:lvl7pPr marL="2971800" indent="-228600" algn="l" rtl="0" fontAlgn="base">
              <a:spcBef>
                <a:spcPct val="20000"/>
              </a:spcBef>
              <a:spcAft>
                <a:spcPct val="0"/>
              </a:spcAft>
              <a:buChar char="»"/>
              <a:defRPr sz="2000">
                <a:solidFill>
                  <a:schemeClr val="tx1"/>
                </a:solidFill>
                <a:latin typeface="+mn-lt"/>
                <a:ea typeface="+mn-ea"/>
              </a:defRPr>
            </a:lvl7pPr>
            <a:lvl8pPr marL="3429000" indent="-228600" algn="l" rtl="0" fontAlgn="base">
              <a:spcBef>
                <a:spcPct val="20000"/>
              </a:spcBef>
              <a:spcAft>
                <a:spcPct val="0"/>
              </a:spcAft>
              <a:buChar char="»"/>
              <a:defRPr sz="2000">
                <a:solidFill>
                  <a:schemeClr val="tx1"/>
                </a:solidFill>
                <a:latin typeface="+mn-lt"/>
                <a:ea typeface="+mn-ea"/>
              </a:defRPr>
            </a:lvl8pPr>
            <a:lvl9pPr marL="3886200" indent="-228600" algn="l" rtl="0" fontAlgn="base">
              <a:spcBef>
                <a:spcPct val="20000"/>
              </a:spcBef>
              <a:spcAft>
                <a:spcPct val="0"/>
              </a:spcAft>
              <a:buChar char="»"/>
              <a:defRPr sz="2000">
                <a:solidFill>
                  <a:schemeClr val="tx1"/>
                </a:solidFill>
                <a:latin typeface="+mn-lt"/>
                <a:ea typeface="+mn-ea"/>
              </a:defRPr>
            </a:lvl9pPr>
          </a:lstStyle>
          <a:p>
            <a:pPr marL="0" indent="0">
              <a:buClr>
                <a:schemeClr val="tx1"/>
              </a:buClr>
              <a:buFontTx/>
              <a:buNone/>
              <a:defRPr/>
            </a:pPr>
            <a:r>
              <a:rPr lang="en-US" altLang="zh-CN" sz="2800" b="1" kern="0" dirty="0">
                <a:latin typeface="宋体" pitchFamily="2" charset="-122"/>
              </a:rPr>
              <a:t>1977</a:t>
            </a:r>
            <a:r>
              <a:rPr lang="zh-CN" altLang="en-US" sz="2800" b="1" kern="0" dirty="0">
                <a:latin typeface="宋体" pitchFamily="2" charset="-122"/>
              </a:rPr>
              <a:t>年美国旅行者</a:t>
            </a:r>
            <a:r>
              <a:rPr lang="en-US" altLang="zh-CN" sz="2800" b="1" kern="0" dirty="0">
                <a:latin typeface="宋体" pitchFamily="2" charset="-122"/>
              </a:rPr>
              <a:t>1</a:t>
            </a:r>
            <a:r>
              <a:rPr lang="zh-CN" altLang="en-US" sz="2800" b="1" kern="0" dirty="0">
                <a:latin typeface="宋体" pitchFamily="2" charset="-122"/>
              </a:rPr>
              <a:t>号、</a:t>
            </a:r>
            <a:r>
              <a:rPr lang="en-US" altLang="zh-CN" sz="2800" b="1" kern="0" dirty="0">
                <a:latin typeface="宋体" pitchFamily="2" charset="-122"/>
              </a:rPr>
              <a:t>2</a:t>
            </a:r>
            <a:r>
              <a:rPr lang="zh-CN" altLang="en-US" sz="2800" b="1" kern="0" dirty="0">
                <a:latin typeface="宋体" pitchFamily="2" charset="-122"/>
              </a:rPr>
              <a:t>号宇宙飞船就带上了幻方以作为人类智慧的信号</a:t>
            </a:r>
            <a:r>
              <a:rPr lang="zh-CN" altLang="en-US" kern="0" dirty="0"/>
              <a:t>。</a:t>
            </a:r>
          </a:p>
          <a:p>
            <a:pPr>
              <a:defRPr/>
            </a:pPr>
            <a:endParaRPr lang="en-US" altLang="zh-CN" kern="0" dirty="0"/>
          </a:p>
        </p:txBody>
      </p:sp>
      <p:grpSp>
        <p:nvGrpSpPr>
          <p:cNvPr id="8197" name="Group 4">
            <a:extLst>
              <a:ext uri="{FF2B5EF4-FFF2-40B4-BE49-F238E27FC236}">
                <a16:creationId xmlns:a16="http://schemas.microsoft.com/office/drawing/2014/main" id="{5BDE9ADE-BE05-4D61-DC51-8B150A969E65}"/>
              </a:ext>
            </a:extLst>
          </p:cNvPr>
          <p:cNvGrpSpPr>
            <a:grpSpLocks/>
          </p:cNvGrpSpPr>
          <p:nvPr/>
        </p:nvGrpSpPr>
        <p:grpSpPr bwMode="auto">
          <a:xfrm>
            <a:off x="685800" y="2743200"/>
            <a:ext cx="3225800" cy="3024188"/>
            <a:chOff x="3744" y="288"/>
            <a:chExt cx="1690" cy="2016"/>
          </a:xfrm>
        </p:grpSpPr>
        <p:sp>
          <p:nvSpPr>
            <p:cNvPr id="8202" name="Text Box 5">
              <a:extLst>
                <a:ext uri="{FF2B5EF4-FFF2-40B4-BE49-F238E27FC236}">
                  <a16:creationId xmlns:a16="http://schemas.microsoft.com/office/drawing/2014/main" id="{47395305-51E3-4CAB-5D53-09BCE3A062BE}"/>
                </a:ext>
              </a:extLst>
            </p:cNvPr>
            <p:cNvSpPr txBox="1">
              <a:spLocks noChangeArrowheads="1"/>
            </p:cNvSpPr>
            <p:nvPr/>
          </p:nvSpPr>
          <p:spPr bwMode="auto">
            <a:xfrm>
              <a:off x="5088" y="816"/>
              <a:ext cx="346" cy="1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eaVert">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spcBef>
                  <a:spcPct val="50000"/>
                </a:spcBef>
                <a:buFontTx/>
                <a:buNone/>
              </a:pPr>
              <a:endParaRPr kumimoji="1" lang="zh-CN" altLang="zh-CN" sz="2400">
                <a:latin typeface="Times New Roman" panose="02020603050405020304" pitchFamily="18" charset="0"/>
              </a:endParaRPr>
            </a:p>
          </p:txBody>
        </p:sp>
        <p:grpSp>
          <p:nvGrpSpPr>
            <p:cNvPr id="8203" name="Group 6">
              <a:extLst>
                <a:ext uri="{FF2B5EF4-FFF2-40B4-BE49-F238E27FC236}">
                  <a16:creationId xmlns:a16="http://schemas.microsoft.com/office/drawing/2014/main" id="{24BD034E-A0F8-CC4B-B78B-5EAAEF3D8CFC}"/>
                </a:ext>
              </a:extLst>
            </p:cNvPr>
            <p:cNvGrpSpPr>
              <a:grpSpLocks/>
            </p:cNvGrpSpPr>
            <p:nvPr/>
          </p:nvGrpSpPr>
          <p:grpSpPr bwMode="auto">
            <a:xfrm>
              <a:off x="3744" y="288"/>
              <a:ext cx="1546" cy="2016"/>
              <a:chOff x="3744" y="288"/>
              <a:chExt cx="1546" cy="2016"/>
            </a:xfrm>
          </p:grpSpPr>
          <p:sp>
            <p:nvSpPr>
              <p:cNvPr id="8204" name="Text Box 7">
                <a:extLst>
                  <a:ext uri="{FF2B5EF4-FFF2-40B4-BE49-F238E27FC236}">
                    <a16:creationId xmlns:a16="http://schemas.microsoft.com/office/drawing/2014/main" id="{16B7399D-4489-A016-A611-D37A2B4B7F43}"/>
                  </a:ext>
                </a:extLst>
              </p:cNvPr>
              <p:cNvSpPr txBox="1">
                <a:spLocks noChangeArrowheads="1"/>
              </p:cNvSpPr>
              <p:nvPr/>
            </p:nvSpPr>
            <p:spPr bwMode="auto">
              <a:xfrm>
                <a:off x="4944" y="862"/>
                <a:ext cx="346" cy="144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eaVert">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spcBef>
                    <a:spcPct val="50000"/>
                  </a:spcBef>
                  <a:buFontTx/>
                  <a:buNone/>
                </a:pPr>
                <a:r>
                  <a:rPr kumimoji="1" lang="zh-CN" altLang="en-US" sz="2400">
                    <a:latin typeface="华文隶书" panose="02010800040101010101" pitchFamily="2" charset="-122"/>
                    <a:ea typeface="华文隶书" panose="02010800040101010101" pitchFamily="2" charset="-122"/>
                  </a:rPr>
                  <a:t>神 农 幻 方</a:t>
                </a:r>
              </a:p>
            </p:txBody>
          </p:sp>
          <p:graphicFrame>
            <p:nvGraphicFramePr>
              <p:cNvPr id="8205" name="Object 8">
                <a:extLst>
                  <a:ext uri="{FF2B5EF4-FFF2-40B4-BE49-F238E27FC236}">
                    <a16:creationId xmlns:a16="http://schemas.microsoft.com/office/drawing/2014/main" id="{25943BF1-43E8-4ED0-5FB9-8686E2123F8B}"/>
                  </a:ext>
                </a:extLst>
              </p:cNvPr>
              <p:cNvGraphicFramePr>
                <a:graphicFrameLocks noChangeAspect="1"/>
              </p:cNvGraphicFramePr>
              <p:nvPr/>
            </p:nvGraphicFramePr>
            <p:xfrm>
              <a:off x="3744" y="720"/>
              <a:ext cx="1116" cy="1344"/>
            </p:xfrm>
            <a:graphic>
              <a:graphicData uri="http://schemas.openxmlformats.org/presentationml/2006/ole">
                <mc:AlternateContent xmlns:mc="http://schemas.openxmlformats.org/markup-compatibility/2006">
                  <mc:Choice xmlns:v="urn:schemas-microsoft-com:vml" Requires="v">
                    <p:oleObj name="Equation" r:id="rId4" imgW="558558" imgH="672808" progId="Equation.DSMT4">
                      <p:embed/>
                    </p:oleObj>
                  </mc:Choice>
                  <mc:Fallback>
                    <p:oleObj name="Equation" r:id="rId4" imgW="558558" imgH="672808" progId="Equation.DSMT4">
                      <p:embed/>
                      <p:pic>
                        <p:nvPicPr>
                          <p:cNvPr id="0" name="Object 8"/>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3744" y="720"/>
                            <a:ext cx="1116" cy="1344"/>
                          </a:xfrm>
                          <a:prstGeom prst="rect">
                            <a:avLst/>
                          </a:prstGeom>
                          <a:solidFill>
                            <a:schemeClr val="accent1">
                              <a:alpha val="50195"/>
                            </a:schemeClr>
                          </a:solidFill>
                          <a:ln>
                            <a:noFill/>
                          </a:ln>
                          <a:extLs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8206" name="Text Box 9">
                <a:extLst>
                  <a:ext uri="{FF2B5EF4-FFF2-40B4-BE49-F238E27FC236}">
                    <a16:creationId xmlns:a16="http://schemas.microsoft.com/office/drawing/2014/main" id="{9F9AC736-5D50-23FE-171B-D16FE01D1736}"/>
                  </a:ext>
                </a:extLst>
              </p:cNvPr>
              <p:cNvSpPr txBox="1">
                <a:spLocks noChangeArrowheads="1"/>
              </p:cNvSpPr>
              <p:nvPr/>
            </p:nvSpPr>
            <p:spPr bwMode="auto">
              <a:xfrm>
                <a:off x="3984" y="288"/>
                <a:ext cx="1248" cy="34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spcBef>
                    <a:spcPct val="50000"/>
                  </a:spcBef>
                  <a:buFontTx/>
                  <a:buNone/>
                </a:pPr>
                <a:r>
                  <a:rPr kumimoji="1" lang="en-US" altLang="zh-CN" sz="2400" b="1">
                    <a:latin typeface="Times New Roman" panose="02020603050405020304" pitchFamily="18" charset="0"/>
                  </a:rPr>
                  <a:t>2200BC</a:t>
                </a:r>
                <a:endParaRPr kumimoji="1" lang="en-US" altLang="zh-CN" sz="2400" b="1">
                  <a:latin typeface="Times New Roman" panose="02020603050405020304" pitchFamily="18" charset="0"/>
                  <a:ea typeface="隶书" panose="02010509060101010101" pitchFamily="49" charset="-122"/>
                </a:endParaRPr>
              </a:p>
            </p:txBody>
          </p:sp>
        </p:grpSp>
      </p:grpSp>
      <p:grpSp>
        <p:nvGrpSpPr>
          <p:cNvPr id="8198" name="Group 10">
            <a:extLst>
              <a:ext uri="{FF2B5EF4-FFF2-40B4-BE49-F238E27FC236}">
                <a16:creationId xmlns:a16="http://schemas.microsoft.com/office/drawing/2014/main" id="{1813431A-4C1A-6A7B-9A5E-326850BFBB2C}"/>
              </a:ext>
            </a:extLst>
          </p:cNvPr>
          <p:cNvGrpSpPr>
            <a:grpSpLocks/>
          </p:cNvGrpSpPr>
          <p:nvPr/>
        </p:nvGrpSpPr>
        <p:grpSpPr bwMode="auto">
          <a:xfrm>
            <a:off x="4483100" y="2814638"/>
            <a:ext cx="2500313" cy="2714625"/>
            <a:chOff x="3648" y="2304"/>
            <a:chExt cx="1536" cy="2118"/>
          </a:xfrm>
        </p:grpSpPr>
        <p:sp>
          <p:nvSpPr>
            <p:cNvPr id="8200" name="Text Box 11">
              <a:extLst>
                <a:ext uri="{FF2B5EF4-FFF2-40B4-BE49-F238E27FC236}">
                  <a16:creationId xmlns:a16="http://schemas.microsoft.com/office/drawing/2014/main" id="{6B7D8C61-6D8A-0498-16D4-ED3B1F06C029}"/>
                </a:ext>
              </a:extLst>
            </p:cNvPr>
            <p:cNvSpPr txBox="1">
              <a:spLocks noChangeArrowheads="1"/>
            </p:cNvSpPr>
            <p:nvPr/>
          </p:nvSpPr>
          <p:spPr bwMode="auto">
            <a:xfrm>
              <a:off x="3648" y="2641"/>
              <a:ext cx="1536" cy="1781"/>
            </a:xfrm>
            <a:prstGeom prst="rect">
              <a:avLst/>
            </a:prstGeom>
            <a:solidFill>
              <a:srgbClr val="FF6600"/>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spcBef>
                  <a:spcPct val="50000"/>
                </a:spcBef>
                <a:buFontTx/>
                <a:buNone/>
              </a:pPr>
              <a:r>
                <a:rPr kumimoji="1" lang="en-US" altLang="zh-CN" sz="2400" dirty="0">
                  <a:solidFill>
                    <a:srgbClr val="FF00FF"/>
                  </a:solidFill>
                  <a:latin typeface="Times New Roman" panose="02020603050405020304" pitchFamily="18" charset="0"/>
                </a:rPr>
                <a:t>  </a:t>
              </a:r>
              <a:r>
                <a:rPr kumimoji="1" lang="en-US" altLang="zh-CN" sz="2400" b="1" dirty="0">
                  <a:latin typeface="Times New Roman" panose="02020603050405020304" pitchFamily="18" charset="0"/>
                </a:rPr>
                <a:t>1     15    14     4</a:t>
              </a:r>
            </a:p>
            <a:p>
              <a:pPr>
                <a:spcBef>
                  <a:spcPct val="50000"/>
                </a:spcBef>
                <a:buFontTx/>
                <a:buNone/>
              </a:pPr>
              <a:r>
                <a:rPr kumimoji="1" lang="en-US" altLang="zh-CN" sz="2400" b="1" dirty="0">
                  <a:latin typeface="Times New Roman" panose="02020603050405020304" pitchFamily="18" charset="0"/>
                </a:rPr>
                <a:t>12       6      7     9</a:t>
              </a:r>
            </a:p>
            <a:p>
              <a:pPr>
                <a:spcBef>
                  <a:spcPct val="50000"/>
                </a:spcBef>
                <a:buFontTx/>
                <a:buNone/>
              </a:pPr>
              <a:r>
                <a:rPr kumimoji="1" lang="en-US" altLang="zh-CN" sz="2400" b="1" dirty="0">
                  <a:latin typeface="Times New Roman" panose="02020603050405020304" pitchFamily="18" charset="0"/>
                </a:rPr>
                <a:t>  8     10    11     5</a:t>
              </a:r>
            </a:p>
            <a:p>
              <a:pPr>
                <a:spcBef>
                  <a:spcPct val="50000"/>
                </a:spcBef>
                <a:buFontTx/>
                <a:buNone/>
              </a:pPr>
              <a:r>
                <a:rPr kumimoji="1" lang="en-US" altLang="zh-CN" sz="2400" b="1" dirty="0">
                  <a:latin typeface="Times New Roman" panose="02020603050405020304" pitchFamily="18" charset="0"/>
                </a:rPr>
                <a:t>13       3      2   16</a:t>
              </a:r>
              <a:r>
                <a:rPr kumimoji="1" lang="en-US" altLang="zh-CN" sz="2400" dirty="0">
                  <a:solidFill>
                    <a:srgbClr val="FF00FF"/>
                  </a:solidFill>
                  <a:latin typeface="Times New Roman" panose="02020603050405020304" pitchFamily="18" charset="0"/>
                </a:rPr>
                <a:t> </a:t>
              </a:r>
            </a:p>
          </p:txBody>
        </p:sp>
        <p:sp>
          <p:nvSpPr>
            <p:cNvPr id="8201" name="Text Box 12">
              <a:extLst>
                <a:ext uri="{FF2B5EF4-FFF2-40B4-BE49-F238E27FC236}">
                  <a16:creationId xmlns:a16="http://schemas.microsoft.com/office/drawing/2014/main" id="{FC65B77D-2BBA-757E-AF65-30CCDEE2EBF5}"/>
                </a:ext>
              </a:extLst>
            </p:cNvPr>
            <p:cNvSpPr txBox="1">
              <a:spLocks noChangeArrowheads="1"/>
            </p:cNvSpPr>
            <p:nvPr/>
          </p:nvSpPr>
          <p:spPr bwMode="auto">
            <a:xfrm>
              <a:off x="4080" y="2304"/>
              <a:ext cx="768" cy="3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spcBef>
                  <a:spcPct val="50000"/>
                </a:spcBef>
                <a:buFontTx/>
                <a:buNone/>
              </a:pPr>
              <a:r>
                <a:rPr kumimoji="1" lang="en-US" altLang="zh-CN" sz="2400">
                  <a:latin typeface="Times New Roman" panose="02020603050405020304" pitchFamily="18" charset="0"/>
                  <a:ea typeface="隶书" panose="02010509060101010101" pitchFamily="49" charset="-122"/>
                </a:rPr>
                <a:t>15</a:t>
              </a:r>
              <a:r>
                <a:rPr kumimoji="1" lang="zh-CN" altLang="en-US" sz="2400">
                  <a:latin typeface="Times New Roman" panose="02020603050405020304" pitchFamily="18" charset="0"/>
                  <a:ea typeface="隶书" panose="02010509060101010101" pitchFamily="49" charset="-122"/>
                </a:rPr>
                <a:t>世纪</a:t>
              </a:r>
            </a:p>
          </p:txBody>
        </p:sp>
      </p:grpSp>
      <p:sp>
        <p:nvSpPr>
          <p:cNvPr id="8199" name="Text Box 13">
            <a:extLst>
              <a:ext uri="{FF2B5EF4-FFF2-40B4-BE49-F238E27FC236}">
                <a16:creationId xmlns:a16="http://schemas.microsoft.com/office/drawing/2014/main" id="{C5860597-8E7D-5A23-0E9C-687F222D579A}"/>
              </a:ext>
            </a:extLst>
          </p:cNvPr>
          <p:cNvSpPr txBox="1">
            <a:spLocks noChangeArrowheads="1"/>
          </p:cNvSpPr>
          <p:nvPr/>
        </p:nvSpPr>
        <p:spPr bwMode="auto">
          <a:xfrm>
            <a:off x="7197725" y="3457575"/>
            <a:ext cx="554038" cy="19431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eaVert">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spcBef>
                <a:spcPct val="50000"/>
              </a:spcBef>
              <a:buFontTx/>
              <a:buNone/>
            </a:pPr>
            <a:r>
              <a:rPr lang="zh-CN" altLang="en-US" sz="2400" b="1"/>
              <a:t>４ 阶 幻 方</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Rectangle 2">
            <a:extLst>
              <a:ext uri="{FF2B5EF4-FFF2-40B4-BE49-F238E27FC236}">
                <a16:creationId xmlns:a16="http://schemas.microsoft.com/office/drawing/2014/main" id="{960635FD-1162-D9D5-30CD-72FDC2B5A136}"/>
              </a:ext>
            </a:extLst>
          </p:cNvPr>
          <p:cNvSpPr>
            <a:spLocks noGrp="1" noChangeArrowheads="1"/>
          </p:cNvSpPr>
          <p:nvPr>
            <p:ph type="body" idx="1"/>
          </p:nvPr>
        </p:nvSpPr>
        <p:spPr>
          <a:xfrm>
            <a:off x="228600" y="152400"/>
            <a:ext cx="7772400" cy="609600"/>
          </a:xfrm>
        </p:spPr>
        <p:txBody>
          <a:bodyPr/>
          <a:lstStyle/>
          <a:p>
            <a:pPr eaLnBrk="1" hangingPunct="1">
              <a:buFontTx/>
              <a:buNone/>
            </a:pPr>
            <a:r>
              <a:rPr lang="en-US" altLang="zh-CN"/>
              <a:t>1 </a:t>
            </a:r>
            <a:r>
              <a:rPr lang="zh-CN" altLang="en-US"/>
              <a:t>组合数学概述 </a:t>
            </a:r>
            <a:r>
              <a:rPr lang="en-US" altLang="zh-CN"/>
              <a:t>(</a:t>
            </a:r>
            <a:r>
              <a:rPr lang="zh-CN" altLang="en-US"/>
              <a:t>续</a:t>
            </a:r>
            <a:r>
              <a:rPr lang="en-US" altLang="zh-CN"/>
              <a:t>)</a:t>
            </a:r>
          </a:p>
        </p:txBody>
      </p:sp>
      <p:pic>
        <p:nvPicPr>
          <p:cNvPr id="10243" name="图片 3">
            <a:extLst>
              <a:ext uri="{FF2B5EF4-FFF2-40B4-BE49-F238E27FC236}">
                <a16:creationId xmlns:a16="http://schemas.microsoft.com/office/drawing/2014/main" id="{FF04A2B1-3634-F4E8-7006-F456C0FBB00F}"/>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62000" y="687388"/>
            <a:ext cx="7010400" cy="60182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Rectangle 2">
            <a:extLst>
              <a:ext uri="{FF2B5EF4-FFF2-40B4-BE49-F238E27FC236}">
                <a16:creationId xmlns:a16="http://schemas.microsoft.com/office/drawing/2014/main" id="{BD140BAE-74DC-1344-A7FF-372A73D22891}"/>
              </a:ext>
            </a:extLst>
          </p:cNvPr>
          <p:cNvSpPr>
            <a:spLocks noGrp="1" noChangeArrowheads="1"/>
          </p:cNvSpPr>
          <p:nvPr>
            <p:ph type="body" idx="1"/>
          </p:nvPr>
        </p:nvSpPr>
        <p:spPr>
          <a:xfrm>
            <a:off x="228600" y="152400"/>
            <a:ext cx="7772400" cy="1295400"/>
          </a:xfrm>
        </p:spPr>
        <p:txBody>
          <a:bodyPr/>
          <a:lstStyle/>
          <a:p>
            <a:pPr eaLnBrk="1" hangingPunct="1">
              <a:buFontTx/>
              <a:buNone/>
            </a:pPr>
            <a:r>
              <a:rPr lang="en-US" altLang="zh-CN" dirty="0"/>
              <a:t>2 </a:t>
            </a:r>
            <a:r>
              <a:rPr lang="zh-CN" altLang="en-US" dirty="0"/>
              <a:t>排列与组合</a:t>
            </a:r>
            <a:endParaRPr lang="en-US" altLang="zh-CN" dirty="0"/>
          </a:p>
          <a:p>
            <a:pPr eaLnBrk="1" hangingPunct="1">
              <a:buFontTx/>
              <a:buNone/>
            </a:pPr>
            <a:r>
              <a:rPr lang="zh-CN" altLang="en-US" b="1" dirty="0">
                <a:latin typeface="宋体" panose="02010600030101010101" pitchFamily="2" charset="-122"/>
              </a:rPr>
              <a:t>加法法则与乘法法则</a:t>
            </a:r>
            <a:endParaRPr lang="en-US" altLang="zh-CN" b="1" dirty="0"/>
          </a:p>
          <a:p>
            <a:pPr eaLnBrk="1" hangingPunct="1">
              <a:buFontTx/>
              <a:buNone/>
            </a:pPr>
            <a:endParaRPr lang="zh-CN" altLang="en-US" dirty="0"/>
          </a:p>
        </p:txBody>
      </p:sp>
      <p:sp>
        <p:nvSpPr>
          <p:cNvPr id="3" name="矩形 2">
            <a:extLst>
              <a:ext uri="{FF2B5EF4-FFF2-40B4-BE49-F238E27FC236}">
                <a16:creationId xmlns:a16="http://schemas.microsoft.com/office/drawing/2014/main" id="{B34C08BC-3E56-ECA9-6812-28244742AD25}"/>
              </a:ext>
            </a:extLst>
          </p:cNvPr>
          <p:cNvSpPr/>
          <p:nvPr/>
        </p:nvSpPr>
        <p:spPr>
          <a:xfrm>
            <a:off x="247291" y="1600200"/>
            <a:ext cx="8143875" cy="1569660"/>
          </a:xfrm>
          <a:prstGeom prst="rect">
            <a:avLst/>
          </a:prstGeom>
        </p:spPr>
        <p:txBody>
          <a:bodyPr>
            <a:spAutoFit/>
          </a:bodyPr>
          <a:lstStyle/>
          <a:p>
            <a:pPr eaLnBrk="1" hangingPunct="1">
              <a:buFont typeface="Wingdings" pitchFamily="2" charset="2"/>
              <a:buChar char="Ø"/>
              <a:defRPr/>
            </a:pPr>
            <a:r>
              <a:rPr kumimoji="1" lang="zh-CN" altLang="en-US" sz="3200" dirty="0">
                <a:latin typeface="Times New Roman" panose="02020603050405020304" pitchFamily="18" charset="0"/>
                <a:ea typeface="+mj-ea"/>
                <a:cs typeface="Times New Roman" panose="02020603050405020304" pitchFamily="18" charset="0"/>
              </a:rPr>
              <a:t> </a:t>
            </a:r>
            <a:r>
              <a:rPr kumimoji="1" lang="zh-CN" altLang="en-US" sz="3200" b="1" dirty="0">
                <a:latin typeface="Times New Roman" panose="02020603050405020304" pitchFamily="18" charset="0"/>
                <a:ea typeface="+mj-ea"/>
                <a:cs typeface="Times New Roman" panose="02020603050405020304" pitchFamily="18" charset="0"/>
              </a:rPr>
              <a:t>加法法则：</a:t>
            </a:r>
            <a:r>
              <a:rPr lang="zh-CN" altLang="en-US" sz="3200" kern="0" dirty="0">
                <a:solidFill>
                  <a:srgbClr val="000000"/>
                </a:solidFill>
                <a:latin typeface="Times New Roman" panose="02020603050405020304" pitchFamily="18" charset="0"/>
                <a:ea typeface="+mj-ea"/>
                <a:cs typeface="Times New Roman" panose="02020603050405020304" pitchFamily="18" charset="0"/>
              </a:rPr>
              <a:t>设</a:t>
            </a:r>
            <a:r>
              <a:rPr lang="en-US" altLang="zh-CN" sz="3200" i="1" kern="0" dirty="0">
                <a:solidFill>
                  <a:srgbClr val="000000"/>
                </a:solidFill>
                <a:latin typeface="Times New Roman" panose="02020603050405020304" pitchFamily="18" charset="0"/>
                <a:ea typeface="+mj-ea"/>
                <a:cs typeface="Times New Roman" panose="02020603050405020304" pitchFamily="18" charset="0"/>
              </a:rPr>
              <a:t>A</a:t>
            </a:r>
            <a:r>
              <a:rPr lang="zh-CN" altLang="en-US" sz="3200" kern="0" dirty="0">
                <a:solidFill>
                  <a:srgbClr val="000000"/>
                </a:solidFill>
                <a:latin typeface="Times New Roman" panose="02020603050405020304" pitchFamily="18" charset="0"/>
                <a:ea typeface="+mj-ea"/>
                <a:cs typeface="Times New Roman" panose="02020603050405020304" pitchFamily="18" charset="0"/>
              </a:rPr>
              <a:t>和</a:t>
            </a:r>
            <a:r>
              <a:rPr lang="en-US" altLang="zh-CN" sz="3200" i="1" kern="0" dirty="0">
                <a:solidFill>
                  <a:srgbClr val="000000"/>
                </a:solidFill>
                <a:latin typeface="Times New Roman" panose="02020603050405020304" pitchFamily="18" charset="0"/>
                <a:ea typeface="+mj-ea"/>
                <a:cs typeface="Times New Roman" panose="02020603050405020304" pitchFamily="18" charset="0"/>
              </a:rPr>
              <a:t>B</a:t>
            </a:r>
            <a:r>
              <a:rPr lang="zh-CN" altLang="en-US" sz="3200" kern="0" dirty="0">
                <a:solidFill>
                  <a:srgbClr val="000000"/>
                </a:solidFill>
                <a:latin typeface="Times New Roman" panose="02020603050405020304" pitchFamily="18" charset="0"/>
                <a:ea typeface="+mj-ea"/>
                <a:cs typeface="Times New Roman" panose="02020603050405020304" pitchFamily="18" charset="0"/>
              </a:rPr>
              <a:t>是两类不同的事件，若事件</a:t>
            </a:r>
            <a:r>
              <a:rPr lang="en-US" altLang="zh-CN" sz="3200" i="1" kern="0" dirty="0">
                <a:solidFill>
                  <a:srgbClr val="000000"/>
                </a:solidFill>
                <a:latin typeface="Times New Roman" panose="02020603050405020304" pitchFamily="18" charset="0"/>
                <a:ea typeface="+mj-ea"/>
                <a:cs typeface="Times New Roman" panose="02020603050405020304" pitchFamily="18" charset="0"/>
              </a:rPr>
              <a:t>A</a:t>
            </a:r>
            <a:r>
              <a:rPr lang="zh-CN" altLang="en-US" sz="3200" kern="0" dirty="0">
                <a:solidFill>
                  <a:srgbClr val="000000"/>
                </a:solidFill>
                <a:latin typeface="Times New Roman" panose="02020603050405020304" pitchFamily="18" charset="0"/>
                <a:ea typeface="+mj-ea"/>
                <a:cs typeface="Times New Roman" panose="02020603050405020304" pitchFamily="18" charset="0"/>
              </a:rPr>
              <a:t>有</a:t>
            </a:r>
            <a:r>
              <a:rPr lang="en-US" altLang="zh-CN" sz="3200" i="1" kern="0" dirty="0">
                <a:solidFill>
                  <a:srgbClr val="000000"/>
                </a:solidFill>
                <a:latin typeface="Times New Roman" panose="02020603050405020304" pitchFamily="18" charset="0"/>
                <a:ea typeface="+mj-ea"/>
                <a:cs typeface="Times New Roman" panose="02020603050405020304" pitchFamily="18" charset="0"/>
              </a:rPr>
              <a:t>m</a:t>
            </a:r>
            <a:r>
              <a:rPr lang="zh-CN" altLang="en-US" sz="3200" kern="0" dirty="0">
                <a:solidFill>
                  <a:srgbClr val="000000"/>
                </a:solidFill>
                <a:latin typeface="Times New Roman" panose="02020603050405020304" pitchFamily="18" charset="0"/>
                <a:ea typeface="+mj-ea"/>
                <a:cs typeface="Times New Roman" panose="02020603050405020304" pitchFamily="18" charset="0"/>
              </a:rPr>
              <a:t>种产生方式，事件</a:t>
            </a:r>
            <a:r>
              <a:rPr lang="en-US" altLang="zh-CN" sz="3200" i="1" kern="0" dirty="0">
                <a:solidFill>
                  <a:srgbClr val="000000"/>
                </a:solidFill>
                <a:latin typeface="Times New Roman" panose="02020603050405020304" pitchFamily="18" charset="0"/>
                <a:ea typeface="+mj-ea"/>
                <a:cs typeface="Times New Roman" panose="02020603050405020304" pitchFamily="18" charset="0"/>
              </a:rPr>
              <a:t>B</a:t>
            </a:r>
            <a:r>
              <a:rPr lang="zh-CN" altLang="en-US" sz="3200" kern="0" dirty="0">
                <a:solidFill>
                  <a:srgbClr val="000000"/>
                </a:solidFill>
                <a:latin typeface="Times New Roman" panose="02020603050405020304" pitchFamily="18" charset="0"/>
                <a:ea typeface="+mj-ea"/>
                <a:cs typeface="Times New Roman" panose="02020603050405020304" pitchFamily="18" charset="0"/>
              </a:rPr>
              <a:t>有</a:t>
            </a:r>
            <a:r>
              <a:rPr lang="en-US" altLang="zh-CN" sz="3200" i="1" kern="0" dirty="0">
                <a:solidFill>
                  <a:srgbClr val="000000"/>
                </a:solidFill>
                <a:latin typeface="Times New Roman" panose="02020603050405020304" pitchFamily="18" charset="0"/>
                <a:ea typeface="+mj-ea"/>
                <a:cs typeface="Times New Roman" panose="02020603050405020304" pitchFamily="18" charset="0"/>
              </a:rPr>
              <a:t>n</a:t>
            </a:r>
            <a:r>
              <a:rPr lang="zh-CN" altLang="en-US" sz="3200" kern="0" dirty="0">
                <a:solidFill>
                  <a:srgbClr val="000000"/>
                </a:solidFill>
                <a:latin typeface="Times New Roman" panose="02020603050405020304" pitchFamily="18" charset="0"/>
                <a:ea typeface="+mj-ea"/>
                <a:cs typeface="Times New Roman" panose="02020603050405020304" pitchFamily="18" charset="0"/>
              </a:rPr>
              <a:t>种产生方式，则“事件</a:t>
            </a:r>
            <a:r>
              <a:rPr lang="en-US" altLang="zh-CN" sz="3200" i="1" kern="0" dirty="0">
                <a:solidFill>
                  <a:srgbClr val="000000"/>
                </a:solidFill>
                <a:latin typeface="Times New Roman" panose="02020603050405020304" pitchFamily="18" charset="0"/>
                <a:ea typeface="+mj-ea"/>
                <a:cs typeface="Times New Roman" panose="02020603050405020304" pitchFamily="18" charset="0"/>
              </a:rPr>
              <a:t>A</a:t>
            </a:r>
            <a:r>
              <a:rPr lang="zh-CN" altLang="en-US" sz="3200" i="1" kern="0" dirty="0">
                <a:solidFill>
                  <a:srgbClr val="000000"/>
                </a:solidFill>
                <a:latin typeface="Times New Roman" panose="02020603050405020304" pitchFamily="18" charset="0"/>
                <a:ea typeface="+mj-ea"/>
                <a:cs typeface="Times New Roman" panose="02020603050405020304" pitchFamily="18" charset="0"/>
              </a:rPr>
              <a:t>或</a:t>
            </a:r>
            <a:r>
              <a:rPr lang="zh-CN" altLang="en-US" sz="3200" kern="0" dirty="0">
                <a:solidFill>
                  <a:srgbClr val="000000"/>
                </a:solidFill>
                <a:latin typeface="Times New Roman" panose="02020603050405020304" pitchFamily="18" charset="0"/>
                <a:ea typeface="+mj-ea"/>
                <a:cs typeface="Times New Roman" panose="02020603050405020304" pitchFamily="18" charset="0"/>
              </a:rPr>
              <a:t>事件</a:t>
            </a:r>
            <a:r>
              <a:rPr lang="en-US" altLang="zh-CN" sz="3200" i="1" kern="0" dirty="0">
                <a:solidFill>
                  <a:srgbClr val="000000"/>
                </a:solidFill>
                <a:latin typeface="Times New Roman" panose="02020603050405020304" pitchFamily="18" charset="0"/>
                <a:ea typeface="+mj-ea"/>
                <a:cs typeface="Times New Roman" panose="02020603050405020304" pitchFamily="18" charset="0"/>
              </a:rPr>
              <a:t>B</a:t>
            </a:r>
            <a:r>
              <a:rPr lang="zh-CN" altLang="en-US" sz="3200" kern="0" dirty="0">
                <a:solidFill>
                  <a:srgbClr val="000000"/>
                </a:solidFill>
                <a:latin typeface="Times New Roman" panose="02020603050405020304" pitchFamily="18" charset="0"/>
                <a:ea typeface="+mj-ea"/>
                <a:cs typeface="Times New Roman" panose="02020603050405020304" pitchFamily="18" charset="0"/>
              </a:rPr>
              <a:t>”有</a:t>
            </a:r>
            <a:r>
              <a:rPr lang="en-US" altLang="zh-CN" sz="3200" i="1" kern="0" dirty="0" err="1">
                <a:solidFill>
                  <a:srgbClr val="000000"/>
                </a:solidFill>
                <a:latin typeface="Times New Roman" panose="02020603050405020304" pitchFamily="18" charset="0"/>
                <a:ea typeface="+mj-ea"/>
                <a:cs typeface="Times New Roman" panose="02020603050405020304" pitchFamily="18" charset="0"/>
              </a:rPr>
              <a:t>m+n</a:t>
            </a:r>
            <a:r>
              <a:rPr lang="zh-CN" altLang="en-US" sz="3200" kern="0" dirty="0">
                <a:solidFill>
                  <a:srgbClr val="000000"/>
                </a:solidFill>
                <a:latin typeface="Times New Roman" panose="02020603050405020304" pitchFamily="18" charset="0"/>
                <a:ea typeface="+mj-ea"/>
                <a:cs typeface="Times New Roman" panose="02020603050405020304" pitchFamily="18" charset="0"/>
              </a:rPr>
              <a:t>种产生方式。</a:t>
            </a:r>
            <a:endParaRPr lang="en-US" altLang="zh-CN" sz="3200" kern="0" dirty="0">
              <a:solidFill>
                <a:srgbClr val="000000"/>
              </a:solidFill>
              <a:latin typeface="Times New Roman" panose="02020603050405020304" pitchFamily="18" charset="0"/>
              <a:ea typeface="+mj-ea"/>
              <a:cs typeface="Times New Roman" panose="02020603050405020304" pitchFamily="18" charset="0"/>
            </a:endParaRPr>
          </a:p>
        </p:txBody>
      </p:sp>
      <p:sp>
        <p:nvSpPr>
          <p:cNvPr id="4" name="矩形 3">
            <a:extLst>
              <a:ext uri="{FF2B5EF4-FFF2-40B4-BE49-F238E27FC236}">
                <a16:creationId xmlns:a16="http://schemas.microsoft.com/office/drawing/2014/main" id="{29AB737A-26EC-328E-9EEE-BDF9C80B9BCC}"/>
              </a:ext>
            </a:extLst>
          </p:cNvPr>
          <p:cNvSpPr/>
          <p:nvPr/>
        </p:nvSpPr>
        <p:spPr>
          <a:xfrm>
            <a:off x="228600" y="4082660"/>
            <a:ext cx="8143875" cy="1569660"/>
          </a:xfrm>
          <a:prstGeom prst="rect">
            <a:avLst/>
          </a:prstGeom>
        </p:spPr>
        <p:txBody>
          <a:bodyPr>
            <a:spAutoFit/>
          </a:bodyPr>
          <a:lstStyle/>
          <a:p>
            <a:pPr eaLnBrk="1" hangingPunct="1">
              <a:buFont typeface="Wingdings" pitchFamily="2" charset="2"/>
              <a:buChar char="Ø"/>
              <a:defRPr/>
            </a:pPr>
            <a:r>
              <a:rPr kumimoji="1" lang="zh-CN" altLang="en-US" sz="3200" b="1" dirty="0">
                <a:latin typeface="Times New Roman" panose="02020603050405020304" pitchFamily="18" charset="0"/>
                <a:ea typeface="+mj-ea"/>
                <a:cs typeface="Times New Roman" panose="02020603050405020304" pitchFamily="18" charset="0"/>
              </a:rPr>
              <a:t> 乘法法则：</a:t>
            </a:r>
            <a:r>
              <a:rPr lang="zh-CN" altLang="en-US" sz="3200" kern="0" dirty="0">
                <a:solidFill>
                  <a:srgbClr val="000000"/>
                </a:solidFill>
                <a:latin typeface="Times New Roman" panose="02020603050405020304" pitchFamily="18" charset="0"/>
                <a:ea typeface="+mj-ea"/>
                <a:cs typeface="Times New Roman" panose="02020603050405020304" pitchFamily="18" charset="0"/>
              </a:rPr>
              <a:t>设</a:t>
            </a:r>
            <a:r>
              <a:rPr lang="en-US" altLang="zh-CN" sz="3200" i="1" kern="0" dirty="0">
                <a:solidFill>
                  <a:srgbClr val="000000"/>
                </a:solidFill>
                <a:latin typeface="Times New Roman" panose="02020603050405020304" pitchFamily="18" charset="0"/>
                <a:ea typeface="+mj-ea"/>
                <a:cs typeface="Times New Roman" panose="02020603050405020304" pitchFamily="18" charset="0"/>
              </a:rPr>
              <a:t>A</a:t>
            </a:r>
            <a:r>
              <a:rPr lang="zh-CN" altLang="en-US" sz="3200" kern="0" dirty="0">
                <a:solidFill>
                  <a:srgbClr val="000000"/>
                </a:solidFill>
                <a:latin typeface="Times New Roman" panose="02020603050405020304" pitchFamily="18" charset="0"/>
                <a:ea typeface="+mj-ea"/>
                <a:cs typeface="Times New Roman" panose="02020603050405020304" pitchFamily="18" charset="0"/>
              </a:rPr>
              <a:t>和</a:t>
            </a:r>
            <a:r>
              <a:rPr lang="en-US" altLang="zh-CN" sz="3200" i="1" kern="0" dirty="0">
                <a:solidFill>
                  <a:srgbClr val="000000"/>
                </a:solidFill>
                <a:latin typeface="Times New Roman" panose="02020603050405020304" pitchFamily="18" charset="0"/>
                <a:ea typeface="+mj-ea"/>
                <a:cs typeface="Times New Roman" panose="02020603050405020304" pitchFamily="18" charset="0"/>
              </a:rPr>
              <a:t>B</a:t>
            </a:r>
            <a:r>
              <a:rPr lang="zh-CN" altLang="en-US" sz="3200" kern="0" dirty="0">
                <a:solidFill>
                  <a:srgbClr val="000000"/>
                </a:solidFill>
                <a:latin typeface="Times New Roman" panose="02020603050405020304" pitchFamily="18" charset="0"/>
                <a:ea typeface="+mj-ea"/>
                <a:cs typeface="Times New Roman" panose="02020603050405020304" pitchFamily="18" charset="0"/>
              </a:rPr>
              <a:t>是两类不同的事件，若事件</a:t>
            </a:r>
            <a:r>
              <a:rPr lang="en-US" altLang="zh-CN" sz="3200" i="1" kern="0" dirty="0">
                <a:solidFill>
                  <a:srgbClr val="000000"/>
                </a:solidFill>
                <a:latin typeface="Times New Roman" panose="02020603050405020304" pitchFamily="18" charset="0"/>
                <a:ea typeface="+mj-ea"/>
                <a:cs typeface="Times New Roman" panose="02020603050405020304" pitchFamily="18" charset="0"/>
              </a:rPr>
              <a:t>A</a:t>
            </a:r>
            <a:r>
              <a:rPr lang="zh-CN" altLang="en-US" sz="3200" kern="0" dirty="0">
                <a:solidFill>
                  <a:srgbClr val="000000"/>
                </a:solidFill>
                <a:latin typeface="Times New Roman" panose="02020603050405020304" pitchFamily="18" charset="0"/>
                <a:ea typeface="+mj-ea"/>
                <a:cs typeface="Times New Roman" panose="02020603050405020304" pitchFamily="18" charset="0"/>
              </a:rPr>
              <a:t>有</a:t>
            </a:r>
            <a:r>
              <a:rPr lang="en-US" altLang="zh-CN" sz="3200" i="1" kern="0" dirty="0">
                <a:solidFill>
                  <a:srgbClr val="000000"/>
                </a:solidFill>
                <a:latin typeface="Times New Roman" panose="02020603050405020304" pitchFamily="18" charset="0"/>
                <a:ea typeface="+mj-ea"/>
                <a:cs typeface="Times New Roman" panose="02020603050405020304" pitchFamily="18" charset="0"/>
              </a:rPr>
              <a:t>m</a:t>
            </a:r>
            <a:r>
              <a:rPr lang="zh-CN" altLang="en-US" sz="3200" kern="0" dirty="0">
                <a:solidFill>
                  <a:srgbClr val="000000"/>
                </a:solidFill>
                <a:latin typeface="Times New Roman" panose="02020603050405020304" pitchFamily="18" charset="0"/>
                <a:ea typeface="+mj-ea"/>
                <a:cs typeface="Times New Roman" panose="02020603050405020304" pitchFamily="18" charset="0"/>
              </a:rPr>
              <a:t>种产生方式，事件</a:t>
            </a:r>
            <a:r>
              <a:rPr lang="en-US" altLang="zh-CN" sz="3200" i="1" kern="0" dirty="0">
                <a:solidFill>
                  <a:srgbClr val="000000"/>
                </a:solidFill>
                <a:latin typeface="Times New Roman" panose="02020603050405020304" pitchFamily="18" charset="0"/>
                <a:ea typeface="+mj-ea"/>
                <a:cs typeface="Times New Roman" panose="02020603050405020304" pitchFamily="18" charset="0"/>
              </a:rPr>
              <a:t>B</a:t>
            </a:r>
            <a:r>
              <a:rPr lang="zh-CN" altLang="en-US" sz="3200" kern="0" dirty="0">
                <a:solidFill>
                  <a:srgbClr val="000000"/>
                </a:solidFill>
                <a:latin typeface="Times New Roman" panose="02020603050405020304" pitchFamily="18" charset="0"/>
                <a:ea typeface="+mj-ea"/>
                <a:cs typeface="Times New Roman" panose="02020603050405020304" pitchFamily="18" charset="0"/>
              </a:rPr>
              <a:t>有</a:t>
            </a:r>
            <a:r>
              <a:rPr lang="en-US" altLang="zh-CN" sz="3200" i="1" kern="0" dirty="0">
                <a:solidFill>
                  <a:srgbClr val="000000"/>
                </a:solidFill>
                <a:latin typeface="Times New Roman" panose="02020603050405020304" pitchFamily="18" charset="0"/>
                <a:ea typeface="+mj-ea"/>
                <a:cs typeface="Times New Roman" panose="02020603050405020304" pitchFamily="18" charset="0"/>
              </a:rPr>
              <a:t>n</a:t>
            </a:r>
            <a:r>
              <a:rPr lang="zh-CN" altLang="en-US" sz="3200" kern="0" dirty="0">
                <a:solidFill>
                  <a:srgbClr val="000000"/>
                </a:solidFill>
                <a:latin typeface="Times New Roman" panose="02020603050405020304" pitchFamily="18" charset="0"/>
                <a:ea typeface="+mj-ea"/>
                <a:cs typeface="Times New Roman" panose="02020603050405020304" pitchFamily="18" charset="0"/>
              </a:rPr>
              <a:t>种产生方式，则“事件</a:t>
            </a:r>
            <a:r>
              <a:rPr lang="en-US" altLang="zh-CN" sz="3200" i="1" kern="0" dirty="0">
                <a:solidFill>
                  <a:srgbClr val="000000"/>
                </a:solidFill>
                <a:latin typeface="Times New Roman" panose="02020603050405020304" pitchFamily="18" charset="0"/>
                <a:ea typeface="+mj-ea"/>
                <a:cs typeface="Times New Roman" panose="02020603050405020304" pitchFamily="18" charset="0"/>
              </a:rPr>
              <a:t>A</a:t>
            </a:r>
            <a:r>
              <a:rPr lang="zh-CN" altLang="en-US" sz="3200" i="1" kern="0" dirty="0">
                <a:solidFill>
                  <a:srgbClr val="000000"/>
                </a:solidFill>
                <a:latin typeface="Times New Roman" panose="02020603050405020304" pitchFamily="18" charset="0"/>
                <a:ea typeface="+mj-ea"/>
                <a:cs typeface="Times New Roman" panose="02020603050405020304" pitchFamily="18" charset="0"/>
              </a:rPr>
              <a:t>与</a:t>
            </a:r>
            <a:r>
              <a:rPr lang="zh-CN" altLang="en-US" sz="3200" kern="0" dirty="0">
                <a:solidFill>
                  <a:srgbClr val="000000"/>
                </a:solidFill>
                <a:latin typeface="Times New Roman" panose="02020603050405020304" pitchFamily="18" charset="0"/>
                <a:ea typeface="+mj-ea"/>
                <a:cs typeface="Times New Roman" panose="02020603050405020304" pitchFamily="18" charset="0"/>
              </a:rPr>
              <a:t>事件</a:t>
            </a:r>
            <a:r>
              <a:rPr lang="en-US" altLang="zh-CN" sz="3200" i="1" kern="0" dirty="0">
                <a:solidFill>
                  <a:srgbClr val="000000"/>
                </a:solidFill>
                <a:latin typeface="Times New Roman" panose="02020603050405020304" pitchFamily="18" charset="0"/>
                <a:ea typeface="+mj-ea"/>
                <a:cs typeface="Times New Roman" panose="02020603050405020304" pitchFamily="18" charset="0"/>
              </a:rPr>
              <a:t>B</a:t>
            </a:r>
            <a:r>
              <a:rPr lang="zh-CN" altLang="en-US" sz="3200" kern="0" dirty="0">
                <a:solidFill>
                  <a:srgbClr val="000000"/>
                </a:solidFill>
                <a:latin typeface="Times New Roman" panose="02020603050405020304" pitchFamily="18" charset="0"/>
                <a:ea typeface="+mj-ea"/>
                <a:cs typeface="Times New Roman" panose="02020603050405020304" pitchFamily="18" charset="0"/>
              </a:rPr>
              <a:t>”有</a:t>
            </a:r>
            <a:r>
              <a:rPr lang="en-US" altLang="zh-CN" sz="3200" i="1" kern="0" dirty="0" err="1">
                <a:solidFill>
                  <a:srgbClr val="000000"/>
                </a:solidFill>
                <a:latin typeface="Times New Roman" panose="02020603050405020304" pitchFamily="18" charset="0"/>
                <a:ea typeface="+mj-ea"/>
                <a:cs typeface="Times New Roman" panose="02020603050405020304" pitchFamily="18" charset="0"/>
              </a:rPr>
              <a:t>mn</a:t>
            </a:r>
            <a:r>
              <a:rPr lang="zh-CN" altLang="en-US" sz="3200" kern="0" dirty="0">
                <a:solidFill>
                  <a:srgbClr val="000000"/>
                </a:solidFill>
                <a:latin typeface="Times New Roman" panose="02020603050405020304" pitchFamily="18" charset="0"/>
                <a:ea typeface="+mj-ea"/>
                <a:cs typeface="Times New Roman" panose="02020603050405020304" pitchFamily="18" charset="0"/>
              </a:rPr>
              <a:t>种产生方式。</a:t>
            </a:r>
            <a:endParaRPr lang="en-US" altLang="zh-CN" sz="3200" kern="0" dirty="0">
              <a:solidFill>
                <a:srgbClr val="000000"/>
              </a:solidFill>
              <a:latin typeface="Times New Roman" panose="02020603050405020304" pitchFamily="18" charset="0"/>
              <a:ea typeface="+mj-ea"/>
              <a:cs typeface="Times New Roman" panose="02020603050405020304" pitchFamily="18" charset="0"/>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Rectangle 2">
            <a:extLst>
              <a:ext uri="{FF2B5EF4-FFF2-40B4-BE49-F238E27FC236}">
                <a16:creationId xmlns:a16="http://schemas.microsoft.com/office/drawing/2014/main" id="{62724B98-C531-5FEC-63FD-3D0BFC3B0DBA}"/>
              </a:ext>
            </a:extLst>
          </p:cNvPr>
          <p:cNvSpPr>
            <a:spLocks noGrp="1" noChangeArrowheads="1"/>
          </p:cNvSpPr>
          <p:nvPr>
            <p:ph type="body" idx="1"/>
          </p:nvPr>
        </p:nvSpPr>
        <p:spPr>
          <a:xfrm>
            <a:off x="228600" y="152400"/>
            <a:ext cx="7620000" cy="609600"/>
          </a:xfrm>
        </p:spPr>
        <p:txBody>
          <a:bodyPr/>
          <a:lstStyle/>
          <a:p>
            <a:pPr eaLnBrk="1" hangingPunct="1">
              <a:buFontTx/>
              <a:buNone/>
            </a:pPr>
            <a:r>
              <a:rPr lang="en-US" altLang="zh-CN" sz="2800"/>
              <a:t>2 </a:t>
            </a:r>
            <a:r>
              <a:rPr lang="zh-CN" altLang="en-US" sz="2800"/>
              <a:t>排列与组合（续）</a:t>
            </a:r>
            <a:endParaRPr lang="en-US" altLang="zh-CN" sz="2800"/>
          </a:p>
        </p:txBody>
      </p:sp>
      <p:sp>
        <p:nvSpPr>
          <p:cNvPr id="2" name="矩形 1">
            <a:extLst>
              <a:ext uri="{FF2B5EF4-FFF2-40B4-BE49-F238E27FC236}">
                <a16:creationId xmlns:a16="http://schemas.microsoft.com/office/drawing/2014/main" id="{17A15740-E31B-6665-7D04-5CD4F820BF63}"/>
              </a:ext>
            </a:extLst>
          </p:cNvPr>
          <p:cNvSpPr/>
          <p:nvPr/>
        </p:nvSpPr>
        <p:spPr>
          <a:xfrm>
            <a:off x="228600" y="838200"/>
            <a:ext cx="8215313" cy="1384300"/>
          </a:xfrm>
          <a:prstGeom prst="rect">
            <a:avLst/>
          </a:prstGeom>
        </p:spPr>
        <p:txBody>
          <a:bodyPr>
            <a:spAutoFit/>
          </a:bodyPr>
          <a:lstStyle/>
          <a:p>
            <a:pPr eaLnBrk="1" hangingPunct="1">
              <a:defRPr/>
            </a:pPr>
            <a:r>
              <a:rPr lang="zh-CN" altLang="en-US" sz="2800" b="1" kern="0" dirty="0">
                <a:solidFill>
                  <a:srgbClr val="000000"/>
                </a:solidFill>
                <a:latin typeface="Times New Roman" panose="02020603050405020304" pitchFamily="18" charset="0"/>
                <a:ea typeface="+mn-ea"/>
                <a:cs typeface="Times New Roman" panose="02020603050405020304" pitchFamily="18" charset="0"/>
              </a:rPr>
              <a:t>例子</a:t>
            </a:r>
            <a:r>
              <a:rPr lang="en-US" altLang="zh-CN" sz="2800" b="1" kern="0" dirty="0">
                <a:solidFill>
                  <a:srgbClr val="000000"/>
                </a:solidFill>
                <a:latin typeface="Times New Roman" panose="02020603050405020304" pitchFamily="18" charset="0"/>
                <a:ea typeface="+mn-ea"/>
                <a:cs typeface="Times New Roman" panose="02020603050405020304" pitchFamily="18" charset="0"/>
              </a:rPr>
              <a:t>1</a:t>
            </a:r>
            <a:r>
              <a:rPr lang="zh-CN" altLang="en-US" sz="2800" b="1" kern="0" dirty="0">
                <a:solidFill>
                  <a:srgbClr val="000000"/>
                </a:solidFill>
                <a:latin typeface="Times New Roman" panose="02020603050405020304" pitchFamily="18" charset="0"/>
                <a:ea typeface="+mn-ea"/>
                <a:cs typeface="Times New Roman" panose="02020603050405020304" pitchFamily="18" charset="0"/>
              </a:rPr>
              <a:t> </a:t>
            </a:r>
            <a:r>
              <a:rPr lang="zh-CN" altLang="en-US" sz="2800" kern="0" dirty="0">
                <a:solidFill>
                  <a:srgbClr val="000000"/>
                </a:solidFill>
                <a:latin typeface="Times New Roman" panose="02020603050405020304" pitchFamily="18" charset="0"/>
                <a:ea typeface="+mn-ea"/>
                <a:cs typeface="Times New Roman" panose="02020603050405020304" pitchFamily="18" charset="0"/>
              </a:rPr>
              <a:t>一个学生想选修一门数学课程或一门生物课程，但两者不同时选，如果学校开有</a:t>
            </a:r>
            <a:r>
              <a:rPr lang="en-US" altLang="zh-CN" sz="2800" kern="0" dirty="0">
                <a:solidFill>
                  <a:srgbClr val="000000"/>
                </a:solidFill>
                <a:latin typeface="Times New Roman" panose="02020603050405020304" pitchFamily="18" charset="0"/>
                <a:ea typeface="+mn-ea"/>
                <a:cs typeface="Times New Roman" panose="02020603050405020304" pitchFamily="18" charset="0"/>
              </a:rPr>
              <a:t>4</a:t>
            </a:r>
            <a:r>
              <a:rPr lang="zh-CN" altLang="en-US" sz="2800" kern="0" dirty="0">
                <a:solidFill>
                  <a:srgbClr val="000000"/>
                </a:solidFill>
                <a:latin typeface="Times New Roman" panose="02020603050405020304" pitchFamily="18" charset="0"/>
                <a:ea typeface="+mn-ea"/>
                <a:cs typeface="Times New Roman" panose="02020603050405020304" pitchFamily="18" charset="0"/>
              </a:rPr>
              <a:t>门数学课程和</a:t>
            </a:r>
            <a:r>
              <a:rPr lang="en-US" altLang="zh-CN" sz="2800" kern="0" dirty="0">
                <a:solidFill>
                  <a:srgbClr val="000000"/>
                </a:solidFill>
                <a:latin typeface="Times New Roman" panose="02020603050405020304" pitchFamily="18" charset="0"/>
                <a:ea typeface="+mn-ea"/>
                <a:cs typeface="Times New Roman" panose="02020603050405020304" pitchFamily="18" charset="0"/>
              </a:rPr>
              <a:t>3</a:t>
            </a:r>
            <a:r>
              <a:rPr lang="zh-CN" altLang="en-US" sz="2800" kern="0" dirty="0">
                <a:solidFill>
                  <a:srgbClr val="000000"/>
                </a:solidFill>
                <a:latin typeface="Times New Roman" panose="02020603050405020304" pitchFamily="18" charset="0"/>
                <a:ea typeface="+mn-ea"/>
                <a:cs typeface="Times New Roman" panose="02020603050405020304" pitchFamily="18" charset="0"/>
              </a:rPr>
              <a:t>门生物课程，则该学生可以有</a:t>
            </a:r>
            <a:r>
              <a:rPr lang="en-US" altLang="zh-CN" sz="2800" kern="0" dirty="0">
                <a:solidFill>
                  <a:srgbClr val="000000"/>
                </a:solidFill>
                <a:latin typeface="Times New Roman" panose="02020603050405020304" pitchFamily="18" charset="0"/>
                <a:ea typeface="+mn-ea"/>
                <a:cs typeface="Times New Roman" panose="02020603050405020304" pitchFamily="18" charset="0"/>
              </a:rPr>
              <a:t>7</a:t>
            </a:r>
            <a:r>
              <a:rPr lang="zh-CN" altLang="en-US" sz="2800" kern="0" dirty="0">
                <a:solidFill>
                  <a:srgbClr val="000000"/>
                </a:solidFill>
                <a:latin typeface="Times New Roman" panose="02020603050405020304" pitchFamily="18" charset="0"/>
                <a:ea typeface="+mn-ea"/>
                <a:cs typeface="Times New Roman" panose="02020603050405020304" pitchFamily="18" charset="0"/>
              </a:rPr>
              <a:t>种不同的选课方式。</a:t>
            </a:r>
            <a:endParaRPr lang="en-US" altLang="zh-CN" sz="2800" kern="0" dirty="0">
              <a:solidFill>
                <a:srgbClr val="000000"/>
              </a:solidFill>
              <a:latin typeface="Times New Roman" panose="02020603050405020304" pitchFamily="18" charset="0"/>
              <a:ea typeface="+mn-ea"/>
              <a:cs typeface="Times New Roman" panose="02020603050405020304" pitchFamily="18" charset="0"/>
            </a:endParaRPr>
          </a:p>
        </p:txBody>
      </p:sp>
      <mc:AlternateContent xmlns:mc="http://schemas.openxmlformats.org/markup-compatibility/2006" xmlns:a14="http://schemas.microsoft.com/office/drawing/2010/main">
        <mc:Choice Requires="a14">
          <p:sp>
            <p:nvSpPr>
              <p:cNvPr id="3" name="矩形 2">
                <a:extLst>
                  <a:ext uri="{FF2B5EF4-FFF2-40B4-BE49-F238E27FC236}">
                    <a16:creationId xmlns:a16="http://schemas.microsoft.com/office/drawing/2014/main" id="{91902929-52F9-CFE7-F97C-D8DFCAB21F82}"/>
                  </a:ext>
                </a:extLst>
              </p:cNvPr>
              <p:cNvSpPr/>
              <p:nvPr/>
            </p:nvSpPr>
            <p:spPr>
              <a:xfrm>
                <a:off x="228600" y="2436813"/>
                <a:ext cx="8286750" cy="954107"/>
              </a:xfrm>
              <a:prstGeom prst="rect">
                <a:avLst/>
              </a:prstGeom>
            </p:spPr>
            <p:txBody>
              <a:bodyPr>
                <a:spAutoFit/>
              </a:bodyPr>
              <a:lstStyle/>
              <a:p>
                <a:pPr eaLnBrk="1" hangingPunct="1">
                  <a:defRPr/>
                </a:pPr>
                <a:r>
                  <a:rPr lang="zh-CN" altLang="en-US" sz="2800" b="1" kern="0" dirty="0">
                    <a:solidFill>
                      <a:srgbClr val="000000"/>
                    </a:solidFill>
                    <a:latin typeface="Times New Roman" panose="02020603050405020304" pitchFamily="18" charset="0"/>
                    <a:ea typeface="+mn-ea"/>
                    <a:cs typeface="Times New Roman" panose="02020603050405020304" pitchFamily="18" charset="0"/>
                  </a:rPr>
                  <a:t>例 子</a:t>
                </a:r>
                <a:r>
                  <a:rPr lang="en-US" altLang="zh-CN" sz="2800" b="1" kern="0" dirty="0">
                    <a:solidFill>
                      <a:srgbClr val="000000"/>
                    </a:solidFill>
                    <a:latin typeface="Times New Roman" panose="02020603050405020304" pitchFamily="18" charset="0"/>
                    <a:ea typeface="+mn-ea"/>
                    <a:cs typeface="Times New Roman" panose="02020603050405020304" pitchFamily="18" charset="0"/>
                  </a:rPr>
                  <a:t>2 </a:t>
                </a:r>
                <a:r>
                  <a:rPr lang="zh-CN" altLang="en-US" sz="2800" kern="0" dirty="0">
                    <a:solidFill>
                      <a:srgbClr val="000000"/>
                    </a:solidFill>
                    <a:latin typeface="Times New Roman" panose="02020603050405020304" pitchFamily="18" charset="0"/>
                    <a:ea typeface="+mn-ea"/>
                    <a:cs typeface="Times New Roman" panose="02020603050405020304" pitchFamily="18" charset="0"/>
                  </a:rPr>
                  <a:t>设</a:t>
                </a:r>
                <a:r>
                  <a:rPr lang="en-US" altLang="zh-CN" sz="2800" i="1" kern="0" dirty="0">
                    <a:solidFill>
                      <a:srgbClr val="000000"/>
                    </a:solidFill>
                    <a:latin typeface="Times New Roman" panose="02020603050405020304" pitchFamily="18" charset="0"/>
                    <a:ea typeface="+mn-ea"/>
                    <a:cs typeface="Times New Roman" panose="02020603050405020304" pitchFamily="18" charset="0"/>
                  </a:rPr>
                  <a:t>A</a:t>
                </a:r>
                <a:r>
                  <a:rPr lang="zh-CN" altLang="en-US" sz="2800" kern="0" dirty="0">
                    <a:solidFill>
                      <a:srgbClr val="000000"/>
                    </a:solidFill>
                    <a:latin typeface="Times New Roman" panose="02020603050405020304" pitchFamily="18" charset="0"/>
                    <a:ea typeface="+mn-ea"/>
                    <a:cs typeface="Times New Roman" panose="02020603050405020304" pitchFamily="18" charset="0"/>
                  </a:rPr>
                  <a:t>到</a:t>
                </a:r>
                <a:r>
                  <a:rPr lang="en-US" altLang="zh-CN" sz="2800" i="1" kern="0" dirty="0">
                    <a:solidFill>
                      <a:srgbClr val="000000"/>
                    </a:solidFill>
                    <a:latin typeface="Times New Roman" panose="02020603050405020304" pitchFamily="18" charset="0"/>
                    <a:ea typeface="+mn-ea"/>
                    <a:cs typeface="Times New Roman" panose="02020603050405020304" pitchFamily="18" charset="0"/>
                  </a:rPr>
                  <a:t>B</a:t>
                </a:r>
                <a:r>
                  <a:rPr lang="zh-CN" altLang="en-US" sz="2800" kern="0" dirty="0">
                    <a:solidFill>
                      <a:srgbClr val="000000"/>
                    </a:solidFill>
                    <a:latin typeface="Times New Roman" panose="02020603050405020304" pitchFamily="18" charset="0"/>
                    <a:ea typeface="+mn-ea"/>
                    <a:cs typeface="Times New Roman" panose="02020603050405020304" pitchFamily="18" charset="0"/>
                  </a:rPr>
                  <a:t>有</a:t>
                </a:r>
                <a:r>
                  <a:rPr lang="en-US" altLang="zh-CN" sz="2800" kern="0" dirty="0">
                    <a:solidFill>
                      <a:srgbClr val="000000"/>
                    </a:solidFill>
                    <a:latin typeface="Times New Roman" panose="02020603050405020304" pitchFamily="18" charset="0"/>
                    <a:ea typeface="+mn-ea"/>
                    <a:cs typeface="Times New Roman" panose="02020603050405020304" pitchFamily="18" charset="0"/>
                  </a:rPr>
                  <a:t>3</a:t>
                </a:r>
                <a:r>
                  <a:rPr lang="zh-CN" altLang="en-US" sz="2800" kern="0" dirty="0">
                    <a:solidFill>
                      <a:srgbClr val="000000"/>
                    </a:solidFill>
                    <a:latin typeface="Times New Roman" panose="02020603050405020304" pitchFamily="18" charset="0"/>
                    <a:ea typeface="+mn-ea"/>
                    <a:cs typeface="Times New Roman" panose="02020603050405020304" pitchFamily="18" charset="0"/>
                  </a:rPr>
                  <a:t>条不同的路径，</a:t>
                </a:r>
                <a:r>
                  <a:rPr lang="en-US" altLang="zh-CN" sz="2800" i="1" kern="0" dirty="0">
                    <a:solidFill>
                      <a:srgbClr val="000000"/>
                    </a:solidFill>
                    <a:latin typeface="Times New Roman" panose="02020603050405020304" pitchFamily="18" charset="0"/>
                    <a:ea typeface="+mn-ea"/>
                    <a:cs typeface="Times New Roman" panose="02020603050405020304" pitchFamily="18" charset="0"/>
                  </a:rPr>
                  <a:t>B</a:t>
                </a:r>
                <a:r>
                  <a:rPr lang="zh-CN" altLang="en-US" sz="2800" kern="0" dirty="0">
                    <a:solidFill>
                      <a:srgbClr val="000000"/>
                    </a:solidFill>
                    <a:latin typeface="Times New Roman" panose="02020603050405020304" pitchFamily="18" charset="0"/>
                    <a:ea typeface="+mn-ea"/>
                    <a:cs typeface="Times New Roman" panose="02020603050405020304" pitchFamily="18" charset="0"/>
                  </a:rPr>
                  <a:t>到</a:t>
                </a:r>
                <a:r>
                  <a:rPr lang="en-US" altLang="zh-CN" sz="2800" i="1" kern="0" dirty="0">
                    <a:solidFill>
                      <a:srgbClr val="000000"/>
                    </a:solidFill>
                    <a:latin typeface="Times New Roman" panose="02020603050405020304" pitchFamily="18" charset="0"/>
                    <a:ea typeface="+mn-ea"/>
                    <a:cs typeface="Times New Roman" panose="02020603050405020304" pitchFamily="18" charset="0"/>
                  </a:rPr>
                  <a:t>C</a:t>
                </a:r>
                <a:r>
                  <a:rPr lang="zh-CN" altLang="en-US" sz="2800" kern="0" dirty="0">
                    <a:solidFill>
                      <a:srgbClr val="000000"/>
                    </a:solidFill>
                    <a:latin typeface="Times New Roman" panose="02020603050405020304" pitchFamily="18" charset="0"/>
                    <a:ea typeface="+mn-ea"/>
                    <a:cs typeface="Times New Roman" panose="02020603050405020304" pitchFamily="18" charset="0"/>
                  </a:rPr>
                  <a:t>也有</a:t>
                </a:r>
                <a:r>
                  <a:rPr lang="en-US" altLang="zh-CN" sz="2800" kern="0" dirty="0">
                    <a:solidFill>
                      <a:srgbClr val="000000"/>
                    </a:solidFill>
                    <a:latin typeface="Times New Roman" panose="02020603050405020304" pitchFamily="18" charset="0"/>
                    <a:ea typeface="+mn-ea"/>
                    <a:cs typeface="Times New Roman" panose="02020603050405020304" pitchFamily="18" charset="0"/>
                  </a:rPr>
                  <a:t>3</a:t>
                </a:r>
                <a:r>
                  <a:rPr lang="zh-CN" altLang="en-US" sz="2800" kern="0" dirty="0">
                    <a:solidFill>
                      <a:srgbClr val="000000"/>
                    </a:solidFill>
                    <a:latin typeface="Times New Roman" panose="02020603050405020304" pitchFamily="18" charset="0"/>
                    <a:ea typeface="+mn-ea"/>
                    <a:cs typeface="Times New Roman" panose="02020603050405020304" pitchFamily="18" charset="0"/>
                  </a:rPr>
                  <a:t>条不同的路径，则从</a:t>
                </a:r>
                <a:r>
                  <a:rPr lang="en-US" altLang="zh-CN" sz="2800" i="1" kern="0" dirty="0">
                    <a:solidFill>
                      <a:srgbClr val="000000"/>
                    </a:solidFill>
                    <a:latin typeface="Times New Roman" panose="02020603050405020304" pitchFamily="18" charset="0"/>
                    <a:ea typeface="+mn-ea"/>
                    <a:cs typeface="Times New Roman" panose="02020603050405020304" pitchFamily="18" charset="0"/>
                  </a:rPr>
                  <a:t>A</a:t>
                </a:r>
                <a:r>
                  <a:rPr lang="zh-CN" altLang="en-US" sz="2800" kern="0" dirty="0">
                    <a:solidFill>
                      <a:srgbClr val="000000"/>
                    </a:solidFill>
                    <a:latin typeface="Times New Roman" panose="02020603050405020304" pitchFamily="18" charset="0"/>
                    <a:ea typeface="+mn-ea"/>
                    <a:cs typeface="Times New Roman" panose="02020603050405020304" pitchFamily="18" charset="0"/>
                  </a:rPr>
                  <a:t>经过</a:t>
                </a:r>
                <a:r>
                  <a:rPr lang="en-US" altLang="zh-CN" sz="2800" i="1" kern="0" dirty="0">
                    <a:solidFill>
                      <a:srgbClr val="000000"/>
                    </a:solidFill>
                    <a:latin typeface="Times New Roman" panose="02020603050405020304" pitchFamily="18" charset="0"/>
                    <a:ea typeface="+mn-ea"/>
                    <a:cs typeface="Times New Roman" panose="02020603050405020304" pitchFamily="18" charset="0"/>
                  </a:rPr>
                  <a:t>B</a:t>
                </a:r>
                <a:r>
                  <a:rPr lang="zh-CN" altLang="en-US" sz="2800" kern="0" dirty="0">
                    <a:solidFill>
                      <a:srgbClr val="000000"/>
                    </a:solidFill>
                    <a:latin typeface="Times New Roman" panose="02020603050405020304" pitchFamily="18" charset="0"/>
                    <a:ea typeface="+mn-ea"/>
                    <a:cs typeface="Times New Roman" panose="02020603050405020304" pitchFamily="18" charset="0"/>
                  </a:rPr>
                  <a:t>到</a:t>
                </a:r>
                <a:r>
                  <a:rPr lang="en-US" altLang="zh-CN" sz="2800" i="1" kern="0" dirty="0">
                    <a:solidFill>
                      <a:srgbClr val="000000"/>
                    </a:solidFill>
                    <a:latin typeface="Times New Roman" panose="02020603050405020304" pitchFamily="18" charset="0"/>
                    <a:ea typeface="+mn-ea"/>
                    <a:cs typeface="Times New Roman" panose="02020603050405020304" pitchFamily="18" charset="0"/>
                  </a:rPr>
                  <a:t>C</a:t>
                </a:r>
                <a:r>
                  <a:rPr lang="zh-CN" altLang="en-US" sz="2800" kern="0" dirty="0">
                    <a:solidFill>
                      <a:srgbClr val="000000"/>
                    </a:solidFill>
                    <a:latin typeface="Times New Roman" panose="02020603050405020304" pitchFamily="18" charset="0"/>
                    <a:ea typeface="+mn-ea"/>
                    <a:cs typeface="Times New Roman" panose="02020603050405020304" pitchFamily="18" charset="0"/>
                  </a:rPr>
                  <a:t>有</a:t>
                </a:r>
                <a14:m>
                  <m:oMath xmlns:m="http://schemas.openxmlformats.org/officeDocument/2006/math">
                    <m:r>
                      <a:rPr lang="en-US" altLang="zh-CN" sz="2800" b="0" i="1" kern="0" dirty="0">
                        <a:solidFill>
                          <a:srgbClr val="000000"/>
                        </a:solidFill>
                        <a:latin typeface="Cambria Math" panose="02040503050406030204" pitchFamily="18" charset="0"/>
                        <a:ea typeface="+mn-ea"/>
                        <a:cs typeface="Times New Roman" panose="02020603050405020304" pitchFamily="18" charset="0"/>
                      </a:rPr>
                      <m:t>3</m:t>
                    </m:r>
                    <m:r>
                      <a:rPr lang="en-US" altLang="zh-CN" sz="2800" b="0" i="1" kern="0" dirty="0" smtClean="0">
                        <a:solidFill>
                          <a:srgbClr val="000000"/>
                        </a:solidFill>
                        <a:latin typeface="Cambria Math" panose="02040503050406030204" pitchFamily="18" charset="0"/>
                        <a:ea typeface="Cambria Math" panose="02040503050406030204" pitchFamily="18" charset="0"/>
                        <a:cs typeface="Times New Roman" panose="02020603050405020304" pitchFamily="18" charset="0"/>
                      </a:rPr>
                      <m:t>∙</m:t>
                    </m:r>
                    <m:r>
                      <a:rPr lang="en-US" altLang="zh-CN" sz="2800" b="0" i="1" kern="0" dirty="0">
                        <a:solidFill>
                          <a:srgbClr val="000000"/>
                        </a:solidFill>
                        <a:latin typeface="Cambria Math" panose="02040503050406030204" pitchFamily="18" charset="0"/>
                        <a:ea typeface="Cambria Math" panose="02040503050406030204" pitchFamily="18" charset="0"/>
                        <a:cs typeface="Times New Roman" panose="02020603050405020304" pitchFamily="18" charset="0"/>
                      </a:rPr>
                      <m:t>3</m:t>
                    </m:r>
                    <m:r>
                      <a:rPr lang="en-US" altLang="zh-CN" sz="2800" b="0" i="1" kern="0" smtClean="0">
                        <a:solidFill>
                          <a:srgbClr val="000000"/>
                        </a:solidFill>
                        <a:latin typeface="Cambria Math" panose="02040503050406030204" pitchFamily="18" charset="0"/>
                        <a:ea typeface="+mn-ea"/>
                        <a:cs typeface="Times New Roman" panose="02020603050405020304" pitchFamily="18" charset="0"/>
                      </a:rPr>
                      <m:t>=</m:t>
                    </m:r>
                    <m:r>
                      <a:rPr lang="en-US" altLang="zh-CN" sz="2800" b="0" i="1" kern="0">
                        <a:solidFill>
                          <a:srgbClr val="000000"/>
                        </a:solidFill>
                        <a:latin typeface="Cambria Math" panose="02040503050406030204" pitchFamily="18" charset="0"/>
                        <a:ea typeface="+mn-ea"/>
                        <a:cs typeface="Times New Roman" panose="02020603050405020304" pitchFamily="18" charset="0"/>
                      </a:rPr>
                      <m:t>9</m:t>
                    </m:r>
                  </m:oMath>
                </a14:m>
                <a:r>
                  <a:rPr lang="zh-CN" altLang="en-US" sz="2800" kern="0" dirty="0">
                    <a:solidFill>
                      <a:srgbClr val="000000"/>
                    </a:solidFill>
                    <a:latin typeface="Times New Roman" panose="02020603050405020304" pitchFamily="18" charset="0"/>
                    <a:ea typeface="+mn-ea"/>
                    <a:cs typeface="Times New Roman" panose="02020603050405020304" pitchFamily="18" charset="0"/>
                  </a:rPr>
                  <a:t>条不同的路径。</a:t>
                </a:r>
                <a:endParaRPr lang="en-US" altLang="zh-CN" sz="2800" kern="0" dirty="0">
                  <a:solidFill>
                    <a:srgbClr val="000000"/>
                  </a:solidFill>
                  <a:latin typeface="Times New Roman" panose="02020603050405020304" pitchFamily="18" charset="0"/>
                  <a:ea typeface="+mn-ea"/>
                  <a:cs typeface="Times New Roman" panose="02020603050405020304" pitchFamily="18" charset="0"/>
                </a:endParaRPr>
              </a:p>
            </p:txBody>
          </p:sp>
        </mc:Choice>
        <mc:Fallback xmlns="">
          <p:sp>
            <p:nvSpPr>
              <p:cNvPr id="3" name="矩形 2">
                <a:extLst>
                  <a:ext uri="{FF2B5EF4-FFF2-40B4-BE49-F238E27FC236}">
                    <a16:creationId xmlns:a16="http://schemas.microsoft.com/office/drawing/2014/main" id="{91902929-52F9-CFE7-F97C-D8DFCAB21F82}"/>
                  </a:ext>
                </a:extLst>
              </p:cNvPr>
              <p:cNvSpPr>
                <a:spLocks noRot="1" noChangeAspect="1" noMove="1" noResize="1" noEditPoints="1" noAdjustHandles="1" noChangeArrowheads="1" noChangeShapeType="1" noTextEdit="1"/>
              </p:cNvSpPr>
              <p:nvPr/>
            </p:nvSpPr>
            <p:spPr>
              <a:xfrm>
                <a:off x="228600" y="2436813"/>
                <a:ext cx="8286750" cy="954107"/>
              </a:xfrm>
              <a:prstGeom prst="rect">
                <a:avLst/>
              </a:prstGeom>
              <a:blipFill>
                <a:blip r:embed="rId3"/>
                <a:stretch>
                  <a:fillRect l="-1545" t="-8974" r="-221" b="-17949"/>
                </a:stretch>
              </a:blipFill>
            </p:spPr>
            <p:txBody>
              <a:bodyPr/>
              <a:lstStyle/>
              <a:p>
                <a:r>
                  <a:rPr lang="zh-CN" altLang="en-US">
                    <a:noFill/>
                  </a:rPr>
                  <a:t> </a:t>
                </a:r>
              </a:p>
            </p:txBody>
          </p:sp>
        </mc:Fallback>
      </mc:AlternateContent>
      <p:pic>
        <p:nvPicPr>
          <p:cNvPr id="14342" name="Picture 3">
            <a:extLst>
              <a:ext uri="{FF2B5EF4-FFF2-40B4-BE49-F238E27FC236}">
                <a16:creationId xmlns:a16="http://schemas.microsoft.com/office/drawing/2014/main" id="{3563F434-25FF-F6C7-7489-090912148776}"/>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085975" y="3579813"/>
            <a:ext cx="4314825" cy="12144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 name="矩形 5">
            <a:extLst>
              <a:ext uri="{FF2B5EF4-FFF2-40B4-BE49-F238E27FC236}">
                <a16:creationId xmlns:a16="http://schemas.microsoft.com/office/drawing/2014/main" id="{8C1B5215-CFAC-59E2-100E-FA1BBB925C93}"/>
              </a:ext>
            </a:extLst>
          </p:cNvPr>
          <p:cNvSpPr/>
          <p:nvPr/>
        </p:nvSpPr>
        <p:spPr>
          <a:xfrm>
            <a:off x="300038" y="5056188"/>
            <a:ext cx="8215312" cy="523875"/>
          </a:xfrm>
          <a:prstGeom prst="rect">
            <a:avLst/>
          </a:prstGeom>
        </p:spPr>
        <p:txBody>
          <a:bodyPr>
            <a:spAutoFit/>
          </a:bodyPr>
          <a:lstStyle/>
          <a:p>
            <a:pPr eaLnBrk="1" hangingPunct="1">
              <a:defRPr/>
            </a:pPr>
            <a:r>
              <a:rPr lang="zh-CN" altLang="en-US" sz="2800" b="1" kern="0" dirty="0">
                <a:solidFill>
                  <a:srgbClr val="000000"/>
                </a:solidFill>
                <a:latin typeface="Times New Roman" panose="02020603050405020304" pitchFamily="18" charset="0"/>
                <a:ea typeface="+mn-ea"/>
                <a:cs typeface="Times New Roman" panose="02020603050405020304" pitchFamily="18" charset="0"/>
              </a:rPr>
              <a:t>例子</a:t>
            </a:r>
            <a:r>
              <a:rPr lang="en-US" altLang="zh-CN" sz="2800" b="1" kern="0" dirty="0">
                <a:solidFill>
                  <a:srgbClr val="000000"/>
                </a:solidFill>
                <a:latin typeface="Times New Roman" panose="02020603050405020304" pitchFamily="18" charset="0"/>
                <a:ea typeface="+mn-ea"/>
                <a:cs typeface="Times New Roman" panose="02020603050405020304" pitchFamily="18" charset="0"/>
              </a:rPr>
              <a:t>3 </a:t>
            </a:r>
            <a:r>
              <a:rPr lang="zh-CN" altLang="en-US" sz="2800" kern="0" dirty="0">
                <a:solidFill>
                  <a:srgbClr val="000000"/>
                </a:solidFill>
                <a:latin typeface="Times New Roman" panose="02020603050405020304" pitchFamily="18" charset="0"/>
                <a:ea typeface="+mn-ea"/>
                <a:cs typeface="Times New Roman" panose="02020603050405020304" pitchFamily="18" charset="0"/>
              </a:rPr>
              <a:t>比</a:t>
            </a:r>
            <a:r>
              <a:rPr lang="en-US" altLang="zh-CN" sz="2800" kern="0" dirty="0">
                <a:solidFill>
                  <a:srgbClr val="000000"/>
                </a:solidFill>
                <a:latin typeface="Times New Roman" panose="02020603050405020304" pitchFamily="18" charset="0"/>
                <a:ea typeface="+mn-ea"/>
                <a:cs typeface="Times New Roman" panose="02020603050405020304" pitchFamily="18" charset="0"/>
              </a:rPr>
              <a:t>10000</a:t>
            </a:r>
            <a:r>
              <a:rPr lang="zh-CN" altLang="en-US" sz="2800" kern="0" dirty="0">
                <a:solidFill>
                  <a:srgbClr val="000000"/>
                </a:solidFill>
                <a:latin typeface="Times New Roman" panose="02020603050405020304" pitchFamily="18" charset="0"/>
                <a:ea typeface="+mn-ea"/>
                <a:cs typeface="Times New Roman" panose="02020603050405020304" pitchFamily="18" charset="0"/>
              </a:rPr>
              <a:t>小且数字中含有</a:t>
            </a:r>
            <a:r>
              <a:rPr lang="en-US" altLang="zh-CN" sz="2800" kern="0" dirty="0">
                <a:solidFill>
                  <a:srgbClr val="000000"/>
                </a:solidFill>
                <a:latin typeface="Times New Roman" panose="02020603050405020304" pitchFamily="18" charset="0"/>
                <a:ea typeface="+mn-ea"/>
                <a:cs typeface="Times New Roman" panose="02020603050405020304" pitchFamily="18" charset="0"/>
              </a:rPr>
              <a:t>1</a:t>
            </a:r>
            <a:r>
              <a:rPr lang="zh-CN" altLang="en-US" sz="2800" kern="0" dirty="0">
                <a:solidFill>
                  <a:srgbClr val="000000"/>
                </a:solidFill>
                <a:latin typeface="Times New Roman" panose="02020603050405020304" pitchFamily="18" charset="0"/>
                <a:ea typeface="+mn-ea"/>
                <a:cs typeface="Times New Roman" panose="02020603050405020304" pitchFamily="18" charset="0"/>
              </a:rPr>
              <a:t>的正整数个数</a:t>
            </a:r>
            <a:r>
              <a:rPr lang="en-US" altLang="zh-CN" sz="2800" kern="0" dirty="0">
                <a:solidFill>
                  <a:srgbClr val="000000"/>
                </a:solidFill>
                <a:latin typeface="Times New Roman" panose="02020603050405020304" pitchFamily="18" charset="0"/>
                <a:ea typeface="+mn-ea"/>
                <a:cs typeface="Times New Roman" panose="02020603050405020304" pitchFamily="18" charset="0"/>
              </a:rPr>
              <a:t>?</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Rectangle 2">
            <a:extLst>
              <a:ext uri="{FF2B5EF4-FFF2-40B4-BE49-F238E27FC236}">
                <a16:creationId xmlns:a16="http://schemas.microsoft.com/office/drawing/2014/main" id="{69DFE244-6B17-415E-3A2F-F5FA88F26577}"/>
              </a:ext>
            </a:extLst>
          </p:cNvPr>
          <p:cNvSpPr>
            <a:spLocks noGrp="1" noChangeArrowheads="1"/>
          </p:cNvSpPr>
          <p:nvPr>
            <p:ph type="body" idx="1"/>
          </p:nvPr>
        </p:nvSpPr>
        <p:spPr>
          <a:xfrm>
            <a:off x="228600" y="152400"/>
            <a:ext cx="7772400" cy="609600"/>
          </a:xfrm>
        </p:spPr>
        <p:txBody>
          <a:bodyPr/>
          <a:lstStyle/>
          <a:p>
            <a:pPr eaLnBrk="1" hangingPunct="1">
              <a:buFontTx/>
              <a:buNone/>
            </a:pPr>
            <a:r>
              <a:rPr lang="en-US" altLang="zh-CN"/>
              <a:t>2 </a:t>
            </a:r>
            <a:r>
              <a:rPr lang="zh-CN" altLang="en-US"/>
              <a:t>排列与组合（续）</a:t>
            </a:r>
            <a:endParaRPr lang="en-US" altLang="zh-CN"/>
          </a:p>
        </p:txBody>
      </p:sp>
      <p:sp>
        <p:nvSpPr>
          <p:cNvPr id="2" name="矩形 1">
            <a:extLst>
              <a:ext uri="{FF2B5EF4-FFF2-40B4-BE49-F238E27FC236}">
                <a16:creationId xmlns:a16="http://schemas.microsoft.com/office/drawing/2014/main" id="{51838C92-1A3F-248E-C3FE-97039737CFBA}"/>
              </a:ext>
            </a:extLst>
          </p:cNvPr>
          <p:cNvSpPr/>
          <p:nvPr/>
        </p:nvSpPr>
        <p:spPr>
          <a:xfrm>
            <a:off x="303213" y="1370013"/>
            <a:ext cx="8286750" cy="1949508"/>
          </a:xfrm>
          <a:prstGeom prst="rect">
            <a:avLst/>
          </a:prstGeom>
        </p:spPr>
        <p:txBody>
          <a:bodyPr>
            <a:spAutoFit/>
          </a:bodyPr>
          <a:lstStyle/>
          <a:p>
            <a:pPr marL="514350" indent="-514350" eaLnBrk="1" hangingPunct="1">
              <a:lnSpc>
                <a:spcPct val="150000"/>
              </a:lnSpc>
              <a:buFont typeface="+mj-lt"/>
              <a:buAutoNum type="arabicPeriod"/>
              <a:defRPr/>
            </a:pPr>
            <a:r>
              <a:rPr lang="zh-CN" altLang="en-US" sz="2800" kern="0" dirty="0">
                <a:solidFill>
                  <a:srgbClr val="000000"/>
                </a:solidFill>
                <a:latin typeface="宋体" pitchFamily="2" charset="-122"/>
                <a:cs typeface="Tahoma"/>
              </a:rPr>
              <a:t>不允许重复的排列、不允许重复的组合</a:t>
            </a:r>
            <a:endParaRPr lang="en-US" altLang="zh-CN" sz="2800" kern="0" dirty="0">
              <a:solidFill>
                <a:srgbClr val="000000"/>
              </a:solidFill>
              <a:latin typeface="宋体" pitchFamily="2" charset="-122"/>
              <a:cs typeface="Tahoma"/>
            </a:endParaRPr>
          </a:p>
          <a:p>
            <a:pPr marL="514350" indent="-514350" eaLnBrk="1" hangingPunct="1">
              <a:lnSpc>
                <a:spcPct val="150000"/>
              </a:lnSpc>
              <a:buFont typeface="+mj-lt"/>
              <a:buAutoNum type="arabicPeriod"/>
              <a:defRPr/>
            </a:pPr>
            <a:r>
              <a:rPr lang="zh-CN" altLang="en-US" sz="2800" kern="0" dirty="0">
                <a:solidFill>
                  <a:srgbClr val="000000"/>
                </a:solidFill>
                <a:latin typeface="宋体" pitchFamily="2" charset="-122"/>
                <a:cs typeface="Tahoma"/>
              </a:rPr>
              <a:t>允许重复的排列、允许重复的组合</a:t>
            </a:r>
            <a:endParaRPr lang="en-US" altLang="zh-CN" sz="2800" kern="0" dirty="0">
              <a:solidFill>
                <a:srgbClr val="000000"/>
              </a:solidFill>
              <a:latin typeface="宋体" pitchFamily="2" charset="-122"/>
              <a:cs typeface="Tahoma"/>
            </a:endParaRPr>
          </a:p>
          <a:p>
            <a:pPr marL="514350" indent="-514350" eaLnBrk="1" hangingPunct="1">
              <a:lnSpc>
                <a:spcPct val="150000"/>
              </a:lnSpc>
              <a:buClr>
                <a:srgbClr val="000000"/>
              </a:buClr>
              <a:buFont typeface="+mj-lt"/>
              <a:buAutoNum type="arabicPeriod"/>
              <a:defRPr/>
            </a:pPr>
            <a:r>
              <a:rPr kumimoji="1" lang="zh-CN" altLang="en-US" sz="2800" dirty="0">
                <a:solidFill>
                  <a:srgbClr val="000000"/>
                </a:solidFill>
                <a:latin typeface="Times New Roman" pitchFamily="18" charset="0"/>
                <a:cs typeface="Tahoma"/>
              </a:rPr>
              <a:t>（不）可辨别的物体放入（不）可辨别的盒子</a:t>
            </a:r>
            <a:endParaRPr kumimoji="1" lang="en-US" altLang="zh-CN" sz="2800" dirty="0">
              <a:solidFill>
                <a:srgbClr val="000000"/>
              </a:solidFill>
              <a:latin typeface="Times New Roman" pitchFamily="18" charset="0"/>
              <a:cs typeface="Tahoma"/>
            </a:endParaRPr>
          </a:p>
        </p:txBody>
      </p:sp>
      <p:sp>
        <p:nvSpPr>
          <p:cNvPr id="3" name="矩形 2">
            <a:extLst>
              <a:ext uri="{FF2B5EF4-FFF2-40B4-BE49-F238E27FC236}">
                <a16:creationId xmlns:a16="http://schemas.microsoft.com/office/drawing/2014/main" id="{CD2AC36C-1840-DDE8-FC29-796C25AFE4C0}"/>
              </a:ext>
            </a:extLst>
          </p:cNvPr>
          <p:cNvSpPr/>
          <p:nvPr/>
        </p:nvSpPr>
        <p:spPr>
          <a:xfrm>
            <a:off x="303213" y="838200"/>
            <a:ext cx="8286750" cy="523875"/>
          </a:xfrm>
          <a:prstGeom prst="rect">
            <a:avLst/>
          </a:prstGeom>
        </p:spPr>
        <p:txBody>
          <a:bodyPr>
            <a:spAutoFit/>
          </a:bodyPr>
          <a:lstStyle/>
          <a:p>
            <a:pPr eaLnBrk="1" hangingPunct="1">
              <a:defRPr/>
            </a:pPr>
            <a:r>
              <a:rPr lang="zh-CN" altLang="en-US" sz="2800" b="1" kern="0" dirty="0">
                <a:latin typeface="宋体" pitchFamily="2" charset="-122"/>
                <a:cs typeface="Tahoma"/>
              </a:rPr>
              <a:t>本小节将解决如下问题：</a:t>
            </a:r>
            <a:endParaRPr lang="en-US" altLang="zh-CN" sz="2800" b="1" kern="0" dirty="0">
              <a:latin typeface="宋体" pitchFamily="2" charset="-122"/>
              <a:cs typeface="Tahoma"/>
            </a:endParaRPr>
          </a:p>
        </p:txBody>
      </p:sp>
      <p:sp>
        <p:nvSpPr>
          <p:cNvPr id="4" name="矩形 3">
            <a:extLst>
              <a:ext uri="{FF2B5EF4-FFF2-40B4-BE49-F238E27FC236}">
                <a16:creationId xmlns:a16="http://schemas.microsoft.com/office/drawing/2014/main" id="{4BCD8CA5-6AB0-6804-25F2-2F815FD3DD1F}"/>
              </a:ext>
            </a:extLst>
          </p:cNvPr>
          <p:cNvSpPr/>
          <p:nvPr/>
        </p:nvSpPr>
        <p:spPr>
          <a:xfrm>
            <a:off x="303213" y="3786188"/>
            <a:ext cx="8137525" cy="1949450"/>
          </a:xfrm>
          <a:prstGeom prst="rect">
            <a:avLst/>
          </a:prstGeom>
        </p:spPr>
        <p:txBody>
          <a:bodyPr>
            <a:spAutoFit/>
          </a:bodyPr>
          <a:lstStyle/>
          <a:p>
            <a:pPr eaLnBrk="1" hangingPunct="1">
              <a:lnSpc>
                <a:spcPct val="150000"/>
              </a:lnSpc>
              <a:defRPr/>
            </a:pPr>
            <a:r>
              <a:rPr kumimoji="1" lang="zh-CN" altLang="en-US" sz="2800" b="1" dirty="0">
                <a:latin typeface="Times New Roman" pitchFamily="18" charset="0"/>
                <a:cs typeface="Tahoma"/>
              </a:rPr>
              <a:t>母函数与指数母函数将解决：</a:t>
            </a:r>
            <a:endParaRPr kumimoji="1" lang="en-US" altLang="zh-CN" sz="2800" b="1" dirty="0">
              <a:latin typeface="Times New Roman" pitchFamily="18" charset="0"/>
              <a:cs typeface="Tahoma"/>
            </a:endParaRPr>
          </a:p>
          <a:p>
            <a:pPr marL="514350" indent="-514350" eaLnBrk="1" hangingPunct="1">
              <a:lnSpc>
                <a:spcPct val="150000"/>
              </a:lnSpc>
              <a:buFont typeface="+mj-lt"/>
              <a:buAutoNum type="arabicPeriod"/>
              <a:defRPr/>
            </a:pPr>
            <a:r>
              <a:rPr kumimoji="1" lang="zh-CN" altLang="en-US" sz="2800" dirty="0">
                <a:solidFill>
                  <a:srgbClr val="000000"/>
                </a:solidFill>
                <a:latin typeface="Times New Roman" pitchFamily="18" charset="0"/>
                <a:cs typeface="Tahoma"/>
              </a:rPr>
              <a:t>有重复且重复有限制的组合</a:t>
            </a:r>
            <a:endParaRPr kumimoji="1" lang="en-US" altLang="zh-CN" sz="2800" dirty="0">
              <a:solidFill>
                <a:srgbClr val="000000"/>
              </a:solidFill>
              <a:latin typeface="Times New Roman" pitchFamily="18" charset="0"/>
              <a:cs typeface="Tahoma"/>
            </a:endParaRPr>
          </a:p>
          <a:p>
            <a:pPr marL="514350" indent="-514350" eaLnBrk="1" hangingPunct="1">
              <a:lnSpc>
                <a:spcPct val="150000"/>
              </a:lnSpc>
              <a:buFont typeface="+mj-lt"/>
              <a:buAutoNum type="arabicPeriod"/>
              <a:defRPr/>
            </a:pPr>
            <a:r>
              <a:rPr kumimoji="1" lang="zh-CN" altLang="en-US" sz="2800" dirty="0">
                <a:solidFill>
                  <a:srgbClr val="000000"/>
                </a:solidFill>
                <a:latin typeface="Times New Roman" pitchFamily="18" charset="0"/>
                <a:cs typeface="Tahoma"/>
              </a:rPr>
              <a:t>有重复且重复有限制的排列</a:t>
            </a:r>
            <a:endParaRPr kumimoji="1" lang="en-US" altLang="zh-CN" sz="2800" dirty="0">
              <a:solidFill>
                <a:srgbClr val="000000"/>
              </a:solidFill>
              <a:latin typeface="Times New Roman" pitchFamily="18" charset="0"/>
              <a:cs typeface="Tahoma"/>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Rectangle 2">
            <a:extLst>
              <a:ext uri="{FF2B5EF4-FFF2-40B4-BE49-F238E27FC236}">
                <a16:creationId xmlns:a16="http://schemas.microsoft.com/office/drawing/2014/main" id="{D913FA2E-BD48-BF10-BC3F-FD348508785D}"/>
              </a:ext>
            </a:extLst>
          </p:cNvPr>
          <p:cNvSpPr>
            <a:spLocks noGrp="1" noChangeArrowheads="1"/>
          </p:cNvSpPr>
          <p:nvPr>
            <p:ph type="body" idx="1"/>
          </p:nvPr>
        </p:nvSpPr>
        <p:spPr>
          <a:xfrm>
            <a:off x="106809" y="152400"/>
            <a:ext cx="7772400" cy="1116822"/>
          </a:xfrm>
        </p:spPr>
        <p:txBody>
          <a:bodyPr/>
          <a:lstStyle/>
          <a:p>
            <a:pPr eaLnBrk="1" hangingPunct="1">
              <a:buFontTx/>
              <a:buNone/>
            </a:pPr>
            <a:r>
              <a:rPr lang="en-US" altLang="zh-CN" dirty="0"/>
              <a:t>2 </a:t>
            </a:r>
            <a:r>
              <a:rPr lang="zh-CN" altLang="en-US" dirty="0"/>
              <a:t>排列与组合（续）</a:t>
            </a:r>
            <a:endParaRPr lang="en-US" altLang="zh-CN" dirty="0"/>
          </a:p>
          <a:p>
            <a:pPr eaLnBrk="1" hangingPunct="1">
              <a:buFontTx/>
              <a:buNone/>
            </a:pPr>
            <a:r>
              <a:rPr lang="zh-CN" altLang="en-US" b="1" dirty="0"/>
              <a:t>  不允许重复</a:t>
            </a:r>
            <a:endParaRPr lang="en-US" altLang="zh-CN" b="1" dirty="0"/>
          </a:p>
        </p:txBody>
      </p:sp>
      <mc:AlternateContent xmlns:mc="http://schemas.openxmlformats.org/markup-compatibility/2006" xmlns:a14="http://schemas.microsoft.com/office/drawing/2010/main">
        <mc:Choice Requires="a14">
          <p:sp>
            <p:nvSpPr>
              <p:cNvPr id="2" name="内容占位符 2">
                <a:extLst>
                  <a:ext uri="{FF2B5EF4-FFF2-40B4-BE49-F238E27FC236}">
                    <a16:creationId xmlns:a16="http://schemas.microsoft.com/office/drawing/2014/main" id="{AC60CC87-64B5-771B-4892-A6F0CD7FEBB8}"/>
                  </a:ext>
                </a:extLst>
              </p:cNvPr>
              <p:cNvSpPr txBox="1">
                <a:spLocks/>
              </p:cNvSpPr>
              <p:nvPr/>
            </p:nvSpPr>
            <p:spPr bwMode="auto">
              <a:xfrm>
                <a:off x="106810" y="1269222"/>
                <a:ext cx="8786812" cy="2549296"/>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lvl1pPr marL="447675" indent="-447675" algn="l" rtl="0" eaLnBrk="0" fontAlgn="base" latinLnBrk="1" hangingPunct="0">
                  <a:spcBef>
                    <a:spcPct val="20000"/>
                  </a:spcBef>
                  <a:spcAft>
                    <a:spcPct val="0"/>
                  </a:spcAft>
                  <a:buClr>
                    <a:srgbClr val="000099"/>
                  </a:buClr>
                  <a:buFont typeface="Wingdings" pitchFamily="2" charset="2"/>
                  <a:buChar char="Ø"/>
                  <a:defRPr kumimoji="1" sz="3200">
                    <a:solidFill>
                      <a:srgbClr val="333399"/>
                    </a:solidFill>
                    <a:latin typeface="黑体" pitchFamily="2" charset="-122"/>
                    <a:ea typeface="黑体" pitchFamily="2" charset="-122"/>
                    <a:cs typeface="+mn-cs"/>
                  </a:defRPr>
                </a:lvl1pPr>
                <a:lvl2pPr marL="889000" indent="-439738" algn="l" rtl="0" eaLnBrk="0" fontAlgn="base" latinLnBrk="1" hangingPunct="0">
                  <a:spcBef>
                    <a:spcPct val="20000"/>
                  </a:spcBef>
                  <a:spcAft>
                    <a:spcPct val="0"/>
                  </a:spcAft>
                  <a:buClr>
                    <a:srgbClr val="6699FF"/>
                  </a:buClr>
                  <a:buFont typeface="Wingdings 2" pitchFamily="18" charset="2"/>
                  <a:buBlip>
                    <a:blip r:embed="rId3"/>
                  </a:buBlip>
                  <a:defRPr kumimoji="1" sz="2800">
                    <a:solidFill>
                      <a:srgbClr val="333399"/>
                    </a:solidFill>
                    <a:latin typeface="黑体" pitchFamily="2" charset="-122"/>
                    <a:ea typeface="黑体" pitchFamily="2" charset="-122"/>
                    <a:cs typeface="+mn-cs"/>
                  </a:defRPr>
                </a:lvl2pPr>
                <a:lvl3pPr marL="1293813" indent="-403225" algn="l" rtl="0" eaLnBrk="0" fontAlgn="base" latinLnBrk="1" hangingPunct="0">
                  <a:spcBef>
                    <a:spcPct val="20000"/>
                  </a:spcBef>
                  <a:spcAft>
                    <a:spcPct val="0"/>
                  </a:spcAft>
                  <a:buClr>
                    <a:srgbClr val="000099"/>
                  </a:buClr>
                  <a:buSzPct val="75000"/>
                  <a:buFont typeface="Wingdings" pitchFamily="2" charset="2"/>
                  <a:buChar char="l"/>
                  <a:defRPr kumimoji="1" sz="2400">
                    <a:solidFill>
                      <a:srgbClr val="333399"/>
                    </a:solidFill>
                    <a:latin typeface="黑体" pitchFamily="2" charset="-122"/>
                    <a:ea typeface="黑体" pitchFamily="2" charset="-122"/>
                    <a:cs typeface="+mn-cs"/>
                  </a:defRPr>
                </a:lvl3pPr>
                <a:lvl4pPr marL="1681163" indent="-385763" algn="l" rtl="0" eaLnBrk="0" fontAlgn="base" latinLnBrk="1" hangingPunct="0">
                  <a:spcBef>
                    <a:spcPct val="20000"/>
                  </a:spcBef>
                  <a:spcAft>
                    <a:spcPct val="0"/>
                  </a:spcAft>
                  <a:buClr>
                    <a:srgbClr val="000099"/>
                  </a:buClr>
                  <a:buSzPct val="70000"/>
                  <a:buFont typeface="Wingdings" pitchFamily="2" charset="2"/>
                  <a:buChar char="u"/>
                  <a:defRPr kumimoji="1" sz="2000">
                    <a:solidFill>
                      <a:srgbClr val="333399"/>
                    </a:solidFill>
                    <a:latin typeface="黑体" pitchFamily="2" charset="-122"/>
                    <a:ea typeface="黑体" pitchFamily="2" charset="-122"/>
                    <a:cs typeface="+mn-cs"/>
                  </a:defRPr>
                </a:lvl4pPr>
                <a:lvl5pPr marL="2070100" indent="-387350" algn="l" rtl="0" eaLnBrk="0" fontAlgn="base" latinLnBrk="1" hangingPunct="0">
                  <a:spcBef>
                    <a:spcPct val="20000"/>
                  </a:spcBef>
                  <a:spcAft>
                    <a:spcPct val="0"/>
                  </a:spcAft>
                  <a:buClr>
                    <a:srgbClr val="6699FF"/>
                  </a:buClr>
                  <a:buFont typeface="Wingdings 2" pitchFamily="18" charset="2"/>
                  <a:buChar char="ò"/>
                  <a:defRPr kumimoji="1" sz="2000">
                    <a:solidFill>
                      <a:srgbClr val="333399"/>
                    </a:solidFill>
                    <a:latin typeface="黑体" pitchFamily="2" charset="-122"/>
                    <a:ea typeface="黑体" pitchFamily="2" charset="-122"/>
                    <a:cs typeface="+mn-cs"/>
                  </a:defRPr>
                </a:lvl5pPr>
                <a:lvl6pPr marL="2527300" indent="-387350" algn="l" rtl="0" fontAlgn="base" latinLnBrk="1">
                  <a:spcBef>
                    <a:spcPct val="20000"/>
                  </a:spcBef>
                  <a:spcAft>
                    <a:spcPct val="0"/>
                  </a:spcAft>
                  <a:buClr>
                    <a:schemeClr val="accent1"/>
                  </a:buClr>
                  <a:buSzPct val="80000"/>
                  <a:buFont typeface="Wingdings" pitchFamily="2" charset="2"/>
                  <a:buChar char="v"/>
                  <a:defRPr kumimoji="1">
                    <a:solidFill>
                      <a:schemeClr val="tx1"/>
                    </a:solidFill>
                    <a:latin typeface="+mn-lt"/>
                    <a:ea typeface="+mn-ea"/>
                    <a:cs typeface="+mn-cs"/>
                  </a:defRPr>
                </a:lvl6pPr>
                <a:lvl7pPr marL="2984500" indent="-387350" algn="l" rtl="0" fontAlgn="base" latinLnBrk="1">
                  <a:spcBef>
                    <a:spcPct val="20000"/>
                  </a:spcBef>
                  <a:spcAft>
                    <a:spcPct val="0"/>
                  </a:spcAft>
                  <a:buClr>
                    <a:schemeClr val="accent1"/>
                  </a:buClr>
                  <a:buSzPct val="80000"/>
                  <a:buFont typeface="Wingdings" pitchFamily="2" charset="2"/>
                  <a:buChar char="v"/>
                  <a:defRPr kumimoji="1">
                    <a:solidFill>
                      <a:schemeClr val="tx1"/>
                    </a:solidFill>
                    <a:latin typeface="+mn-lt"/>
                    <a:ea typeface="+mn-ea"/>
                    <a:cs typeface="+mn-cs"/>
                  </a:defRPr>
                </a:lvl7pPr>
                <a:lvl8pPr marL="3441700" indent="-387350" algn="l" rtl="0" fontAlgn="base" latinLnBrk="1">
                  <a:spcBef>
                    <a:spcPct val="20000"/>
                  </a:spcBef>
                  <a:spcAft>
                    <a:spcPct val="0"/>
                  </a:spcAft>
                  <a:buClr>
                    <a:schemeClr val="accent1"/>
                  </a:buClr>
                  <a:buSzPct val="80000"/>
                  <a:buFont typeface="Wingdings" pitchFamily="2" charset="2"/>
                  <a:buChar char="v"/>
                  <a:defRPr kumimoji="1">
                    <a:solidFill>
                      <a:schemeClr val="tx1"/>
                    </a:solidFill>
                    <a:latin typeface="+mn-lt"/>
                    <a:ea typeface="+mn-ea"/>
                    <a:cs typeface="+mn-cs"/>
                  </a:defRPr>
                </a:lvl8pPr>
                <a:lvl9pPr marL="3898900" indent="-387350" algn="l" rtl="0" fontAlgn="base" latinLnBrk="1">
                  <a:spcBef>
                    <a:spcPct val="20000"/>
                  </a:spcBef>
                  <a:spcAft>
                    <a:spcPct val="0"/>
                  </a:spcAft>
                  <a:buClr>
                    <a:schemeClr val="accent1"/>
                  </a:buClr>
                  <a:buSzPct val="80000"/>
                  <a:buFont typeface="Wingdings" pitchFamily="2" charset="2"/>
                  <a:buChar char="v"/>
                  <a:defRPr kumimoji="1">
                    <a:solidFill>
                      <a:schemeClr val="tx1"/>
                    </a:solidFill>
                    <a:latin typeface="+mn-lt"/>
                    <a:ea typeface="+mn-ea"/>
                    <a:cs typeface="+mn-cs"/>
                  </a:defRPr>
                </a:lvl9pPr>
              </a:lstStyle>
              <a:p>
                <a:pPr marL="447675" marR="0" lvl="0" indent="-447675" algn="just" defTabSz="914400" rtl="0" eaLnBrk="1" fontAlgn="base" latinLnBrk="1" hangingPunct="1">
                  <a:lnSpc>
                    <a:spcPct val="120000"/>
                  </a:lnSpc>
                  <a:spcBef>
                    <a:spcPct val="20000"/>
                  </a:spcBef>
                  <a:spcAft>
                    <a:spcPct val="0"/>
                  </a:spcAft>
                  <a:buClr>
                    <a:srgbClr val="000099"/>
                  </a:buClr>
                  <a:buSzTx/>
                  <a:buFont typeface="Wingdings" pitchFamily="2" charset="2"/>
                  <a:buNone/>
                  <a:tabLst/>
                  <a:defRPr/>
                </a:pPr>
                <a:r>
                  <a:rPr kumimoji="0" lang="zh-CN" altLang="en-US" sz="2800" b="1" i="0" u="none" strike="noStrike" kern="1200" cap="none" spc="0" normalizeH="0" baseline="0" noProof="0" dirty="0">
                    <a:ln>
                      <a:noFill/>
                    </a:ln>
                    <a:solidFill>
                      <a:schemeClr val="tx1"/>
                    </a:solidFill>
                    <a:effectLst/>
                    <a:uLnTx/>
                    <a:uFillTx/>
                    <a:latin typeface="宋体" charset="-122"/>
                    <a:ea typeface="宋体" charset="-122"/>
                    <a:cs typeface="Tahoma"/>
                  </a:rPr>
                  <a:t>定义</a:t>
                </a:r>
                <a:r>
                  <a:rPr kumimoji="0" lang="en-US" altLang="zh-CN" sz="2800" b="1" i="0" u="none" strike="noStrike" kern="1200" cap="none" spc="0" normalizeH="0" baseline="0" noProof="0" dirty="0">
                    <a:ln>
                      <a:noFill/>
                    </a:ln>
                    <a:solidFill>
                      <a:schemeClr val="tx1"/>
                    </a:solidFill>
                    <a:effectLst/>
                    <a:uLnTx/>
                    <a:uFillTx/>
                    <a:latin typeface="Times New Roman" pitchFamily="18" charset="0"/>
                    <a:ea typeface="宋体" charset="-122"/>
                    <a:cs typeface="Times New Roman" pitchFamily="18" charset="0"/>
                  </a:rPr>
                  <a:t>1 </a:t>
                </a:r>
                <a:r>
                  <a:rPr kumimoji="1" lang="zh-CN" altLang="en-US" sz="2800" i="0" u="none" strike="noStrike" kern="1200" cap="none" spc="0" normalizeH="0" baseline="0" noProof="0" dirty="0">
                    <a:ln>
                      <a:noFill/>
                    </a:ln>
                    <a:solidFill>
                      <a:schemeClr val="tx1"/>
                    </a:solidFill>
                    <a:effectLst/>
                    <a:uLnTx/>
                    <a:uFillTx/>
                    <a:latin typeface="Times New Roman" pitchFamily="18" charset="0"/>
                    <a:ea typeface="宋体" pitchFamily="2" charset="-122"/>
                    <a:cs typeface="Times New Roman" pitchFamily="18" charset="0"/>
                  </a:rPr>
                  <a:t>从</a:t>
                </a:r>
                <a:r>
                  <a:rPr kumimoji="1" lang="en-US" altLang="zh-CN" sz="2800" i="1" u="none" strike="noStrike" kern="1200" cap="none" spc="0" normalizeH="0" baseline="0" noProof="0" dirty="0">
                    <a:ln>
                      <a:noFill/>
                    </a:ln>
                    <a:solidFill>
                      <a:schemeClr val="tx1"/>
                    </a:solidFill>
                    <a:effectLst/>
                    <a:uLnTx/>
                    <a:uFillTx/>
                    <a:latin typeface="Times New Roman" pitchFamily="18" charset="0"/>
                    <a:ea typeface="宋体" pitchFamily="2" charset="-122"/>
                    <a:cs typeface="Times New Roman" pitchFamily="18" charset="0"/>
                  </a:rPr>
                  <a:t>n</a:t>
                </a:r>
                <a:r>
                  <a:rPr lang="zh-CN" altLang="en-US" sz="2800" dirty="0">
                    <a:solidFill>
                      <a:schemeClr val="tx1"/>
                    </a:solidFill>
                    <a:latin typeface="Times New Roman" pitchFamily="18" charset="0"/>
                    <a:ea typeface="宋体" pitchFamily="2" charset="-122"/>
                    <a:cs typeface="Times New Roman" pitchFamily="18" charset="0"/>
                  </a:rPr>
                  <a:t>（</a:t>
                </a:r>
                <a:r>
                  <a:rPr lang="en-US" altLang="zh-CN" sz="2800" dirty="0">
                    <a:solidFill>
                      <a:schemeClr val="tx1"/>
                    </a:solidFill>
                    <a:latin typeface="Times New Roman" pitchFamily="18" charset="0"/>
                    <a:ea typeface="宋体" pitchFamily="2" charset="-122"/>
                    <a:cs typeface="Times New Roman" pitchFamily="18" charset="0"/>
                  </a:rPr>
                  <a:t>&gt;0</a:t>
                </a:r>
                <a:r>
                  <a:rPr lang="zh-CN" altLang="en-US" sz="2800" dirty="0">
                    <a:solidFill>
                      <a:schemeClr val="tx1"/>
                    </a:solidFill>
                    <a:latin typeface="Times New Roman" pitchFamily="18" charset="0"/>
                    <a:ea typeface="宋体" pitchFamily="2" charset="-122"/>
                    <a:cs typeface="Times New Roman" pitchFamily="18" charset="0"/>
                  </a:rPr>
                  <a:t>）</a:t>
                </a:r>
                <a:r>
                  <a:rPr kumimoji="1" lang="zh-CN" altLang="en-US" sz="2800" i="0" u="none" strike="noStrike" kern="1200" cap="none" spc="0" normalizeH="0" baseline="0" noProof="0" dirty="0">
                    <a:ln>
                      <a:noFill/>
                    </a:ln>
                    <a:solidFill>
                      <a:schemeClr val="tx1"/>
                    </a:solidFill>
                    <a:effectLst/>
                    <a:uLnTx/>
                    <a:uFillTx/>
                    <a:latin typeface="Times New Roman" pitchFamily="18" charset="0"/>
                    <a:ea typeface="宋体" pitchFamily="2" charset="-122"/>
                    <a:cs typeface="Times New Roman" pitchFamily="18" charset="0"/>
                  </a:rPr>
                  <a:t>个不同的元素中取出</a:t>
                </a:r>
                <a:r>
                  <a:rPr kumimoji="1" lang="en-US" altLang="zh-CN" sz="2800" i="1" u="none" strike="noStrike" kern="1200" cap="none" spc="0" normalizeH="0" baseline="0" noProof="0" dirty="0">
                    <a:ln>
                      <a:noFill/>
                    </a:ln>
                    <a:solidFill>
                      <a:schemeClr val="tx1"/>
                    </a:solidFill>
                    <a:effectLst/>
                    <a:uLnTx/>
                    <a:uFillTx/>
                    <a:latin typeface="Times New Roman" pitchFamily="18" charset="0"/>
                    <a:ea typeface="宋体" pitchFamily="2" charset="-122"/>
                    <a:cs typeface="Times New Roman" pitchFamily="18" charset="0"/>
                  </a:rPr>
                  <a:t>r</a:t>
                </a:r>
                <a:r>
                  <a:rPr kumimoji="1" lang="zh-CN" altLang="en-US" sz="2800" i="0" u="none" strike="noStrike" kern="1200" cap="none" spc="0" normalizeH="0" baseline="0" noProof="0" dirty="0">
                    <a:ln>
                      <a:noFill/>
                    </a:ln>
                    <a:solidFill>
                      <a:schemeClr val="tx1"/>
                    </a:solidFill>
                    <a:effectLst/>
                    <a:uLnTx/>
                    <a:uFillTx/>
                    <a:latin typeface="Times New Roman" pitchFamily="18" charset="0"/>
                    <a:ea typeface="宋体" pitchFamily="2" charset="-122"/>
                    <a:cs typeface="Times New Roman" pitchFamily="18" charset="0"/>
                  </a:rPr>
                  <a:t>个，将这</a:t>
                </a:r>
                <a:r>
                  <a:rPr kumimoji="1" lang="en-US" altLang="zh-CN" sz="2800" i="1" u="none" strike="noStrike" kern="1200" cap="none" spc="0" normalizeH="0" baseline="0" noProof="0" dirty="0">
                    <a:ln>
                      <a:noFill/>
                    </a:ln>
                    <a:solidFill>
                      <a:schemeClr val="tx1"/>
                    </a:solidFill>
                    <a:effectLst/>
                    <a:uLnTx/>
                    <a:uFillTx/>
                    <a:latin typeface="Times New Roman" pitchFamily="18" charset="0"/>
                    <a:ea typeface="宋体" pitchFamily="2" charset="-122"/>
                    <a:cs typeface="Times New Roman" pitchFamily="18" charset="0"/>
                  </a:rPr>
                  <a:t>r</a:t>
                </a:r>
                <a:r>
                  <a:rPr kumimoji="1" lang="zh-CN" altLang="en-US" sz="2800" i="0" u="none" strike="noStrike" kern="1200" cap="none" spc="0" normalizeH="0" baseline="0" noProof="0" dirty="0">
                    <a:ln>
                      <a:noFill/>
                    </a:ln>
                    <a:solidFill>
                      <a:schemeClr val="tx1"/>
                    </a:solidFill>
                    <a:effectLst/>
                    <a:uLnTx/>
                    <a:uFillTx/>
                    <a:latin typeface="Times New Roman" pitchFamily="18" charset="0"/>
                    <a:ea typeface="宋体" pitchFamily="2" charset="-122"/>
                    <a:cs typeface="Times New Roman" pitchFamily="18" charset="0"/>
                  </a:rPr>
                  <a:t>个元素</a:t>
                </a:r>
                <a:endParaRPr kumimoji="1" lang="en-US" altLang="zh-CN" sz="2800" i="0" u="none" strike="noStrike" kern="1200" cap="none" spc="0" normalizeH="0" baseline="0" noProof="0" dirty="0">
                  <a:ln>
                    <a:noFill/>
                  </a:ln>
                  <a:solidFill>
                    <a:schemeClr val="tx1"/>
                  </a:solidFill>
                  <a:effectLst/>
                  <a:uLnTx/>
                  <a:uFillTx/>
                  <a:latin typeface="Times New Roman" pitchFamily="18" charset="0"/>
                  <a:ea typeface="宋体" pitchFamily="2" charset="-122"/>
                  <a:cs typeface="Times New Roman" pitchFamily="18" charset="0"/>
                </a:endParaRPr>
              </a:p>
              <a:p>
                <a:pPr marL="447675" marR="0" lvl="0" indent="-447675" algn="just" defTabSz="914400" rtl="0" eaLnBrk="1" fontAlgn="base" latinLnBrk="1" hangingPunct="1">
                  <a:lnSpc>
                    <a:spcPct val="120000"/>
                  </a:lnSpc>
                  <a:spcBef>
                    <a:spcPct val="20000"/>
                  </a:spcBef>
                  <a:spcAft>
                    <a:spcPct val="0"/>
                  </a:spcAft>
                  <a:buClr>
                    <a:srgbClr val="000099"/>
                  </a:buClr>
                  <a:buSzTx/>
                  <a:buFont typeface="Wingdings" pitchFamily="2" charset="2"/>
                  <a:buNone/>
                  <a:tabLst/>
                  <a:defRPr/>
                </a:pPr>
                <a:r>
                  <a:rPr kumimoji="1" lang="zh-CN" altLang="en-US" sz="2800" b="1" i="0" u="none" strike="noStrike" kern="1200" cap="none" spc="0" normalizeH="0" baseline="0" noProof="0" dirty="0">
                    <a:ln>
                      <a:noFill/>
                    </a:ln>
                    <a:solidFill>
                      <a:schemeClr val="tx1"/>
                    </a:solidFill>
                    <a:effectLst/>
                    <a:uLnTx/>
                    <a:uFillTx/>
                    <a:latin typeface="Times New Roman" pitchFamily="18" charset="0"/>
                    <a:ea typeface="宋体" pitchFamily="2" charset="-122"/>
                    <a:cs typeface="Times New Roman" pitchFamily="18" charset="0"/>
                  </a:rPr>
                  <a:t>按次序</a:t>
                </a:r>
                <a:r>
                  <a:rPr kumimoji="1" lang="zh-CN" altLang="en-US" sz="2800" i="0" u="none" strike="noStrike" kern="1200" cap="none" spc="0" normalizeH="0" baseline="0" noProof="0" dirty="0">
                    <a:ln>
                      <a:noFill/>
                    </a:ln>
                    <a:solidFill>
                      <a:schemeClr val="tx1"/>
                    </a:solidFill>
                    <a:effectLst/>
                    <a:uLnTx/>
                    <a:uFillTx/>
                    <a:latin typeface="Times New Roman" pitchFamily="18" charset="0"/>
                    <a:ea typeface="宋体" pitchFamily="2" charset="-122"/>
                    <a:cs typeface="Times New Roman" pitchFamily="18" charset="0"/>
                  </a:rPr>
                  <a:t>排列所得到的结果称为这</a:t>
                </a:r>
                <a:r>
                  <a:rPr kumimoji="1" lang="en-US" altLang="zh-CN" sz="2800" i="1" u="none" strike="noStrike" kern="1200" cap="none" spc="0" normalizeH="0" baseline="0" noProof="0" dirty="0">
                    <a:ln>
                      <a:noFill/>
                    </a:ln>
                    <a:solidFill>
                      <a:schemeClr val="tx1"/>
                    </a:solidFill>
                    <a:effectLst/>
                    <a:uLnTx/>
                    <a:uFillTx/>
                    <a:latin typeface="Times New Roman" pitchFamily="18" charset="0"/>
                    <a:ea typeface="宋体" pitchFamily="2" charset="-122"/>
                    <a:cs typeface="Times New Roman" pitchFamily="18" charset="0"/>
                  </a:rPr>
                  <a:t>n</a:t>
                </a:r>
                <a:r>
                  <a:rPr kumimoji="1" lang="zh-CN" altLang="en-US" sz="2800" i="0" u="none" strike="noStrike" kern="1200" cap="none" spc="0" normalizeH="0" baseline="0" noProof="0" dirty="0">
                    <a:ln>
                      <a:noFill/>
                    </a:ln>
                    <a:solidFill>
                      <a:schemeClr val="tx1"/>
                    </a:solidFill>
                    <a:effectLst/>
                    <a:uLnTx/>
                    <a:uFillTx/>
                    <a:latin typeface="Times New Roman" pitchFamily="18" charset="0"/>
                    <a:ea typeface="宋体" pitchFamily="2" charset="-122"/>
                    <a:cs typeface="Times New Roman" pitchFamily="18" charset="0"/>
                  </a:rPr>
                  <a:t>个元素的 </a:t>
                </a:r>
                <a:r>
                  <a:rPr kumimoji="1" lang="en-US" altLang="zh-CN" sz="2800" i="1" u="none" strike="noStrike" kern="1200" cap="none" spc="0" normalizeH="0" baseline="0" noProof="0" dirty="0">
                    <a:ln>
                      <a:noFill/>
                    </a:ln>
                    <a:solidFill>
                      <a:schemeClr val="tx1"/>
                    </a:solidFill>
                    <a:effectLst/>
                    <a:uLnTx/>
                    <a:uFillTx/>
                    <a:latin typeface="Times New Roman" pitchFamily="18" charset="0"/>
                    <a:ea typeface="宋体" pitchFamily="2" charset="-122"/>
                    <a:cs typeface="Times New Roman" pitchFamily="18" charset="0"/>
                  </a:rPr>
                  <a:t>r-</a:t>
                </a:r>
                <a:r>
                  <a:rPr kumimoji="1" lang="zh-CN" altLang="en-US" sz="2800" i="0" u="none" strike="noStrike" kern="1200" cap="none" spc="0" normalizeH="0" baseline="0" noProof="0" dirty="0">
                    <a:ln>
                      <a:noFill/>
                    </a:ln>
                    <a:solidFill>
                      <a:schemeClr val="tx1"/>
                    </a:solidFill>
                    <a:effectLst/>
                    <a:uLnTx/>
                    <a:uFillTx/>
                    <a:latin typeface="Times New Roman" pitchFamily="18" charset="0"/>
                    <a:ea typeface="宋体" pitchFamily="2" charset="-122"/>
                    <a:cs typeface="Times New Roman" pitchFamily="18" charset="0"/>
                  </a:rPr>
                  <a:t>排列。</a:t>
                </a:r>
                <a:endParaRPr kumimoji="1" lang="en-US" altLang="zh-CN" sz="2800" i="0" u="none" strike="noStrike" kern="1200" cap="none" spc="0" normalizeH="0" baseline="0" noProof="0" dirty="0">
                  <a:ln>
                    <a:noFill/>
                  </a:ln>
                  <a:solidFill>
                    <a:schemeClr val="tx1"/>
                  </a:solidFill>
                  <a:effectLst/>
                  <a:uLnTx/>
                  <a:uFillTx/>
                  <a:latin typeface="Times New Roman" pitchFamily="18" charset="0"/>
                  <a:ea typeface="宋体" pitchFamily="2" charset="-122"/>
                  <a:cs typeface="Times New Roman" pitchFamily="18" charset="0"/>
                </a:endParaRPr>
              </a:p>
              <a:p>
                <a:pPr marL="447675" marR="0" lvl="0" indent="-447675" algn="just" defTabSz="914400" rtl="0" eaLnBrk="1" fontAlgn="base" latinLnBrk="1" hangingPunct="1">
                  <a:lnSpc>
                    <a:spcPct val="120000"/>
                  </a:lnSpc>
                  <a:spcBef>
                    <a:spcPts val="0"/>
                  </a:spcBef>
                  <a:spcAft>
                    <a:spcPct val="0"/>
                  </a:spcAft>
                  <a:buClr>
                    <a:srgbClr val="000000"/>
                  </a:buClr>
                  <a:buSzPct val="80000"/>
                  <a:buFont typeface="Wingdings" pitchFamily="2" charset="2"/>
                  <a:buChar char="l"/>
                  <a:tabLst/>
                  <a:defRPr/>
                </a:pPr>
                <a:r>
                  <a:rPr kumimoji="1" lang="zh-CN" altLang="en-US" sz="2800" i="0" u="none" strike="noStrike" kern="1200" cap="none" spc="0" normalizeH="0" baseline="0" noProof="0" dirty="0">
                    <a:ln>
                      <a:noFill/>
                    </a:ln>
                    <a:solidFill>
                      <a:schemeClr val="tx1"/>
                    </a:solidFill>
                    <a:effectLst/>
                    <a:uLnTx/>
                    <a:uFillTx/>
                    <a:latin typeface="Times New Roman" pitchFamily="18" charset="0"/>
                    <a:ea typeface="宋体" pitchFamily="2" charset="-122"/>
                    <a:cs typeface="Times New Roman" pitchFamily="18" charset="0"/>
                  </a:rPr>
                  <a:t>所有</a:t>
                </a:r>
                <a:r>
                  <a:rPr kumimoji="1" lang="en-US" altLang="zh-CN" sz="2800" i="1" u="none" strike="noStrike" kern="1200" cap="none" spc="0" normalizeH="0" baseline="0" noProof="0" dirty="0">
                    <a:ln>
                      <a:noFill/>
                    </a:ln>
                    <a:solidFill>
                      <a:schemeClr val="tx1"/>
                    </a:solidFill>
                    <a:effectLst/>
                    <a:uLnTx/>
                    <a:uFillTx/>
                    <a:latin typeface="Times New Roman" pitchFamily="18" charset="0"/>
                    <a:ea typeface="宋体" pitchFamily="2" charset="-122"/>
                    <a:cs typeface="Times New Roman" pitchFamily="18" charset="0"/>
                  </a:rPr>
                  <a:t>r</a:t>
                </a:r>
                <a:r>
                  <a:rPr kumimoji="1" lang="zh-CN" altLang="en-US" sz="2800" i="0" u="none" strike="noStrike" kern="1200" cap="none" spc="0" normalizeH="0" baseline="0" noProof="0" dirty="0">
                    <a:ln>
                      <a:noFill/>
                    </a:ln>
                    <a:solidFill>
                      <a:schemeClr val="tx1"/>
                    </a:solidFill>
                    <a:effectLst/>
                    <a:uLnTx/>
                    <a:uFillTx/>
                    <a:latin typeface="Times New Roman" pitchFamily="18" charset="0"/>
                    <a:ea typeface="宋体" pitchFamily="2" charset="-122"/>
                    <a:cs typeface="Times New Roman" pitchFamily="18" charset="0"/>
                  </a:rPr>
                  <a:t>排列的个数记为</a:t>
                </a:r>
                <a14:m>
                  <m:oMath xmlns:m="http://schemas.openxmlformats.org/officeDocument/2006/math">
                    <m:r>
                      <a:rPr kumimoji="1" lang="en-US" altLang="zh-CN" sz="2800" b="0" i="1" u="none" strike="noStrike" kern="1200" cap="none" spc="0" normalizeH="0" baseline="0" noProof="0" smtClean="0">
                        <a:ln>
                          <a:noFill/>
                        </a:ln>
                        <a:solidFill>
                          <a:schemeClr val="tx1"/>
                        </a:solidFill>
                        <a:effectLst/>
                        <a:uLnTx/>
                        <a:uFillTx/>
                        <a:latin typeface="Cambria Math" panose="02040503050406030204" pitchFamily="18" charset="0"/>
                        <a:ea typeface="宋体" pitchFamily="2" charset="-122"/>
                        <a:cs typeface="Times New Roman" pitchFamily="18" charset="0"/>
                      </a:rPr>
                      <m:t> </m:t>
                    </m:r>
                    <m:r>
                      <a:rPr kumimoji="1" lang="en-US" altLang="zh-CN" sz="2800" b="0" i="1" u="none" strike="noStrike" kern="1200" cap="none" spc="0" normalizeH="0" baseline="0" noProof="0" smtClean="0">
                        <a:ln>
                          <a:noFill/>
                        </a:ln>
                        <a:solidFill>
                          <a:schemeClr val="tx1"/>
                        </a:solidFill>
                        <a:effectLst/>
                        <a:uLnTx/>
                        <a:uFillTx/>
                        <a:latin typeface="Cambria Math" panose="02040503050406030204" pitchFamily="18" charset="0"/>
                        <a:ea typeface="宋体" pitchFamily="2" charset="-122"/>
                        <a:cs typeface="Times New Roman" pitchFamily="18" charset="0"/>
                      </a:rPr>
                      <m:t>𝑃</m:t>
                    </m:r>
                    <m:d>
                      <m:dPr>
                        <m:ctrlPr>
                          <a:rPr kumimoji="1" lang="en-US" altLang="zh-CN" sz="2800" i="1" u="none" strike="noStrike" kern="1200" cap="none" spc="0" normalizeH="0" baseline="0" noProof="0" smtClean="0">
                            <a:ln>
                              <a:noFill/>
                            </a:ln>
                            <a:solidFill>
                              <a:schemeClr val="tx1"/>
                            </a:solidFill>
                            <a:effectLst/>
                            <a:uLnTx/>
                            <a:uFillTx/>
                            <a:latin typeface="Cambria Math" panose="02040503050406030204" pitchFamily="18" charset="0"/>
                            <a:ea typeface="宋体" pitchFamily="2" charset="-122"/>
                            <a:cs typeface="Times New Roman" pitchFamily="18" charset="0"/>
                          </a:rPr>
                        </m:ctrlPr>
                      </m:dPr>
                      <m:e>
                        <m:r>
                          <a:rPr kumimoji="1" lang="en-US" altLang="zh-CN" sz="2800" b="0" i="1" u="none" strike="noStrike" kern="1200" cap="none" spc="0" normalizeH="0" baseline="0" noProof="0" smtClean="0">
                            <a:ln>
                              <a:noFill/>
                            </a:ln>
                            <a:solidFill>
                              <a:schemeClr val="tx1"/>
                            </a:solidFill>
                            <a:effectLst/>
                            <a:uLnTx/>
                            <a:uFillTx/>
                            <a:latin typeface="Cambria Math" panose="02040503050406030204" pitchFamily="18" charset="0"/>
                            <a:ea typeface="宋体" pitchFamily="2" charset="-122"/>
                            <a:cs typeface="Times New Roman" pitchFamily="18" charset="0"/>
                          </a:rPr>
                          <m:t>𝑛</m:t>
                        </m:r>
                        <m:r>
                          <a:rPr lang="zh-CN" altLang="en-US" sz="2800" i="1">
                            <a:solidFill>
                              <a:schemeClr val="tx1"/>
                            </a:solidFill>
                            <a:latin typeface="Cambria Math" panose="02040503050406030204" pitchFamily="18" charset="0"/>
                            <a:ea typeface="宋体" pitchFamily="2" charset="-122"/>
                            <a:cs typeface="Times New Roman" pitchFamily="18" charset="0"/>
                          </a:rPr>
                          <m:t>，</m:t>
                        </m:r>
                        <m:r>
                          <a:rPr kumimoji="1" lang="en-US" altLang="zh-CN" sz="2800" b="0" i="1" u="none" strike="noStrike" kern="1200" cap="none" spc="0" normalizeH="0" baseline="0" noProof="0" smtClean="0">
                            <a:ln>
                              <a:noFill/>
                            </a:ln>
                            <a:solidFill>
                              <a:schemeClr val="tx1"/>
                            </a:solidFill>
                            <a:effectLst/>
                            <a:uLnTx/>
                            <a:uFillTx/>
                            <a:latin typeface="Cambria Math" panose="02040503050406030204" pitchFamily="18" charset="0"/>
                            <a:ea typeface="宋体" pitchFamily="2" charset="-122"/>
                            <a:cs typeface="Times New Roman" pitchFamily="18" charset="0"/>
                          </a:rPr>
                          <m:t>𝑟</m:t>
                        </m:r>
                      </m:e>
                    </m:d>
                    <m:r>
                      <a:rPr kumimoji="1" lang="en-US" altLang="zh-CN" sz="2800" b="0" i="0" u="none" strike="noStrike" kern="1200" cap="none" spc="0" normalizeH="0" baseline="0" noProof="0" smtClean="0">
                        <a:ln>
                          <a:noFill/>
                        </a:ln>
                        <a:solidFill>
                          <a:schemeClr val="tx1"/>
                        </a:solidFill>
                        <a:effectLst/>
                        <a:uLnTx/>
                        <a:uFillTx/>
                        <a:latin typeface="Cambria Math" panose="02040503050406030204" pitchFamily="18" charset="0"/>
                        <a:ea typeface="宋体" pitchFamily="2" charset="-122"/>
                        <a:cs typeface="Times New Roman" pitchFamily="18" charset="0"/>
                      </a:rPr>
                      <m:t> </m:t>
                    </m:r>
                  </m:oMath>
                </a14:m>
                <a:r>
                  <a:rPr kumimoji="1" lang="zh-CN" altLang="en-US" sz="2800" i="0" u="none" strike="noStrike" kern="1200" cap="none" spc="0" normalizeH="0" baseline="0" noProof="0" dirty="0">
                    <a:ln>
                      <a:noFill/>
                    </a:ln>
                    <a:solidFill>
                      <a:schemeClr val="tx1"/>
                    </a:solidFill>
                    <a:effectLst/>
                    <a:uLnTx/>
                    <a:uFillTx/>
                    <a:latin typeface="Times New Roman" pitchFamily="18" charset="0"/>
                    <a:ea typeface="宋体" pitchFamily="2" charset="-122"/>
                    <a:cs typeface="Times New Roman" pitchFamily="18" charset="0"/>
                  </a:rPr>
                  <a:t>或</a:t>
                </a:r>
                <a14:m>
                  <m:oMath xmlns:m="http://schemas.openxmlformats.org/officeDocument/2006/math">
                    <m:r>
                      <a:rPr kumimoji="1" lang="en-US" altLang="zh-CN" sz="2800" b="0" i="1" u="none" strike="noStrike" kern="1200" cap="none" spc="0" normalizeH="0" baseline="0" noProof="0" smtClean="0">
                        <a:ln>
                          <a:noFill/>
                        </a:ln>
                        <a:solidFill>
                          <a:schemeClr val="tx1"/>
                        </a:solidFill>
                        <a:effectLst/>
                        <a:uLnTx/>
                        <a:uFillTx/>
                        <a:latin typeface="Cambria Math" panose="02040503050406030204" pitchFamily="18" charset="0"/>
                        <a:ea typeface="宋体" pitchFamily="2" charset="-122"/>
                        <a:cs typeface="Times New Roman" pitchFamily="18" charset="0"/>
                      </a:rPr>
                      <m:t> </m:t>
                    </m:r>
                    <m:sSubSup>
                      <m:sSubSupPr>
                        <m:ctrlPr>
                          <a:rPr kumimoji="1" lang="en-US" altLang="zh-CN" sz="2800" i="1" u="none" strike="noStrike" kern="1200" cap="none" spc="0" normalizeH="0" baseline="0" noProof="0" smtClean="0">
                            <a:ln>
                              <a:noFill/>
                            </a:ln>
                            <a:solidFill>
                              <a:schemeClr val="tx1"/>
                            </a:solidFill>
                            <a:effectLst/>
                            <a:uLnTx/>
                            <a:uFillTx/>
                            <a:latin typeface="Cambria Math" panose="02040503050406030204" pitchFamily="18" charset="0"/>
                            <a:ea typeface="宋体" pitchFamily="2" charset="-122"/>
                            <a:cs typeface="Times New Roman" pitchFamily="18" charset="0"/>
                          </a:rPr>
                        </m:ctrlPr>
                      </m:sSubSupPr>
                      <m:e>
                        <m:r>
                          <a:rPr kumimoji="1" lang="en-US" altLang="zh-CN" sz="2800" b="0" i="1" u="none" strike="noStrike" kern="1200" cap="none" spc="0" normalizeH="0" baseline="0" noProof="0" smtClean="0">
                            <a:ln>
                              <a:noFill/>
                            </a:ln>
                            <a:solidFill>
                              <a:schemeClr val="tx1"/>
                            </a:solidFill>
                            <a:effectLst/>
                            <a:uLnTx/>
                            <a:uFillTx/>
                            <a:latin typeface="Cambria Math" panose="02040503050406030204" pitchFamily="18" charset="0"/>
                            <a:ea typeface="宋体" pitchFamily="2" charset="-122"/>
                            <a:cs typeface="Times New Roman" pitchFamily="18" charset="0"/>
                          </a:rPr>
                          <m:t>𝑃</m:t>
                        </m:r>
                      </m:e>
                      <m:sub>
                        <m:r>
                          <a:rPr kumimoji="1" lang="en-US" altLang="zh-CN" sz="2800" b="0" i="1" u="none" strike="noStrike" kern="1200" cap="none" spc="0" normalizeH="0" baseline="0" noProof="0" smtClean="0">
                            <a:ln>
                              <a:noFill/>
                            </a:ln>
                            <a:solidFill>
                              <a:schemeClr val="tx1"/>
                            </a:solidFill>
                            <a:effectLst/>
                            <a:uLnTx/>
                            <a:uFillTx/>
                            <a:latin typeface="Cambria Math" panose="02040503050406030204" pitchFamily="18" charset="0"/>
                            <a:ea typeface="宋体" pitchFamily="2" charset="-122"/>
                            <a:cs typeface="Times New Roman" pitchFamily="18" charset="0"/>
                          </a:rPr>
                          <m:t>𝑛</m:t>
                        </m:r>
                      </m:sub>
                      <m:sup>
                        <m:r>
                          <a:rPr kumimoji="1" lang="en-US" altLang="zh-CN" sz="2800" b="0" i="1" u="none" strike="noStrike" kern="1200" cap="none" spc="0" normalizeH="0" baseline="0" noProof="0" smtClean="0">
                            <a:ln>
                              <a:noFill/>
                            </a:ln>
                            <a:solidFill>
                              <a:schemeClr val="tx1"/>
                            </a:solidFill>
                            <a:effectLst/>
                            <a:uLnTx/>
                            <a:uFillTx/>
                            <a:latin typeface="Cambria Math" panose="02040503050406030204" pitchFamily="18" charset="0"/>
                            <a:ea typeface="宋体" pitchFamily="2" charset="-122"/>
                            <a:cs typeface="Times New Roman" pitchFamily="18" charset="0"/>
                          </a:rPr>
                          <m:t>𝑟</m:t>
                        </m:r>
                      </m:sup>
                    </m:sSubSup>
                  </m:oMath>
                </a14:m>
                <a:r>
                  <a:rPr kumimoji="1" lang="zh-CN" altLang="en-US" sz="2800" i="0" u="none" strike="noStrike" kern="1200" cap="none" spc="0" normalizeH="0" baseline="0" noProof="0" dirty="0">
                    <a:ln>
                      <a:noFill/>
                    </a:ln>
                    <a:solidFill>
                      <a:schemeClr val="tx1"/>
                    </a:solidFill>
                    <a:effectLst/>
                    <a:uLnTx/>
                    <a:uFillTx/>
                    <a:latin typeface="Times New Roman" pitchFamily="18" charset="0"/>
                    <a:ea typeface="宋体" pitchFamily="2" charset="-122"/>
                    <a:cs typeface="Times New Roman" pitchFamily="18" charset="0"/>
                  </a:rPr>
                  <a:t>。</a:t>
                </a:r>
                <a:endParaRPr kumimoji="1" lang="en-US" altLang="zh-CN" sz="2800" i="0" u="none" strike="noStrike" kern="1200" cap="none" spc="0" normalizeH="0" baseline="0" noProof="0" dirty="0">
                  <a:ln>
                    <a:noFill/>
                  </a:ln>
                  <a:solidFill>
                    <a:schemeClr val="tx1"/>
                  </a:solidFill>
                  <a:effectLst/>
                  <a:uLnTx/>
                  <a:uFillTx/>
                  <a:latin typeface="Times New Roman" pitchFamily="18" charset="0"/>
                  <a:ea typeface="宋体" pitchFamily="2" charset="-122"/>
                  <a:cs typeface="Times New Roman" pitchFamily="18" charset="0"/>
                </a:endParaRPr>
              </a:p>
              <a:p>
                <a:pPr marL="447675" marR="0" lvl="0" indent="-447675" algn="just" defTabSz="914400" rtl="0" eaLnBrk="1" fontAlgn="base" latinLnBrk="1" hangingPunct="1">
                  <a:lnSpc>
                    <a:spcPct val="120000"/>
                  </a:lnSpc>
                  <a:spcBef>
                    <a:spcPts val="0"/>
                  </a:spcBef>
                  <a:spcAft>
                    <a:spcPct val="0"/>
                  </a:spcAft>
                  <a:buClr>
                    <a:srgbClr val="000000"/>
                  </a:buClr>
                  <a:buSzPct val="80000"/>
                  <a:buFont typeface="Wingdings" pitchFamily="2" charset="2"/>
                  <a:buChar char="l"/>
                  <a:tabLst/>
                  <a:defRPr/>
                </a:pPr>
                <a:r>
                  <a:rPr kumimoji="1" lang="en-US" altLang="zh-CN" sz="2800" i="1" u="none" strike="noStrike" kern="1200" cap="none" spc="0" normalizeH="0" baseline="0" noProof="0" dirty="0">
                    <a:ln>
                      <a:noFill/>
                    </a:ln>
                    <a:solidFill>
                      <a:schemeClr val="tx1"/>
                    </a:solidFill>
                    <a:effectLst/>
                    <a:uLnTx/>
                    <a:uFillTx/>
                    <a:latin typeface="Times New Roman" pitchFamily="18" charset="0"/>
                    <a:ea typeface="宋体" pitchFamily="2" charset="-122"/>
                    <a:cs typeface="Times New Roman" pitchFamily="18" charset="0"/>
                  </a:rPr>
                  <a:t>n</a:t>
                </a:r>
                <a:r>
                  <a:rPr kumimoji="1" lang="en-US" altLang="zh-CN" sz="2800" i="0" u="none" strike="noStrike" kern="1200" cap="none" spc="0" normalizeH="0" baseline="0" noProof="0" dirty="0">
                    <a:ln>
                      <a:noFill/>
                    </a:ln>
                    <a:solidFill>
                      <a:schemeClr val="tx1"/>
                    </a:solidFill>
                    <a:effectLst/>
                    <a:uLnTx/>
                    <a:uFillTx/>
                    <a:latin typeface="Times New Roman" pitchFamily="18" charset="0"/>
                    <a:ea typeface="宋体" pitchFamily="2" charset="-122"/>
                    <a:cs typeface="Times New Roman" pitchFamily="18" charset="0"/>
                  </a:rPr>
                  <a:t>-</a:t>
                </a:r>
                <a:r>
                  <a:rPr kumimoji="1" lang="zh-CN" altLang="en-US" sz="2800" i="0" u="none" strike="noStrike" kern="1200" cap="none" spc="0" normalizeH="0" baseline="0" noProof="0" dirty="0">
                    <a:ln>
                      <a:noFill/>
                    </a:ln>
                    <a:solidFill>
                      <a:schemeClr val="tx1"/>
                    </a:solidFill>
                    <a:effectLst/>
                    <a:uLnTx/>
                    <a:uFillTx/>
                    <a:latin typeface="Times New Roman" pitchFamily="18" charset="0"/>
                    <a:ea typeface="宋体" pitchFamily="2" charset="-122"/>
                    <a:cs typeface="Times New Roman" pitchFamily="18" charset="0"/>
                  </a:rPr>
                  <a:t>排列通常称为全排列。</a:t>
                </a:r>
                <a:r>
                  <a:rPr kumimoji="1" lang="zh-CN" altLang="en-US" sz="3200" b="1" i="0" u="none" strike="noStrike" kern="1200" cap="none" spc="0" normalizeH="0" baseline="0" noProof="0" dirty="0">
                    <a:ln>
                      <a:noFill/>
                    </a:ln>
                    <a:solidFill>
                      <a:srgbClr val="333399"/>
                    </a:solidFill>
                    <a:effectLst/>
                    <a:uLnTx/>
                    <a:uFillTx/>
                    <a:latin typeface="宋体" pitchFamily="2" charset="-122"/>
                    <a:ea typeface="黑体" pitchFamily="2" charset="-122"/>
                    <a:cs typeface="Tahoma"/>
                  </a:rPr>
                  <a:t> </a:t>
                </a:r>
              </a:p>
            </p:txBody>
          </p:sp>
        </mc:Choice>
        <mc:Fallback xmlns="">
          <p:sp>
            <p:nvSpPr>
              <p:cNvPr id="2" name="内容占位符 2">
                <a:extLst>
                  <a:ext uri="{FF2B5EF4-FFF2-40B4-BE49-F238E27FC236}">
                    <a16:creationId xmlns:a16="http://schemas.microsoft.com/office/drawing/2014/main" id="{AC60CC87-64B5-771B-4892-A6F0CD7FEBB8}"/>
                  </a:ext>
                </a:extLst>
              </p:cNvPr>
              <p:cNvSpPr txBox="1">
                <a:spLocks noRot="1" noChangeAspect="1" noMove="1" noResize="1" noEditPoints="1" noAdjustHandles="1" noChangeArrowheads="1" noChangeShapeType="1" noTextEdit="1"/>
              </p:cNvSpPr>
              <p:nvPr/>
            </p:nvSpPr>
            <p:spPr bwMode="auto">
              <a:xfrm>
                <a:off x="106810" y="1269222"/>
                <a:ext cx="8786812" cy="2549296"/>
              </a:xfrm>
              <a:prstGeom prst="rect">
                <a:avLst/>
              </a:prstGeom>
              <a:blipFill>
                <a:blip r:embed="rId4"/>
                <a:stretch>
                  <a:fillRect l="-1457" t="-1675" r="-694"/>
                </a:stretch>
              </a:blipFill>
              <a:ln w="9525">
                <a:noFill/>
                <a:miter lim="800000"/>
                <a:headEnd/>
                <a:tailEnd/>
              </a:ln>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7" name="矩形 6">
                <a:extLst>
                  <a:ext uri="{FF2B5EF4-FFF2-40B4-BE49-F238E27FC236}">
                    <a16:creationId xmlns:a16="http://schemas.microsoft.com/office/drawing/2014/main" id="{6E2DBA5B-ADA5-4F79-8D61-DC7E4E391759}"/>
                  </a:ext>
                </a:extLst>
              </p:cNvPr>
              <p:cNvSpPr/>
              <p:nvPr/>
            </p:nvSpPr>
            <p:spPr>
              <a:xfrm>
                <a:off x="106809" y="3816150"/>
                <a:ext cx="8536432" cy="1390765"/>
              </a:xfrm>
              <a:prstGeom prst="rect">
                <a:avLst/>
              </a:prstGeom>
            </p:spPr>
            <p:txBody>
              <a:bodyPr wrap="square">
                <a:spAutoFit/>
              </a:bodyPr>
              <a:lstStyle/>
              <a:p>
                <a:pPr eaLnBrk="1" hangingPunct="1">
                  <a:defRPr/>
                </a:pPr>
                <a:r>
                  <a:rPr lang="zh-CN" altLang="en-US" sz="2800" kern="0" dirty="0">
                    <a:solidFill>
                      <a:srgbClr val="000000"/>
                    </a:solidFill>
                    <a:latin typeface="Times New Roman" pitchFamily="18" charset="0"/>
                    <a:cs typeface="Times New Roman" pitchFamily="18" charset="0"/>
                  </a:rPr>
                  <a:t>（</a:t>
                </a:r>
                <a:r>
                  <a:rPr lang="en-US" altLang="zh-CN" sz="2800" kern="0" dirty="0">
                    <a:solidFill>
                      <a:srgbClr val="000000"/>
                    </a:solidFill>
                    <a:latin typeface="Times New Roman" pitchFamily="18" charset="0"/>
                    <a:cs typeface="Times New Roman" pitchFamily="18" charset="0"/>
                  </a:rPr>
                  <a:t>1</a:t>
                </a:r>
                <a:r>
                  <a:rPr lang="zh-CN" altLang="en-US" sz="2800" kern="0" dirty="0">
                    <a:solidFill>
                      <a:srgbClr val="000000"/>
                    </a:solidFill>
                    <a:latin typeface="Times New Roman" pitchFamily="18" charset="0"/>
                    <a:cs typeface="Times New Roman" pitchFamily="18" charset="0"/>
                  </a:rPr>
                  <a:t>）</a:t>
                </a:r>
                <a:r>
                  <a:rPr lang="zh-CN" altLang="en-US" sz="2800" kern="0" dirty="0">
                    <a:solidFill>
                      <a:srgbClr val="000000"/>
                    </a:solidFill>
                    <a:latin typeface="宋体" pitchFamily="2" charset="-122"/>
                    <a:cs typeface="Tahoma"/>
                  </a:rPr>
                  <a:t>由乘法规则：</a:t>
                </a:r>
                <a:endParaRPr lang="en-US" altLang="zh-CN" sz="2800" kern="0" dirty="0">
                  <a:solidFill>
                    <a:srgbClr val="000000"/>
                  </a:solidFill>
                  <a:latin typeface="宋体" pitchFamily="2" charset="-122"/>
                  <a:cs typeface="Tahoma"/>
                </a:endParaRPr>
              </a:p>
              <a:p>
                <a:pPr eaLnBrk="1" hangingPunct="1">
                  <a:defRPr/>
                </a:pPr>
                <a14:m>
                  <m:oMathPara xmlns:m="http://schemas.openxmlformats.org/officeDocument/2006/math">
                    <m:oMathParaPr>
                      <m:jc m:val="centerGroup"/>
                    </m:oMathParaPr>
                    <m:oMath xmlns:m="http://schemas.openxmlformats.org/officeDocument/2006/math">
                      <m:r>
                        <a:rPr lang="en-US" altLang="zh-CN" sz="2800" b="0" i="1" kern="0" smtClean="0">
                          <a:solidFill>
                            <a:srgbClr val="000000"/>
                          </a:solidFill>
                          <a:latin typeface="Cambria Math" panose="02040503050406030204" pitchFamily="18" charset="0"/>
                        </a:rPr>
                        <m:t>𝑃</m:t>
                      </m:r>
                      <m:d>
                        <m:dPr>
                          <m:ctrlPr>
                            <a:rPr lang="en-US" altLang="zh-CN" sz="2800" i="1" kern="0" smtClean="0">
                              <a:solidFill>
                                <a:srgbClr val="000000"/>
                              </a:solidFill>
                              <a:latin typeface="Cambria Math" panose="02040503050406030204" pitchFamily="18" charset="0"/>
                            </a:rPr>
                          </m:ctrlPr>
                        </m:dPr>
                        <m:e>
                          <m:r>
                            <a:rPr lang="en-US" altLang="zh-CN" sz="2800" b="0" i="1" kern="0" smtClean="0">
                              <a:solidFill>
                                <a:srgbClr val="000000"/>
                              </a:solidFill>
                              <a:latin typeface="Cambria Math" panose="02040503050406030204" pitchFamily="18" charset="0"/>
                            </a:rPr>
                            <m:t>𝑛</m:t>
                          </m:r>
                          <m:r>
                            <a:rPr lang="zh-CN" altLang="en-US" sz="2800" i="1" kern="0">
                              <a:solidFill>
                                <a:srgbClr val="000000"/>
                              </a:solidFill>
                              <a:latin typeface="Cambria Math" panose="02040503050406030204" pitchFamily="18" charset="0"/>
                            </a:rPr>
                            <m:t>，</m:t>
                          </m:r>
                          <m:r>
                            <a:rPr lang="en-US" altLang="zh-CN" sz="2800" b="0" i="1" kern="0" smtClean="0">
                              <a:solidFill>
                                <a:srgbClr val="000000"/>
                              </a:solidFill>
                              <a:latin typeface="Cambria Math" panose="02040503050406030204" pitchFamily="18" charset="0"/>
                            </a:rPr>
                            <m:t>𝑟</m:t>
                          </m:r>
                        </m:e>
                      </m:d>
                      <m:r>
                        <a:rPr lang="en-US" altLang="zh-CN" sz="2800" b="0" i="1" kern="0" smtClean="0">
                          <a:solidFill>
                            <a:srgbClr val="000000"/>
                          </a:solidFill>
                          <a:latin typeface="Cambria Math" panose="02040503050406030204" pitchFamily="18" charset="0"/>
                        </a:rPr>
                        <m:t>=</m:t>
                      </m:r>
                      <m:r>
                        <a:rPr lang="en-US" altLang="zh-CN" sz="2800" b="0" i="1" kern="0" smtClean="0">
                          <a:solidFill>
                            <a:srgbClr val="000000"/>
                          </a:solidFill>
                          <a:latin typeface="Cambria Math" panose="02040503050406030204" pitchFamily="18" charset="0"/>
                        </a:rPr>
                        <m:t>𝑛</m:t>
                      </m:r>
                      <m:d>
                        <m:dPr>
                          <m:ctrlPr>
                            <a:rPr lang="en-US" altLang="zh-CN" sz="2800" i="1" kern="0" smtClean="0">
                              <a:solidFill>
                                <a:srgbClr val="000000"/>
                              </a:solidFill>
                              <a:latin typeface="Cambria Math" panose="02040503050406030204" pitchFamily="18" charset="0"/>
                            </a:rPr>
                          </m:ctrlPr>
                        </m:dPr>
                        <m:e>
                          <m:r>
                            <a:rPr lang="en-US" altLang="zh-CN" sz="2800" b="0" i="1" kern="0" smtClean="0">
                              <a:solidFill>
                                <a:srgbClr val="000000"/>
                              </a:solidFill>
                              <a:latin typeface="Cambria Math" panose="02040503050406030204" pitchFamily="18" charset="0"/>
                            </a:rPr>
                            <m:t>𝑛</m:t>
                          </m:r>
                          <m:r>
                            <a:rPr lang="en-US" altLang="zh-CN" sz="2800" b="0" i="1" kern="0" smtClean="0">
                              <a:solidFill>
                                <a:srgbClr val="000000"/>
                              </a:solidFill>
                              <a:latin typeface="Cambria Math" panose="02040503050406030204" pitchFamily="18" charset="0"/>
                            </a:rPr>
                            <m:t>−1</m:t>
                          </m:r>
                        </m:e>
                      </m:d>
                      <m:r>
                        <a:rPr lang="en-US" altLang="zh-CN" sz="2800" b="0" i="1" kern="0" smtClean="0">
                          <a:solidFill>
                            <a:srgbClr val="000000"/>
                          </a:solidFill>
                          <a:latin typeface="Cambria Math" panose="02040503050406030204" pitchFamily="18" charset="0"/>
                        </a:rPr>
                        <m:t>⋯</m:t>
                      </m:r>
                      <m:d>
                        <m:dPr>
                          <m:ctrlPr>
                            <a:rPr lang="en-US" altLang="zh-CN" sz="2800" i="1" kern="0" smtClean="0">
                              <a:solidFill>
                                <a:srgbClr val="000000"/>
                              </a:solidFill>
                              <a:latin typeface="Cambria Math" panose="02040503050406030204" pitchFamily="18" charset="0"/>
                            </a:rPr>
                          </m:ctrlPr>
                        </m:dPr>
                        <m:e>
                          <m:r>
                            <a:rPr lang="en-US" altLang="zh-CN" sz="2800" b="0" i="1" kern="0" smtClean="0">
                              <a:solidFill>
                                <a:srgbClr val="000000"/>
                              </a:solidFill>
                              <a:latin typeface="Cambria Math" panose="02040503050406030204" pitchFamily="18" charset="0"/>
                            </a:rPr>
                            <m:t>𝑛</m:t>
                          </m:r>
                          <m:r>
                            <a:rPr lang="en-US" altLang="zh-CN" sz="2800" b="0" i="1" kern="0" smtClean="0">
                              <a:solidFill>
                                <a:srgbClr val="000000"/>
                              </a:solidFill>
                              <a:latin typeface="Cambria Math" panose="02040503050406030204" pitchFamily="18" charset="0"/>
                            </a:rPr>
                            <m:t>−</m:t>
                          </m:r>
                          <m:r>
                            <a:rPr lang="en-US" altLang="zh-CN" sz="2800" b="0" i="1" kern="0" smtClean="0">
                              <a:solidFill>
                                <a:srgbClr val="000000"/>
                              </a:solidFill>
                              <a:latin typeface="Cambria Math" panose="02040503050406030204" pitchFamily="18" charset="0"/>
                            </a:rPr>
                            <m:t>𝑟</m:t>
                          </m:r>
                          <m:r>
                            <a:rPr lang="en-US" altLang="zh-CN" sz="2800" b="0" i="1" kern="0" smtClean="0">
                              <a:solidFill>
                                <a:srgbClr val="000000"/>
                              </a:solidFill>
                              <a:latin typeface="Cambria Math" panose="02040503050406030204" pitchFamily="18" charset="0"/>
                            </a:rPr>
                            <m:t>+1</m:t>
                          </m:r>
                        </m:e>
                      </m:d>
                      <m:r>
                        <a:rPr lang="en-US" altLang="zh-CN" sz="2800" b="0" i="1" kern="0" smtClean="0">
                          <a:solidFill>
                            <a:srgbClr val="000000"/>
                          </a:solidFill>
                          <a:latin typeface="Cambria Math" panose="02040503050406030204" pitchFamily="18" charset="0"/>
                        </a:rPr>
                        <m:t>=</m:t>
                      </m:r>
                      <m:f>
                        <m:fPr>
                          <m:ctrlPr>
                            <a:rPr lang="en-US" altLang="zh-CN" sz="2800" i="1" kern="0" smtClean="0">
                              <a:solidFill>
                                <a:srgbClr val="000000"/>
                              </a:solidFill>
                              <a:latin typeface="Cambria Math" panose="02040503050406030204" pitchFamily="18" charset="0"/>
                            </a:rPr>
                          </m:ctrlPr>
                        </m:fPr>
                        <m:num>
                          <m:r>
                            <a:rPr lang="en-US" altLang="zh-CN" sz="2800" b="0" i="1" kern="0" smtClean="0">
                              <a:solidFill>
                                <a:srgbClr val="000000"/>
                              </a:solidFill>
                              <a:latin typeface="Cambria Math" panose="02040503050406030204" pitchFamily="18" charset="0"/>
                            </a:rPr>
                            <m:t>𝑛</m:t>
                          </m:r>
                          <m:r>
                            <a:rPr lang="en-US" altLang="zh-CN" sz="2800" b="0" i="1" kern="0" smtClean="0">
                              <a:solidFill>
                                <a:srgbClr val="000000"/>
                              </a:solidFill>
                              <a:latin typeface="Cambria Math" panose="02040503050406030204" pitchFamily="18" charset="0"/>
                            </a:rPr>
                            <m:t>!</m:t>
                          </m:r>
                        </m:num>
                        <m:den>
                          <m:d>
                            <m:dPr>
                              <m:ctrlPr>
                                <a:rPr lang="en-US" altLang="zh-CN" sz="2800" i="1" kern="0" smtClean="0">
                                  <a:solidFill>
                                    <a:srgbClr val="000000"/>
                                  </a:solidFill>
                                  <a:latin typeface="Cambria Math" panose="02040503050406030204" pitchFamily="18" charset="0"/>
                                </a:rPr>
                              </m:ctrlPr>
                            </m:dPr>
                            <m:e>
                              <m:r>
                                <a:rPr lang="en-US" altLang="zh-CN" sz="2800" b="0" i="1" kern="0" smtClean="0">
                                  <a:solidFill>
                                    <a:srgbClr val="000000"/>
                                  </a:solidFill>
                                  <a:latin typeface="Cambria Math" panose="02040503050406030204" pitchFamily="18" charset="0"/>
                                </a:rPr>
                                <m:t>𝑛</m:t>
                              </m:r>
                              <m:r>
                                <a:rPr lang="en-US" altLang="zh-CN" sz="2800" b="0" i="1" kern="0" smtClean="0">
                                  <a:solidFill>
                                    <a:srgbClr val="000000"/>
                                  </a:solidFill>
                                  <a:latin typeface="Cambria Math" panose="02040503050406030204" pitchFamily="18" charset="0"/>
                                </a:rPr>
                                <m:t>−</m:t>
                              </m:r>
                              <m:r>
                                <a:rPr lang="en-US" altLang="zh-CN" sz="2800" b="0" i="1" kern="0" smtClean="0">
                                  <a:solidFill>
                                    <a:srgbClr val="000000"/>
                                  </a:solidFill>
                                  <a:latin typeface="Cambria Math" panose="02040503050406030204" pitchFamily="18" charset="0"/>
                                </a:rPr>
                                <m:t>𝑟</m:t>
                              </m:r>
                            </m:e>
                          </m:d>
                          <m:r>
                            <a:rPr lang="en-US" altLang="zh-CN" sz="2800" b="0" i="1" kern="0" smtClean="0">
                              <a:solidFill>
                                <a:srgbClr val="000000"/>
                              </a:solidFill>
                              <a:latin typeface="Cambria Math" panose="02040503050406030204" pitchFamily="18" charset="0"/>
                            </a:rPr>
                            <m:t>!</m:t>
                          </m:r>
                        </m:den>
                      </m:f>
                      <m:r>
                        <a:rPr lang="zh-CN" altLang="en-US" sz="2800" b="0" i="1" kern="0" smtClean="0">
                          <a:solidFill>
                            <a:srgbClr val="000000"/>
                          </a:solidFill>
                          <a:latin typeface="Cambria Math" panose="02040503050406030204" pitchFamily="18" charset="0"/>
                        </a:rPr>
                        <m:t>。</m:t>
                      </m:r>
                    </m:oMath>
                  </m:oMathPara>
                </a14:m>
                <a:endParaRPr lang="en-US" altLang="zh-CN" sz="2800" kern="0" dirty="0">
                  <a:solidFill>
                    <a:srgbClr val="000000"/>
                  </a:solidFill>
                  <a:latin typeface="宋体" pitchFamily="2" charset="-122"/>
                  <a:cs typeface="Tahoma"/>
                </a:endParaRPr>
              </a:p>
            </p:txBody>
          </p:sp>
        </mc:Choice>
        <mc:Fallback xmlns="">
          <p:sp>
            <p:nvSpPr>
              <p:cNvPr id="7" name="矩形 6">
                <a:extLst>
                  <a:ext uri="{FF2B5EF4-FFF2-40B4-BE49-F238E27FC236}">
                    <a16:creationId xmlns:a16="http://schemas.microsoft.com/office/drawing/2014/main" id="{6E2DBA5B-ADA5-4F79-8D61-DC7E4E391759}"/>
                  </a:ext>
                </a:extLst>
              </p:cNvPr>
              <p:cNvSpPr>
                <a:spLocks noRot="1" noChangeAspect="1" noMove="1" noResize="1" noEditPoints="1" noAdjustHandles="1" noChangeArrowheads="1" noChangeShapeType="1" noTextEdit="1"/>
              </p:cNvSpPr>
              <p:nvPr/>
            </p:nvSpPr>
            <p:spPr>
              <a:xfrm>
                <a:off x="106809" y="3816150"/>
                <a:ext cx="8536432" cy="1390765"/>
              </a:xfrm>
              <a:prstGeom prst="rect">
                <a:avLst/>
              </a:prstGeom>
              <a:blipFill>
                <a:blip r:embed="rId5"/>
                <a:stretch>
                  <a:fillRect l="-1500" t="-5702"/>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8" name="矩形 7">
                <a:extLst>
                  <a:ext uri="{FF2B5EF4-FFF2-40B4-BE49-F238E27FC236}">
                    <a16:creationId xmlns:a16="http://schemas.microsoft.com/office/drawing/2014/main" id="{0703DD6F-FE9A-6DDC-426F-08BC01480052}"/>
                  </a:ext>
                </a:extLst>
              </p:cNvPr>
              <p:cNvSpPr/>
              <p:nvPr/>
            </p:nvSpPr>
            <p:spPr>
              <a:xfrm>
                <a:off x="106809" y="5583335"/>
                <a:ext cx="8786812" cy="954107"/>
              </a:xfrm>
              <a:prstGeom prst="rect">
                <a:avLst/>
              </a:prstGeom>
            </p:spPr>
            <p:txBody>
              <a:bodyPr wrap="square">
                <a:spAutoFit/>
              </a:bodyPr>
              <a:lstStyle/>
              <a:p>
                <a:pPr eaLnBrk="1" hangingPunct="1">
                  <a:defRPr/>
                </a:pPr>
                <a:r>
                  <a:rPr lang="zh-CN" altLang="en-US" sz="2800" kern="0" dirty="0">
                    <a:solidFill>
                      <a:srgbClr val="000000"/>
                    </a:solidFill>
                    <a:latin typeface="Times New Roman" pitchFamily="18" charset="0"/>
                    <a:cs typeface="Times New Roman" pitchFamily="18" charset="0"/>
                  </a:rPr>
                  <a:t>（</a:t>
                </a:r>
                <a14:m>
                  <m:oMath xmlns:m="http://schemas.openxmlformats.org/officeDocument/2006/math">
                    <m:r>
                      <a:rPr lang="en-US" altLang="zh-CN" sz="2800" b="0" i="1" kern="0" dirty="0">
                        <a:solidFill>
                          <a:srgbClr val="000000"/>
                        </a:solidFill>
                        <a:latin typeface="Cambria Math" panose="02040503050406030204" pitchFamily="18" charset="0"/>
                        <a:cs typeface="Times New Roman" pitchFamily="18" charset="0"/>
                      </a:rPr>
                      <m:t>2</m:t>
                    </m:r>
                    <m:r>
                      <a:rPr lang="zh-CN" altLang="en-US" sz="2800" i="1" kern="0" dirty="0" smtClean="0">
                        <a:solidFill>
                          <a:srgbClr val="000000"/>
                        </a:solidFill>
                        <a:latin typeface="Cambria Math" panose="02040503050406030204" pitchFamily="18" charset="0"/>
                        <a:cs typeface="Times New Roman" pitchFamily="18" charset="0"/>
                      </a:rPr>
                      <m:t>）</m:t>
                    </m:r>
                    <m:r>
                      <a:rPr lang="en-US" altLang="zh-CN" sz="2800" b="0" i="1" kern="0" smtClean="0">
                        <a:solidFill>
                          <a:srgbClr val="000000"/>
                        </a:solidFill>
                        <a:latin typeface="Cambria Math" panose="02040503050406030204" pitchFamily="18" charset="0"/>
                        <a:cs typeface="Times New Roman" pitchFamily="18" charset="0"/>
                      </a:rPr>
                      <m:t>𝑃</m:t>
                    </m:r>
                    <m:d>
                      <m:dPr>
                        <m:ctrlPr>
                          <a:rPr lang="en-US" altLang="zh-CN" sz="2800" i="1" kern="0" smtClean="0">
                            <a:solidFill>
                              <a:srgbClr val="000000"/>
                            </a:solidFill>
                            <a:latin typeface="Cambria Math" panose="02040503050406030204" pitchFamily="18" charset="0"/>
                            <a:cs typeface="Times New Roman" pitchFamily="18" charset="0"/>
                          </a:rPr>
                        </m:ctrlPr>
                      </m:dPr>
                      <m:e>
                        <m:r>
                          <a:rPr lang="en-US" altLang="zh-CN" sz="2800" b="0" i="1" kern="0" smtClean="0">
                            <a:solidFill>
                              <a:srgbClr val="000000"/>
                            </a:solidFill>
                            <a:latin typeface="Cambria Math" panose="02040503050406030204" pitchFamily="18" charset="0"/>
                            <a:cs typeface="Times New Roman" pitchFamily="18" charset="0"/>
                          </a:rPr>
                          <m:t>𝑛</m:t>
                        </m:r>
                        <m:r>
                          <a:rPr lang="zh-CN" altLang="en-US" sz="2800" i="1" kern="0">
                            <a:solidFill>
                              <a:srgbClr val="000000"/>
                            </a:solidFill>
                            <a:latin typeface="Cambria Math" panose="02040503050406030204" pitchFamily="18" charset="0"/>
                            <a:cs typeface="Times New Roman" pitchFamily="18" charset="0"/>
                          </a:rPr>
                          <m:t>，</m:t>
                        </m:r>
                        <m:r>
                          <a:rPr lang="en-US" altLang="zh-CN" sz="2800" b="0" i="1" kern="0" smtClean="0">
                            <a:solidFill>
                              <a:srgbClr val="000000"/>
                            </a:solidFill>
                            <a:latin typeface="Cambria Math" panose="02040503050406030204" pitchFamily="18" charset="0"/>
                            <a:cs typeface="Times New Roman" pitchFamily="18" charset="0"/>
                          </a:rPr>
                          <m:t>𝑟</m:t>
                        </m:r>
                      </m:e>
                    </m:d>
                    <m:r>
                      <a:rPr lang="en-US" altLang="zh-CN" sz="2800" b="0" i="1" kern="0" smtClean="0">
                        <a:solidFill>
                          <a:srgbClr val="000000"/>
                        </a:solidFill>
                        <a:latin typeface="Cambria Math" panose="02040503050406030204" pitchFamily="18" charset="0"/>
                        <a:cs typeface="Times New Roman" pitchFamily="18" charset="0"/>
                      </a:rPr>
                      <m:t>=0 </m:t>
                    </m:r>
                    <m:d>
                      <m:dPr>
                        <m:ctrlPr>
                          <a:rPr lang="en-US" altLang="zh-CN" sz="2800" i="1" kern="0" smtClean="0">
                            <a:solidFill>
                              <a:srgbClr val="000000"/>
                            </a:solidFill>
                            <a:latin typeface="Cambria Math" panose="02040503050406030204" pitchFamily="18" charset="0"/>
                            <a:cs typeface="Times New Roman" pitchFamily="18" charset="0"/>
                          </a:rPr>
                        </m:ctrlPr>
                      </m:dPr>
                      <m:e>
                        <m:r>
                          <a:rPr lang="en-US" altLang="zh-CN" sz="2800" b="0" i="1" kern="0" smtClean="0">
                            <a:solidFill>
                              <a:srgbClr val="000000"/>
                            </a:solidFill>
                            <a:latin typeface="Cambria Math" panose="02040503050406030204" pitchFamily="18" charset="0"/>
                            <a:cs typeface="Times New Roman" pitchFamily="18" charset="0"/>
                          </a:rPr>
                          <m:t>𝑟</m:t>
                        </m:r>
                        <m:r>
                          <a:rPr lang="en-US" altLang="zh-CN" sz="2800" b="0" i="1" kern="0" smtClean="0">
                            <a:solidFill>
                              <a:srgbClr val="000000"/>
                            </a:solidFill>
                            <a:latin typeface="Cambria Math" panose="02040503050406030204" pitchFamily="18" charset="0"/>
                            <a:cs typeface="Times New Roman" pitchFamily="18" charset="0"/>
                          </a:rPr>
                          <m:t>&gt;</m:t>
                        </m:r>
                        <m:r>
                          <a:rPr lang="en-US" altLang="zh-CN" sz="2800" b="0" i="1" kern="0" smtClean="0">
                            <a:solidFill>
                              <a:srgbClr val="000000"/>
                            </a:solidFill>
                            <a:latin typeface="Cambria Math" panose="02040503050406030204" pitchFamily="18" charset="0"/>
                            <a:cs typeface="Times New Roman" pitchFamily="18" charset="0"/>
                          </a:rPr>
                          <m:t>𝑛</m:t>
                        </m:r>
                      </m:e>
                    </m:d>
                    <m:r>
                      <a:rPr lang="zh-CN" altLang="en-US" sz="2800" i="1" kern="0">
                        <a:solidFill>
                          <a:srgbClr val="000000"/>
                        </a:solidFill>
                        <a:latin typeface="Cambria Math" panose="02040503050406030204" pitchFamily="18" charset="0"/>
                        <a:cs typeface="Times New Roman" pitchFamily="18" charset="0"/>
                      </a:rPr>
                      <m:t>，</m:t>
                    </m:r>
                    <m:r>
                      <a:rPr lang="en-US" altLang="zh-CN" sz="2800" b="0" i="1" kern="0" smtClean="0">
                        <a:solidFill>
                          <a:srgbClr val="000000"/>
                        </a:solidFill>
                        <a:latin typeface="Cambria Math" panose="02040503050406030204" pitchFamily="18" charset="0"/>
                        <a:cs typeface="Times New Roman" pitchFamily="18" charset="0"/>
                      </a:rPr>
                      <m:t>𝑃</m:t>
                    </m:r>
                    <m:d>
                      <m:dPr>
                        <m:ctrlPr>
                          <a:rPr lang="en-US" altLang="zh-CN" sz="2800" i="1" kern="0" smtClean="0">
                            <a:solidFill>
                              <a:srgbClr val="000000"/>
                            </a:solidFill>
                            <a:latin typeface="Cambria Math" panose="02040503050406030204" pitchFamily="18" charset="0"/>
                            <a:cs typeface="Times New Roman" pitchFamily="18" charset="0"/>
                          </a:rPr>
                        </m:ctrlPr>
                      </m:dPr>
                      <m:e>
                        <m:r>
                          <a:rPr lang="en-US" altLang="zh-CN" sz="2800" b="0" i="1" kern="0" smtClean="0">
                            <a:solidFill>
                              <a:srgbClr val="000000"/>
                            </a:solidFill>
                            <a:latin typeface="Cambria Math" panose="02040503050406030204" pitchFamily="18" charset="0"/>
                            <a:cs typeface="Times New Roman" pitchFamily="18" charset="0"/>
                          </a:rPr>
                          <m:t>𝑛</m:t>
                        </m:r>
                        <m:r>
                          <a:rPr lang="zh-CN" altLang="en-US" sz="2800" i="1" kern="0">
                            <a:solidFill>
                              <a:srgbClr val="000000"/>
                            </a:solidFill>
                            <a:latin typeface="Cambria Math" panose="02040503050406030204" pitchFamily="18" charset="0"/>
                            <a:cs typeface="Times New Roman" pitchFamily="18" charset="0"/>
                          </a:rPr>
                          <m:t>，</m:t>
                        </m:r>
                        <m:r>
                          <a:rPr lang="en-US" altLang="zh-CN" sz="2800" b="0" i="1" kern="0" smtClean="0">
                            <a:solidFill>
                              <a:srgbClr val="000000"/>
                            </a:solidFill>
                            <a:latin typeface="Cambria Math" panose="02040503050406030204" pitchFamily="18" charset="0"/>
                            <a:cs typeface="Times New Roman" pitchFamily="18" charset="0"/>
                          </a:rPr>
                          <m:t>1</m:t>
                        </m:r>
                      </m:e>
                    </m:d>
                    <m:r>
                      <a:rPr lang="en-US" altLang="zh-CN" sz="2800" b="0" i="1" kern="0" smtClean="0">
                        <a:solidFill>
                          <a:srgbClr val="000000"/>
                        </a:solidFill>
                        <a:latin typeface="Cambria Math" panose="02040503050406030204" pitchFamily="18" charset="0"/>
                        <a:cs typeface="Times New Roman" pitchFamily="18" charset="0"/>
                      </a:rPr>
                      <m:t>=</m:t>
                    </m:r>
                    <m:r>
                      <a:rPr lang="en-US" altLang="zh-CN" sz="2800" i="1" kern="0">
                        <a:solidFill>
                          <a:srgbClr val="000000"/>
                        </a:solidFill>
                        <a:latin typeface="Cambria Math" panose="02040503050406030204" pitchFamily="18" charset="0"/>
                        <a:cs typeface="Times New Roman" pitchFamily="18" charset="0"/>
                      </a:rPr>
                      <m:t>𝑛</m:t>
                    </m:r>
                    <m:r>
                      <a:rPr lang="zh-CN" altLang="en-US" sz="2800" i="1" kern="0">
                        <a:solidFill>
                          <a:srgbClr val="000000"/>
                        </a:solidFill>
                        <a:latin typeface="Cambria Math" panose="02040503050406030204" pitchFamily="18" charset="0"/>
                        <a:cs typeface="Times New Roman" pitchFamily="18" charset="0"/>
                      </a:rPr>
                      <m:t>，</m:t>
                    </m:r>
                  </m:oMath>
                </a14:m>
                <a:endParaRPr lang="en-US" altLang="zh-CN" sz="2800" i="1" kern="0" dirty="0">
                  <a:solidFill>
                    <a:srgbClr val="000000"/>
                  </a:solidFill>
                  <a:latin typeface="Cambria Math" panose="02040503050406030204" pitchFamily="18" charset="0"/>
                  <a:cs typeface="Times New Roman" pitchFamily="18" charset="0"/>
                </a:endParaRPr>
              </a:p>
              <a:p>
                <a:pPr eaLnBrk="1" hangingPunct="1">
                  <a:defRPr/>
                </a:pPr>
                <a:r>
                  <a:rPr lang="en-US" altLang="zh-CN" sz="2800" b="0" kern="0" dirty="0">
                    <a:solidFill>
                      <a:srgbClr val="000000"/>
                    </a:solidFill>
                    <a:cs typeface="Times New Roman" pitchFamily="18" charset="0"/>
                  </a:rPr>
                  <a:t>         </a:t>
                </a:r>
                <a14:m>
                  <m:oMath xmlns:m="http://schemas.openxmlformats.org/officeDocument/2006/math">
                    <m:r>
                      <a:rPr lang="en-US" altLang="zh-CN" sz="2800" b="0" i="1" kern="0" smtClean="0">
                        <a:solidFill>
                          <a:srgbClr val="000000"/>
                        </a:solidFill>
                        <a:latin typeface="Cambria Math" panose="02040503050406030204" pitchFamily="18" charset="0"/>
                        <a:cs typeface="Times New Roman" pitchFamily="18" charset="0"/>
                      </a:rPr>
                      <m:t>𝑃</m:t>
                    </m:r>
                    <m:d>
                      <m:dPr>
                        <m:ctrlPr>
                          <a:rPr lang="en-US" altLang="zh-CN" sz="2800" i="1" kern="0" smtClean="0">
                            <a:solidFill>
                              <a:srgbClr val="000000"/>
                            </a:solidFill>
                            <a:latin typeface="Cambria Math" panose="02040503050406030204" pitchFamily="18" charset="0"/>
                            <a:cs typeface="Times New Roman" pitchFamily="18" charset="0"/>
                          </a:rPr>
                        </m:ctrlPr>
                      </m:dPr>
                      <m:e>
                        <m:r>
                          <a:rPr lang="en-US" altLang="zh-CN" sz="2800" b="0" i="1" kern="0" smtClean="0">
                            <a:solidFill>
                              <a:srgbClr val="000000"/>
                            </a:solidFill>
                            <a:latin typeface="Cambria Math" panose="02040503050406030204" pitchFamily="18" charset="0"/>
                            <a:cs typeface="Times New Roman" pitchFamily="18" charset="0"/>
                          </a:rPr>
                          <m:t>𝑛</m:t>
                        </m:r>
                        <m:r>
                          <a:rPr lang="zh-CN" altLang="en-US" sz="2800" i="1" kern="0">
                            <a:solidFill>
                              <a:srgbClr val="000000"/>
                            </a:solidFill>
                            <a:latin typeface="Cambria Math" panose="02040503050406030204" pitchFamily="18" charset="0"/>
                            <a:cs typeface="Times New Roman" pitchFamily="18" charset="0"/>
                          </a:rPr>
                          <m:t>，</m:t>
                        </m:r>
                        <m:r>
                          <a:rPr lang="en-US" altLang="zh-CN" sz="2800" b="0" i="1" kern="0" smtClean="0">
                            <a:solidFill>
                              <a:srgbClr val="000000"/>
                            </a:solidFill>
                            <a:latin typeface="Cambria Math" panose="02040503050406030204" pitchFamily="18" charset="0"/>
                            <a:cs typeface="Times New Roman" pitchFamily="18" charset="0"/>
                          </a:rPr>
                          <m:t>𝑛</m:t>
                        </m:r>
                      </m:e>
                    </m:d>
                    <m:r>
                      <a:rPr lang="en-US" altLang="zh-CN" sz="2800" b="0" i="1" kern="0" smtClean="0">
                        <a:solidFill>
                          <a:srgbClr val="000000"/>
                        </a:solidFill>
                        <a:latin typeface="Cambria Math" panose="02040503050406030204" pitchFamily="18" charset="0"/>
                        <a:cs typeface="Times New Roman" pitchFamily="18" charset="0"/>
                      </a:rPr>
                      <m:t>=</m:t>
                    </m:r>
                    <m:r>
                      <a:rPr lang="en-US" altLang="zh-CN" sz="2800" b="0" i="1" kern="0" smtClean="0">
                        <a:solidFill>
                          <a:srgbClr val="000000"/>
                        </a:solidFill>
                        <a:latin typeface="Cambria Math" panose="02040503050406030204" pitchFamily="18" charset="0"/>
                        <a:cs typeface="Times New Roman" pitchFamily="18" charset="0"/>
                      </a:rPr>
                      <m:t>𝑛</m:t>
                    </m:r>
                    <m:r>
                      <a:rPr lang="en-US" altLang="zh-CN" sz="2800" b="0" i="1" kern="0" smtClean="0">
                        <a:solidFill>
                          <a:srgbClr val="000000"/>
                        </a:solidFill>
                        <a:latin typeface="Cambria Math" panose="02040503050406030204" pitchFamily="18" charset="0"/>
                        <a:cs typeface="Times New Roman" pitchFamily="18" charset="0"/>
                      </a:rPr>
                      <m:t>!</m:t>
                    </m:r>
                    <m:r>
                      <a:rPr lang="zh-CN" altLang="en-US" sz="2800" b="0" i="1" kern="0">
                        <a:solidFill>
                          <a:srgbClr val="000000"/>
                        </a:solidFill>
                        <a:latin typeface="Cambria Math" panose="02040503050406030204" pitchFamily="18" charset="0"/>
                        <a:cs typeface="Times New Roman" pitchFamily="18" charset="0"/>
                      </a:rPr>
                      <m:t>。</m:t>
                    </m:r>
                  </m:oMath>
                </a14:m>
                <a:endParaRPr lang="en-US" altLang="zh-CN" sz="2800" kern="0" dirty="0">
                  <a:solidFill>
                    <a:srgbClr val="000000"/>
                  </a:solidFill>
                  <a:latin typeface="Times New Roman" pitchFamily="18" charset="0"/>
                  <a:cs typeface="Times New Roman" pitchFamily="18" charset="0"/>
                </a:endParaRPr>
              </a:p>
            </p:txBody>
          </p:sp>
        </mc:Choice>
        <mc:Fallback xmlns="">
          <p:sp>
            <p:nvSpPr>
              <p:cNvPr id="8" name="矩形 7">
                <a:extLst>
                  <a:ext uri="{FF2B5EF4-FFF2-40B4-BE49-F238E27FC236}">
                    <a16:creationId xmlns:a16="http://schemas.microsoft.com/office/drawing/2014/main" id="{0703DD6F-FE9A-6DDC-426F-08BC01480052}"/>
                  </a:ext>
                </a:extLst>
              </p:cNvPr>
              <p:cNvSpPr>
                <a:spLocks noRot="1" noChangeAspect="1" noMove="1" noResize="1" noEditPoints="1" noAdjustHandles="1" noChangeArrowheads="1" noChangeShapeType="1" noTextEdit="1"/>
              </p:cNvSpPr>
              <p:nvPr/>
            </p:nvSpPr>
            <p:spPr>
              <a:xfrm>
                <a:off x="106809" y="5583335"/>
                <a:ext cx="8786812" cy="954107"/>
              </a:xfrm>
              <a:prstGeom prst="rect">
                <a:avLst/>
              </a:prstGeom>
              <a:blipFill>
                <a:blip r:embed="rId6"/>
                <a:stretch>
                  <a:fillRect l="-1457" t="-8974"/>
                </a:stretch>
              </a:blipFill>
            </p:spPr>
            <p:txBody>
              <a:bodyPr/>
              <a:lstStyle/>
              <a:p>
                <a:r>
                  <a:rPr lang="zh-CN" altLang="en-US">
                    <a:noFill/>
                  </a:rPr>
                  <a:t> </a:t>
                </a:r>
              </a:p>
            </p:txBody>
          </p:sp>
        </mc:Fallback>
      </mc:AlternateContent>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Rectangle 2">
            <a:extLst>
              <a:ext uri="{FF2B5EF4-FFF2-40B4-BE49-F238E27FC236}">
                <a16:creationId xmlns:a16="http://schemas.microsoft.com/office/drawing/2014/main" id="{14E38DA5-C7EA-B994-AD04-3F4AADB7B417}"/>
              </a:ext>
            </a:extLst>
          </p:cNvPr>
          <p:cNvSpPr>
            <a:spLocks noGrp="1" noChangeArrowheads="1"/>
          </p:cNvSpPr>
          <p:nvPr>
            <p:ph type="body" idx="1"/>
          </p:nvPr>
        </p:nvSpPr>
        <p:spPr>
          <a:xfrm>
            <a:off x="228600" y="152400"/>
            <a:ext cx="7772400" cy="609600"/>
          </a:xfrm>
        </p:spPr>
        <p:txBody>
          <a:bodyPr/>
          <a:lstStyle/>
          <a:p>
            <a:pPr eaLnBrk="1" hangingPunct="1">
              <a:buFontTx/>
              <a:buNone/>
            </a:pPr>
            <a:r>
              <a:rPr lang="en-US" altLang="zh-CN"/>
              <a:t>2 </a:t>
            </a:r>
            <a:r>
              <a:rPr lang="zh-CN" altLang="en-US"/>
              <a:t>排列与组合（续）</a:t>
            </a:r>
            <a:endParaRPr lang="en-US" altLang="zh-CN"/>
          </a:p>
        </p:txBody>
      </p:sp>
      <mc:AlternateContent xmlns:mc="http://schemas.openxmlformats.org/markup-compatibility/2006" xmlns:a14="http://schemas.microsoft.com/office/drawing/2010/main">
        <mc:Choice Requires="a14">
          <p:sp>
            <p:nvSpPr>
              <p:cNvPr id="3" name="矩形 2">
                <a:extLst>
                  <a:ext uri="{FF2B5EF4-FFF2-40B4-BE49-F238E27FC236}">
                    <a16:creationId xmlns:a16="http://schemas.microsoft.com/office/drawing/2014/main" id="{A8A6F3F1-0732-C011-3B5C-0CF13B38643F}"/>
                  </a:ext>
                </a:extLst>
              </p:cNvPr>
              <p:cNvSpPr/>
              <p:nvPr/>
            </p:nvSpPr>
            <p:spPr>
              <a:xfrm>
                <a:off x="228600" y="2698623"/>
                <a:ext cx="8286750" cy="2066656"/>
              </a:xfrm>
              <a:prstGeom prst="rect">
                <a:avLst/>
              </a:prstGeom>
            </p:spPr>
            <p:txBody>
              <a:bodyPr>
                <a:spAutoFit/>
              </a:bodyPr>
              <a:lstStyle/>
              <a:p>
                <a:pPr eaLnBrk="1" hangingPunct="1">
                  <a:lnSpc>
                    <a:spcPct val="150000"/>
                  </a:lnSpc>
                  <a:defRPr/>
                </a:pPr>
                <a:r>
                  <a:rPr lang="zh-CN" altLang="en-US" sz="2800" kern="0" dirty="0">
                    <a:solidFill>
                      <a:srgbClr val="000000"/>
                    </a:solidFill>
                    <a:latin typeface="宋体" pitchFamily="2" charset="-122"/>
                    <a:cs typeface="Tahoma"/>
                  </a:rPr>
                  <a:t>（</a:t>
                </a:r>
                <a:r>
                  <a:rPr lang="en-US" altLang="zh-CN" sz="2800" kern="0" dirty="0">
                    <a:solidFill>
                      <a:srgbClr val="000000"/>
                    </a:solidFill>
                    <a:latin typeface="宋体" pitchFamily="2" charset="-122"/>
                    <a:cs typeface="Tahoma"/>
                  </a:rPr>
                  <a:t>1</a:t>
                </a:r>
                <a:r>
                  <a:rPr lang="zh-CN" altLang="en-US" sz="2800" kern="0" dirty="0">
                    <a:solidFill>
                      <a:srgbClr val="000000"/>
                    </a:solidFill>
                    <a:latin typeface="宋体" pitchFamily="2" charset="-122"/>
                    <a:cs typeface="Tahoma"/>
                  </a:rPr>
                  <a:t>）由乘法规则：</a:t>
                </a:r>
                <a14:m>
                  <m:oMath xmlns:m="http://schemas.openxmlformats.org/officeDocument/2006/math">
                    <m:r>
                      <a:rPr lang="en-US" altLang="zh-CN" sz="2800" b="0" i="1" kern="0" smtClean="0">
                        <a:solidFill>
                          <a:srgbClr val="000000"/>
                        </a:solidFill>
                        <a:latin typeface="Cambria Math" panose="02040503050406030204" pitchFamily="18" charset="0"/>
                      </a:rPr>
                      <m:t>𝑃</m:t>
                    </m:r>
                    <m:d>
                      <m:dPr>
                        <m:ctrlPr>
                          <a:rPr lang="en-US" altLang="zh-CN" sz="2800" i="1" kern="0" smtClean="0">
                            <a:solidFill>
                              <a:srgbClr val="000000"/>
                            </a:solidFill>
                            <a:latin typeface="Cambria Math" panose="02040503050406030204" pitchFamily="18" charset="0"/>
                          </a:rPr>
                        </m:ctrlPr>
                      </m:dPr>
                      <m:e>
                        <m:r>
                          <a:rPr lang="en-US" altLang="zh-CN" sz="2800" b="0" i="1" kern="0" smtClean="0">
                            <a:solidFill>
                              <a:srgbClr val="000000"/>
                            </a:solidFill>
                            <a:latin typeface="Cambria Math" panose="02040503050406030204" pitchFamily="18" charset="0"/>
                          </a:rPr>
                          <m:t>𝑛</m:t>
                        </m:r>
                        <m:r>
                          <a:rPr lang="zh-CN" altLang="en-US" sz="2800" i="1" kern="0">
                            <a:solidFill>
                              <a:srgbClr val="000000"/>
                            </a:solidFill>
                            <a:latin typeface="Cambria Math" panose="02040503050406030204" pitchFamily="18" charset="0"/>
                          </a:rPr>
                          <m:t>，</m:t>
                        </m:r>
                        <m:r>
                          <a:rPr lang="en-US" altLang="zh-CN" sz="2800" b="0" i="1" kern="0" smtClean="0">
                            <a:solidFill>
                              <a:srgbClr val="000000"/>
                            </a:solidFill>
                            <a:latin typeface="Cambria Math" panose="02040503050406030204" pitchFamily="18" charset="0"/>
                          </a:rPr>
                          <m:t>𝑟</m:t>
                        </m:r>
                      </m:e>
                    </m:d>
                    <m:r>
                      <a:rPr lang="en-US" altLang="zh-CN" sz="2800" b="0" i="1" kern="0" smtClean="0">
                        <a:solidFill>
                          <a:srgbClr val="000000"/>
                        </a:solidFill>
                        <a:latin typeface="Cambria Math" panose="02040503050406030204" pitchFamily="18" charset="0"/>
                      </a:rPr>
                      <m:t>=</m:t>
                    </m:r>
                    <m:r>
                      <a:rPr lang="en-US" altLang="zh-CN" sz="2800" b="0" i="1" kern="0" smtClean="0">
                        <a:solidFill>
                          <a:srgbClr val="000000"/>
                        </a:solidFill>
                        <a:latin typeface="Cambria Math" panose="02040503050406030204" pitchFamily="18" charset="0"/>
                      </a:rPr>
                      <m:t>𝐶</m:t>
                    </m:r>
                    <m:d>
                      <m:dPr>
                        <m:ctrlPr>
                          <a:rPr lang="en-US" altLang="zh-CN" sz="2800" i="1" kern="0" smtClean="0">
                            <a:solidFill>
                              <a:srgbClr val="000000"/>
                            </a:solidFill>
                            <a:latin typeface="Cambria Math" panose="02040503050406030204" pitchFamily="18" charset="0"/>
                          </a:rPr>
                        </m:ctrlPr>
                      </m:dPr>
                      <m:e>
                        <m:r>
                          <a:rPr lang="en-US" altLang="zh-CN" sz="2800" b="0" i="1" kern="0" smtClean="0">
                            <a:solidFill>
                              <a:srgbClr val="000000"/>
                            </a:solidFill>
                            <a:latin typeface="Cambria Math" panose="02040503050406030204" pitchFamily="18" charset="0"/>
                          </a:rPr>
                          <m:t>𝑛</m:t>
                        </m:r>
                        <m:r>
                          <a:rPr lang="zh-CN" altLang="en-US" sz="2800" i="1" kern="0">
                            <a:solidFill>
                              <a:srgbClr val="000000"/>
                            </a:solidFill>
                            <a:latin typeface="Cambria Math" panose="02040503050406030204" pitchFamily="18" charset="0"/>
                          </a:rPr>
                          <m:t>，</m:t>
                        </m:r>
                        <m:r>
                          <a:rPr lang="en-US" altLang="zh-CN" sz="2800" b="0" i="1" kern="0" smtClean="0">
                            <a:solidFill>
                              <a:srgbClr val="000000"/>
                            </a:solidFill>
                            <a:latin typeface="Cambria Math" panose="02040503050406030204" pitchFamily="18" charset="0"/>
                          </a:rPr>
                          <m:t>𝑟</m:t>
                        </m:r>
                      </m:e>
                    </m:d>
                    <m:r>
                      <a:rPr lang="en-US" altLang="zh-CN" sz="2800" b="0" i="1" kern="0" smtClean="0">
                        <a:solidFill>
                          <a:srgbClr val="000000"/>
                        </a:solidFill>
                        <a:latin typeface="Cambria Math" panose="02040503050406030204" pitchFamily="18" charset="0"/>
                      </a:rPr>
                      <m:t>𝑃</m:t>
                    </m:r>
                    <m:d>
                      <m:dPr>
                        <m:ctrlPr>
                          <a:rPr lang="en-US" altLang="zh-CN" sz="2800" i="1" kern="0" smtClean="0">
                            <a:solidFill>
                              <a:srgbClr val="000000"/>
                            </a:solidFill>
                            <a:latin typeface="Cambria Math" panose="02040503050406030204" pitchFamily="18" charset="0"/>
                          </a:rPr>
                        </m:ctrlPr>
                      </m:dPr>
                      <m:e>
                        <m:r>
                          <a:rPr lang="en-US" altLang="zh-CN" sz="2800" b="0" i="1" kern="0" smtClean="0">
                            <a:solidFill>
                              <a:srgbClr val="000000"/>
                            </a:solidFill>
                            <a:latin typeface="Cambria Math" panose="02040503050406030204" pitchFamily="18" charset="0"/>
                          </a:rPr>
                          <m:t>𝑟</m:t>
                        </m:r>
                        <m:r>
                          <a:rPr lang="zh-CN" altLang="en-US" sz="2800" i="1" kern="0">
                            <a:solidFill>
                              <a:srgbClr val="000000"/>
                            </a:solidFill>
                            <a:latin typeface="Cambria Math" panose="02040503050406030204" pitchFamily="18" charset="0"/>
                          </a:rPr>
                          <m:t>，</m:t>
                        </m:r>
                        <m:r>
                          <a:rPr lang="en-US" altLang="zh-CN" sz="2800" b="0" i="1" kern="0" smtClean="0">
                            <a:solidFill>
                              <a:srgbClr val="000000"/>
                            </a:solidFill>
                            <a:latin typeface="Cambria Math" panose="02040503050406030204" pitchFamily="18" charset="0"/>
                          </a:rPr>
                          <m:t>𝑟</m:t>
                        </m:r>
                      </m:e>
                    </m:d>
                  </m:oMath>
                </a14:m>
                <a:endParaRPr lang="en-US" altLang="zh-CN" sz="2800" kern="0" dirty="0">
                  <a:solidFill>
                    <a:srgbClr val="000000"/>
                  </a:solidFill>
                  <a:latin typeface="宋体" pitchFamily="2" charset="-122"/>
                  <a:cs typeface="Tahoma"/>
                </a:endParaRPr>
              </a:p>
              <a:p>
                <a:pPr algn="ctr" eaLnBrk="1" hangingPunct="1">
                  <a:spcBef>
                    <a:spcPts val="2400"/>
                  </a:spcBef>
                  <a:defRPr/>
                </a:pPr>
                <a14:m>
                  <m:oMathPara xmlns:m="http://schemas.openxmlformats.org/officeDocument/2006/math">
                    <m:oMathParaPr>
                      <m:jc m:val="centerGroup"/>
                    </m:oMathParaPr>
                    <m:oMath xmlns:m="http://schemas.openxmlformats.org/officeDocument/2006/math">
                      <m:r>
                        <a:rPr lang="en-US" altLang="zh-CN" sz="2800" b="0" i="1" kern="0" smtClean="0">
                          <a:solidFill>
                            <a:srgbClr val="000000"/>
                          </a:solidFill>
                          <a:latin typeface="Cambria Math" panose="02040503050406030204" pitchFamily="18" charset="0"/>
                        </a:rPr>
                        <m:t>𝐶</m:t>
                      </m:r>
                      <m:d>
                        <m:dPr>
                          <m:ctrlPr>
                            <a:rPr lang="en-US" altLang="zh-CN" sz="2800" i="1" kern="0" smtClean="0">
                              <a:solidFill>
                                <a:srgbClr val="000000"/>
                              </a:solidFill>
                              <a:latin typeface="Cambria Math" panose="02040503050406030204" pitchFamily="18" charset="0"/>
                            </a:rPr>
                          </m:ctrlPr>
                        </m:dPr>
                        <m:e>
                          <m:r>
                            <a:rPr lang="en-US" altLang="zh-CN" sz="2800" b="0" i="1" kern="0" smtClean="0">
                              <a:solidFill>
                                <a:srgbClr val="000000"/>
                              </a:solidFill>
                              <a:latin typeface="Cambria Math" panose="02040503050406030204" pitchFamily="18" charset="0"/>
                            </a:rPr>
                            <m:t>𝑛</m:t>
                          </m:r>
                          <m:r>
                            <a:rPr lang="zh-CN" altLang="en-US" sz="2800" i="1" kern="0">
                              <a:solidFill>
                                <a:srgbClr val="000000"/>
                              </a:solidFill>
                              <a:latin typeface="Cambria Math" panose="02040503050406030204" pitchFamily="18" charset="0"/>
                            </a:rPr>
                            <m:t>，</m:t>
                          </m:r>
                          <m:r>
                            <a:rPr lang="en-US" altLang="zh-CN" sz="2800" b="0" i="1" kern="0" smtClean="0">
                              <a:solidFill>
                                <a:srgbClr val="000000"/>
                              </a:solidFill>
                              <a:latin typeface="Cambria Math" panose="02040503050406030204" pitchFamily="18" charset="0"/>
                            </a:rPr>
                            <m:t>𝑟</m:t>
                          </m:r>
                        </m:e>
                      </m:d>
                      <m:r>
                        <a:rPr lang="en-US" altLang="zh-CN" sz="2800" b="0" i="1" kern="0" smtClean="0">
                          <a:solidFill>
                            <a:srgbClr val="000000"/>
                          </a:solidFill>
                          <a:latin typeface="Cambria Math" panose="02040503050406030204" pitchFamily="18" charset="0"/>
                        </a:rPr>
                        <m:t>=</m:t>
                      </m:r>
                      <m:f>
                        <m:fPr>
                          <m:ctrlPr>
                            <a:rPr lang="en-US" altLang="zh-CN" sz="2800" i="1" kern="0" smtClean="0">
                              <a:solidFill>
                                <a:srgbClr val="000000"/>
                              </a:solidFill>
                              <a:latin typeface="Cambria Math" panose="02040503050406030204" pitchFamily="18" charset="0"/>
                            </a:rPr>
                          </m:ctrlPr>
                        </m:fPr>
                        <m:num>
                          <m:r>
                            <a:rPr lang="en-US" altLang="zh-CN" sz="2800" b="0" i="1" kern="0" smtClean="0">
                              <a:solidFill>
                                <a:srgbClr val="000000"/>
                              </a:solidFill>
                              <a:latin typeface="Cambria Math" panose="02040503050406030204" pitchFamily="18" charset="0"/>
                            </a:rPr>
                            <m:t>𝑃</m:t>
                          </m:r>
                          <m:d>
                            <m:dPr>
                              <m:ctrlPr>
                                <a:rPr lang="en-US" altLang="zh-CN" sz="2800" i="1" kern="0" smtClean="0">
                                  <a:solidFill>
                                    <a:srgbClr val="000000"/>
                                  </a:solidFill>
                                  <a:latin typeface="Cambria Math" panose="02040503050406030204" pitchFamily="18" charset="0"/>
                                </a:rPr>
                              </m:ctrlPr>
                            </m:dPr>
                            <m:e>
                              <m:r>
                                <a:rPr lang="en-US" altLang="zh-CN" sz="2800" b="0" i="1" kern="0" smtClean="0">
                                  <a:solidFill>
                                    <a:srgbClr val="000000"/>
                                  </a:solidFill>
                                  <a:latin typeface="Cambria Math" panose="02040503050406030204" pitchFamily="18" charset="0"/>
                                </a:rPr>
                                <m:t>𝑛</m:t>
                              </m:r>
                              <m:r>
                                <a:rPr lang="zh-CN" altLang="en-US" sz="2800" i="1" kern="0">
                                  <a:solidFill>
                                    <a:srgbClr val="000000"/>
                                  </a:solidFill>
                                  <a:latin typeface="Cambria Math" panose="02040503050406030204" pitchFamily="18" charset="0"/>
                                </a:rPr>
                                <m:t>，</m:t>
                              </m:r>
                              <m:r>
                                <a:rPr lang="en-US" altLang="zh-CN" sz="2800" b="0" i="1" kern="0" smtClean="0">
                                  <a:solidFill>
                                    <a:srgbClr val="000000"/>
                                  </a:solidFill>
                                  <a:latin typeface="Cambria Math" panose="02040503050406030204" pitchFamily="18" charset="0"/>
                                </a:rPr>
                                <m:t>𝑟</m:t>
                              </m:r>
                            </m:e>
                          </m:d>
                        </m:num>
                        <m:den>
                          <m:r>
                            <a:rPr lang="en-US" altLang="zh-CN" sz="2800" b="0" i="1" kern="0" smtClean="0">
                              <a:solidFill>
                                <a:srgbClr val="000000"/>
                              </a:solidFill>
                              <a:latin typeface="Cambria Math" panose="02040503050406030204" pitchFamily="18" charset="0"/>
                            </a:rPr>
                            <m:t>𝑃</m:t>
                          </m:r>
                          <m:d>
                            <m:dPr>
                              <m:ctrlPr>
                                <a:rPr lang="en-US" altLang="zh-CN" sz="2800" i="1" kern="0" smtClean="0">
                                  <a:solidFill>
                                    <a:srgbClr val="000000"/>
                                  </a:solidFill>
                                  <a:latin typeface="Cambria Math" panose="02040503050406030204" pitchFamily="18" charset="0"/>
                                </a:rPr>
                              </m:ctrlPr>
                            </m:dPr>
                            <m:e>
                              <m:r>
                                <a:rPr lang="en-US" altLang="zh-CN" sz="2800" b="0" i="1" kern="0" smtClean="0">
                                  <a:solidFill>
                                    <a:srgbClr val="000000"/>
                                  </a:solidFill>
                                  <a:latin typeface="Cambria Math" panose="02040503050406030204" pitchFamily="18" charset="0"/>
                                </a:rPr>
                                <m:t>𝑟</m:t>
                              </m:r>
                              <m:r>
                                <a:rPr lang="zh-CN" altLang="en-US" sz="2800" i="1" kern="0">
                                  <a:solidFill>
                                    <a:srgbClr val="000000"/>
                                  </a:solidFill>
                                  <a:latin typeface="Cambria Math" panose="02040503050406030204" pitchFamily="18" charset="0"/>
                                </a:rPr>
                                <m:t>，</m:t>
                              </m:r>
                              <m:r>
                                <a:rPr lang="en-US" altLang="zh-CN" sz="2800" b="0" i="1" kern="0" smtClean="0">
                                  <a:solidFill>
                                    <a:srgbClr val="000000"/>
                                  </a:solidFill>
                                  <a:latin typeface="Cambria Math" panose="02040503050406030204" pitchFamily="18" charset="0"/>
                                </a:rPr>
                                <m:t>𝑟</m:t>
                              </m:r>
                            </m:e>
                          </m:d>
                        </m:den>
                      </m:f>
                      <m:r>
                        <a:rPr lang="en-US" altLang="zh-CN" sz="2800" b="0" i="1" kern="0" smtClean="0">
                          <a:solidFill>
                            <a:srgbClr val="000000"/>
                          </a:solidFill>
                          <a:latin typeface="Cambria Math" panose="02040503050406030204" pitchFamily="18" charset="0"/>
                        </a:rPr>
                        <m:t>=</m:t>
                      </m:r>
                      <m:f>
                        <m:fPr>
                          <m:ctrlPr>
                            <a:rPr lang="en-US" altLang="zh-CN" sz="2800" i="1" kern="0" smtClean="0">
                              <a:solidFill>
                                <a:srgbClr val="000000"/>
                              </a:solidFill>
                              <a:latin typeface="Cambria Math" panose="02040503050406030204" pitchFamily="18" charset="0"/>
                            </a:rPr>
                          </m:ctrlPr>
                        </m:fPr>
                        <m:num>
                          <m:r>
                            <a:rPr lang="en-US" altLang="zh-CN" sz="2800" b="0" i="1" kern="0" smtClean="0">
                              <a:solidFill>
                                <a:srgbClr val="000000"/>
                              </a:solidFill>
                              <a:latin typeface="Cambria Math" panose="02040503050406030204" pitchFamily="18" charset="0"/>
                            </a:rPr>
                            <m:t>𝑛</m:t>
                          </m:r>
                          <m:r>
                            <a:rPr lang="en-US" altLang="zh-CN" sz="2800" b="0" i="1" kern="0" smtClean="0">
                              <a:solidFill>
                                <a:srgbClr val="000000"/>
                              </a:solidFill>
                              <a:latin typeface="Cambria Math" panose="02040503050406030204" pitchFamily="18" charset="0"/>
                            </a:rPr>
                            <m:t>!</m:t>
                          </m:r>
                        </m:num>
                        <m:den>
                          <m:r>
                            <a:rPr lang="en-US" altLang="zh-CN" sz="2800" b="0" i="1" kern="0" smtClean="0">
                              <a:solidFill>
                                <a:srgbClr val="000000"/>
                              </a:solidFill>
                              <a:latin typeface="Cambria Math" panose="02040503050406030204" pitchFamily="18" charset="0"/>
                            </a:rPr>
                            <m:t>𝑟</m:t>
                          </m:r>
                          <m:r>
                            <a:rPr lang="en-US" altLang="zh-CN" sz="2800" b="0" i="1" kern="0" smtClean="0">
                              <a:solidFill>
                                <a:srgbClr val="000000"/>
                              </a:solidFill>
                              <a:latin typeface="Cambria Math" panose="02040503050406030204" pitchFamily="18" charset="0"/>
                            </a:rPr>
                            <m:t>!</m:t>
                          </m:r>
                          <m:d>
                            <m:dPr>
                              <m:ctrlPr>
                                <a:rPr lang="en-US" altLang="zh-CN" sz="2800" i="1" kern="0" smtClean="0">
                                  <a:solidFill>
                                    <a:srgbClr val="000000"/>
                                  </a:solidFill>
                                  <a:latin typeface="Cambria Math" panose="02040503050406030204" pitchFamily="18" charset="0"/>
                                </a:rPr>
                              </m:ctrlPr>
                            </m:dPr>
                            <m:e>
                              <m:r>
                                <a:rPr lang="en-US" altLang="zh-CN" sz="2800" b="0" i="1" kern="0" smtClean="0">
                                  <a:solidFill>
                                    <a:srgbClr val="000000"/>
                                  </a:solidFill>
                                  <a:latin typeface="Cambria Math" panose="02040503050406030204" pitchFamily="18" charset="0"/>
                                </a:rPr>
                                <m:t>𝑛</m:t>
                              </m:r>
                              <m:r>
                                <a:rPr lang="en-US" altLang="zh-CN" sz="2800" b="0" i="1" kern="0" smtClean="0">
                                  <a:solidFill>
                                    <a:srgbClr val="000000"/>
                                  </a:solidFill>
                                  <a:latin typeface="Cambria Math" panose="02040503050406030204" pitchFamily="18" charset="0"/>
                                </a:rPr>
                                <m:t>−</m:t>
                              </m:r>
                              <m:r>
                                <a:rPr lang="en-US" altLang="zh-CN" sz="2800" b="0" i="1" kern="0" smtClean="0">
                                  <a:solidFill>
                                    <a:srgbClr val="000000"/>
                                  </a:solidFill>
                                  <a:latin typeface="Cambria Math" panose="02040503050406030204" pitchFamily="18" charset="0"/>
                                </a:rPr>
                                <m:t>𝑟</m:t>
                              </m:r>
                            </m:e>
                          </m:d>
                          <m:r>
                            <a:rPr lang="en-US" altLang="zh-CN" sz="2800" b="0" i="1" kern="0" smtClean="0">
                              <a:solidFill>
                                <a:srgbClr val="000000"/>
                              </a:solidFill>
                              <a:latin typeface="Cambria Math" panose="02040503050406030204" pitchFamily="18" charset="0"/>
                            </a:rPr>
                            <m:t>!</m:t>
                          </m:r>
                        </m:den>
                      </m:f>
                      <m:r>
                        <a:rPr lang="zh-CN" altLang="en-US" sz="2800" b="0" i="1" kern="0">
                          <a:solidFill>
                            <a:srgbClr val="000000"/>
                          </a:solidFill>
                          <a:latin typeface="Cambria Math" panose="02040503050406030204" pitchFamily="18" charset="0"/>
                        </a:rPr>
                        <m:t>。</m:t>
                      </m:r>
                    </m:oMath>
                  </m:oMathPara>
                </a14:m>
                <a:endParaRPr lang="en-US" altLang="zh-CN" sz="2800" kern="0" dirty="0">
                  <a:solidFill>
                    <a:srgbClr val="000000"/>
                  </a:solidFill>
                  <a:latin typeface="宋体" pitchFamily="2" charset="-122"/>
                  <a:cs typeface="Tahoma"/>
                </a:endParaRPr>
              </a:p>
              <a:p>
                <a:pPr eaLnBrk="1" hangingPunct="1">
                  <a:defRPr/>
                </a:pPr>
                <a:endParaRPr lang="en-US" altLang="zh-CN" sz="2800" b="1" kern="0" dirty="0">
                  <a:solidFill>
                    <a:srgbClr val="000000"/>
                  </a:solidFill>
                  <a:latin typeface="宋体" pitchFamily="2" charset="-122"/>
                  <a:cs typeface="Tahoma"/>
                </a:endParaRPr>
              </a:p>
            </p:txBody>
          </p:sp>
        </mc:Choice>
        <mc:Fallback xmlns="">
          <p:sp>
            <p:nvSpPr>
              <p:cNvPr id="3" name="矩形 2">
                <a:extLst>
                  <a:ext uri="{FF2B5EF4-FFF2-40B4-BE49-F238E27FC236}">
                    <a16:creationId xmlns:a16="http://schemas.microsoft.com/office/drawing/2014/main" id="{A8A6F3F1-0732-C011-3B5C-0CF13B38643F}"/>
                  </a:ext>
                </a:extLst>
              </p:cNvPr>
              <p:cNvSpPr>
                <a:spLocks noRot="1" noChangeAspect="1" noMove="1" noResize="1" noEditPoints="1" noAdjustHandles="1" noChangeArrowheads="1" noChangeShapeType="1" noTextEdit="1"/>
              </p:cNvSpPr>
              <p:nvPr/>
            </p:nvSpPr>
            <p:spPr>
              <a:xfrm>
                <a:off x="228600" y="2698623"/>
                <a:ext cx="8286750" cy="2066656"/>
              </a:xfrm>
              <a:prstGeom prst="rect">
                <a:avLst/>
              </a:prstGeom>
              <a:blipFill>
                <a:blip r:embed="rId3"/>
                <a:stretch>
                  <a:fillRect l="-1545"/>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5" name="矩形 4">
                <a:extLst>
                  <a:ext uri="{FF2B5EF4-FFF2-40B4-BE49-F238E27FC236}">
                    <a16:creationId xmlns:a16="http://schemas.microsoft.com/office/drawing/2014/main" id="{6FF50D2D-3826-D99E-751E-8305B05E7750}"/>
                  </a:ext>
                </a:extLst>
              </p:cNvPr>
              <p:cNvSpPr/>
              <p:nvPr/>
            </p:nvSpPr>
            <p:spPr>
              <a:xfrm>
                <a:off x="219284" y="4891275"/>
                <a:ext cx="8286750" cy="532966"/>
              </a:xfrm>
              <a:prstGeom prst="rect">
                <a:avLst/>
              </a:prstGeom>
            </p:spPr>
            <p:txBody>
              <a:bodyPr>
                <a:spAutoFit/>
              </a:bodyPr>
              <a:lstStyle/>
              <a:p>
                <a:pPr eaLnBrk="1" hangingPunct="1">
                  <a:defRPr/>
                </a:pPr>
                <a:r>
                  <a:rPr lang="zh-CN" altLang="en-US" sz="2800" kern="0" dirty="0">
                    <a:solidFill>
                      <a:srgbClr val="000000"/>
                    </a:solidFill>
                    <a:latin typeface="宋体" pitchFamily="2" charset="-122"/>
                    <a:cs typeface="Tahoma"/>
                  </a:rPr>
                  <a:t>（</a:t>
                </a:r>
                <a:r>
                  <a:rPr lang="en-US" altLang="zh-CN" sz="2800" kern="0" dirty="0">
                    <a:solidFill>
                      <a:srgbClr val="000000"/>
                    </a:solidFill>
                    <a:latin typeface="宋体" pitchFamily="2" charset="-122"/>
                    <a:cs typeface="Tahoma"/>
                  </a:rPr>
                  <a:t>2</a:t>
                </a:r>
                <a:r>
                  <a:rPr lang="zh-CN" altLang="en-US" sz="2800" kern="0" dirty="0">
                    <a:solidFill>
                      <a:srgbClr val="000000"/>
                    </a:solidFill>
                    <a:latin typeface="宋体" pitchFamily="2" charset="-122"/>
                    <a:cs typeface="Tahoma"/>
                  </a:rPr>
                  <a:t>）</a:t>
                </a:r>
                <a14:m>
                  <m:oMath xmlns:m="http://schemas.openxmlformats.org/officeDocument/2006/math">
                    <m:sSubSup>
                      <m:sSubSupPr>
                        <m:ctrlPr>
                          <a:rPr lang="en-US" altLang="zh-CN" sz="2800" i="1" kern="0" smtClean="0">
                            <a:solidFill>
                              <a:srgbClr val="000000"/>
                            </a:solidFill>
                            <a:latin typeface="Cambria Math" panose="02040503050406030204" pitchFamily="18" charset="0"/>
                          </a:rPr>
                        </m:ctrlPr>
                      </m:sSubSupPr>
                      <m:e>
                        <m:r>
                          <a:rPr lang="en-US" altLang="zh-CN" sz="2800" b="0" i="1" kern="0" smtClean="0">
                            <a:solidFill>
                              <a:srgbClr val="000000"/>
                            </a:solidFill>
                            <a:latin typeface="Cambria Math" panose="02040503050406030204" pitchFamily="18" charset="0"/>
                          </a:rPr>
                          <m:t>𝐶</m:t>
                        </m:r>
                      </m:e>
                      <m:sub>
                        <m:r>
                          <a:rPr lang="en-US" altLang="zh-CN" sz="2800" b="0" i="1" kern="0" smtClean="0">
                            <a:solidFill>
                              <a:srgbClr val="000000"/>
                            </a:solidFill>
                            <a:latin typeface="Cambria Math" panose="02040503050406030204" pitchFamily="18" charset="0"/>
                          </a:rPr>
                          <m:t>𝑛</m:t>
                        </m:r>
                      </m:sub>
                      <m:sup>
                        <m:r>
                          <a:rPr lang="en-US" altLang="zh-CN" sz="2800" b="0" i="1" kern="0" smtClean="0">
                            <a:solidFill>
                              <a:srgbClr val="000000"/>
                            </a:solidFill>
                            <a:latin typeface="Cambria Math" panose="02040503050406030204" pitchFamily="18" charset="0"/>
                          </a:rPr>
                          <m:t>0</m:t>
                        </m:r>
                      </m:sup>
                    </m:sSubSup>
                    <m:r>
                      <a:rPr lang="en-US" altLang="zh-CN" sz="2800" b="0" i="1" kern="0" smtClean="0">
                        <a:solidFill>
                          <a:srgbClr val="000000"/>
                        </a:solidFill>
                        <a:latin typeface="Cambria Math" panose="02040503050406030204" pitchFamily="18" charset="0"/>
                      </a:rPr>
                      <m:t>=1</m:t>
                    </m:r>
                    <m:r>
                      <a:rPr lang="zh-CN" altLang="en-US" sz="2800" b="0" i="1" kern="0">
                        <a:solidFill>
                          <a:srgbClr val="000000"/>
                        </a:solidFill>
                        <a:latin typeface="Cambria Math" panose="02040503050406030204" pitchFamily="18" charset="0"/>
                      </a:rPr>
                      <m:t>，</m:t>
                    </m:r>
                    <m:r>
                      <a:rPr lang="en-US" altLang="zh-CN" sz="2800" b="0" i="1" kern="0" smtClean="0">
                        <a:solidFill>
                          <a:srgbClr val="000000"/>
                        </a:solidFill>
                        <a:latin typeface="Cambria Math" panose="02040503050406030204" pitchFamily="18" charset="0"/>
                      </a:rPr>
                      <m:t> </m:t>
                    </m:r>
                    <m:sSubSup>
                      <m:sSubSupPr>
                        <m:ctrlPr>
                          <a:rPr lang="en-US" altLang="zh-CN" sz="2800" i="1" kern="0" smtClean="0">
                            <a:solidFill>
                              <a:srgbClr val="000000"/>
                            </a:solidFill>
                            <a:latin typeface="Cambria Math" panose="02040503050406030204" pitchFamily="18" charset="0"/>
                          </a:rPr>
                        </m:ctrlPr>
                      </m:sSubSupPr>
                      <m:e>
                        <m:r>
                          <a:rPr lang="en-US" altLang="zh-CN" sz="2800" b="0" i="1" kern="0" smtClean="0">
                            <a:solidFill>
                              <a:srgbClr val="000000"/>
                            </a:solidFill>
                            <a:latin typeface="Cambria Math" panose="02040503050406030204" pitchFamily="18" charset="0"/>
                          </a:rPr>
                          <m:t>𝐶</m:t>
                        </m:r>
                      </m:e>
                      <m:sub>
                        <m:r>
                          <a:rPr lang="en-US" altLang="zh-CN" sz="2800" b="0" i="1" kern="0" smtClean="0">
                            <a:solidFill>
                              <a:srgbClr val="000000"/>
                            </a:solidFill>
                            <a:latin typeface="Cambria Math" panose="02040503050406030204" pitchFamily="18" charset="0"/>
                          </a:rPr>
                          <m:t>𝑛</m:t>
                        </m:r>
                      </m:sub>
                      <m:sup>
                        <m:r>
                          <a:rPr lang="en-US" altLang="zh-CN" sz="2800" b="0" i="1" kern="0" smtClean="0">
                            <a:solidFill>
                              <a:srgbClr val="000000"/>
                            </a:solidFill>
                            <a:latin typeface="Cambria Math" panose="02040503050406030204" pitchFamily="18" charset="0"/>
                          </a:rPr>
                          <m:t>𝑛</m:t>
                        </m:r>
                      </m:sup>
                    </m:sSubSup>
                    <m:r>
                      <a:rPr lang="en-US" altLang="zh-CN" sz="2800" b="0" i="1" kern="0" smtClean="0">
                        <a:solidFill>
                          <a:srgbClr val="000000"/>
                        </a:solidFill>
                        <a:latin typeface="Cambria Math" panose="02040503050406030204" pitchFamily="18" charset="0"/>
                      </a:rPr>
                      <m:t>=1</m:t>
                    </m:r>
                    <m:r>
                      <a:rPr lang="zh-CN" altLang="en-US" sz="2800" b="0" i="1" kern="0">
                        <a:solidFill>
                          <a:srgbClr val="000000"/>
                        </a:solidFill>
                        <a:latin typeface="Cambria Math" panose="02040503050406030204" pitchFamily="18" charset="0"/>
                      </a:rPr>
                      <m:t>。</m:t>
                    </m:r>
                  </m:oMath>
                </a14:m>
                <a:endParaRPr lang="en-US" altLang="zh-CN" sz="2800" kern="0" dirty="0">
                  <a:solidFill>
                    <a:srgbClr val="000000"/>
                  </a:solidFill>
                  <a:latin typeface="宋体" pitchFamily="2" charset="-122"/>
                  <a:cs typeface="Tahoma"/>
                </a:endParaRPr>
              </a:p>
            </p:txBody>
          </p:sp>
        </mc:Choice>
        <mc:Fallback xmlns="">
          <p:sp>
            <p:nvSpPr>
              <p:cNvPr id="5" name="矩形 4">
                <a:extLst>
                  <a:ext uri="{FF2B5EF4-FFF2-40B4-BE49-F238E27FC236}">
                    <a16:creationId xmlns:a16="http://schemas.microsoft.com/office/drawing/2014/main" id="{6FF50D2D-3826-D99E-751E-8305B05E7750}"/>
                  </a:ext>
                </a:extLst>
              </p:cNvPr>
              <p:cNvSpPr>
                <a:spLocks noRot="1" noChangeAspect="1" noMove="1" noResize="1" noEditPoints="1" noAdjustHandles="1" noChangeArrowheads="1" noChangeShapeType="1" noTextEdit="1"/>
              </p:cNvSpPr>
              <p:nvPr/>
            </p:nvSpPr>
            <p:spPr>
              <a:xfrm>
                <a:off x="219284" y="4891275"/>
                <a:ext cx="8286750" cy="532966"/>
              </a:xfrm>
              <a:prstGeom prst="rect">
                <a:avLst/>
              </a:prstGeom>
              <a:blipFill>
                <a:blip r:embed="rId4"/>
                <a:stretch>
                  <a:fillRect l="-1545" t="-13636" b="-26136"/>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2" name="内容占位符 2">
                <a:extLst>
                  <a:ext uri="{FF2B5EF4-FFF2-40B4-BE49-F238E27FC236}">
                    <a16:creationId xmlns:a16="http://schemas.microsoft.com/office/drawing/2014/main" id="{83A795A5-DB3B-06D5-E713-44F8A0012FE3}"/>
                  </a:ext>
                </a:extLst>
              </p:cNvPr>
              <p:cNvSpPr txBox="1">
                <a:spLocks/>
              </p:cNvSpPr>
              <p:nvPr/>
            </p:nvSpPr>
            <p:spPr bwMode="auto">
              <a:xfrm>
                <a:off x="195943" y="895162"/>
                <a:ext cx="8643937" cy="2143125"/>
              </a:xfrm>
              <a:prstGeom prst="rect">
                <a:avLst/>
              </a:prstGeom>
              <a:noFill/>
              <a:ln>
                <a:noFill/>
              </a:ln>
              <a:extLst>
                <a:ext uri="{909E8E84-426E-40DD-AFC4-6F175D3DCCD1}">
                  <a14:hiddenFill>
                    <a:solidFill>
                      <a:srgbClr val="FFFFFF"/>
                    </a:solidFill>
                  </a14:hiddenFill>
                </a:ext>
                <a:ext uri="{91240B29-F687-4F45-9708-019B960494DF}">
                  <a14:hiddenLine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vl6pPr marL="2514600" indent="-228600" algn="l" rtl="0" fontAlgn="base">
                  <a:spcBef>
                    <a:spcPct val="20000"/>
                  </a:spcBef>
                  <a:spcAft>
                    <a:spcPct val="0"/>
                  </a:spcAft>
                  <a:buChar char="»"/>
                  <a:defRPr sz="2000">
                    <a:solidFill>
                      <a:schemeClr val="tx1"/>
                    </a:solidFill>
                    <a:latin typeface="+mn-lt"/>
                    <a:ea typeface="+mn-ea"/>
                  </a:defRPr>
                </a:lvl6pPr>
                <a:lvl7pPr marL="2971800" indent="-228600" algn="l" rtl="0" fontAlgn="base">
                  <a:spcBef>
                    <a:spcPct val="20000"/>
                  </a:spcBef>
                  <a:spcAft>
                    <a:spcPct val="0"/>
                  </a:spcAft>
                  <a:buChar char="»"/>
                  <a:defRPr sz="2000">
                    <a:solidFill>
                      <a:schemeClr val="tx1"/>
                    </a:solidFill>
                    <a:latin typeface="+mn-lt"/>
                    <a:ea typeface="+mn-ea"/>
                  </a:defRPr>
                </a:lvl7pPr>
                <a:lvl8pPr marL="3429000" indent="-228600" algn="l" rtl="0" fontAlgn="base">
                  <a:spcBef>
                    <a:spcPct val="20000"/>
                  </a:spcBef>
                  <a:spcAft>
                    <a:spcPct val="0"/>
                  </a:spcAft>
                  <a:buChar char="»"/>
                  <a:defRPr sz="2000">
                    <a:solidFill>
                      <a:schemeClr val="tx1"/>
                    </a:solidFill>
                    <a:latin typeface="+mn-lt"/>
                    <a:ea typeface="+mn-ea"/>
                  </a:defRPr>
                </a:lvl8pPr>
                <a:lvl9pPr marL="3886200" indent="-228600" algn="l" rtl="0" fontAlgn="base">
                  <a:spcBef>
                    <a:spcPct val="20000"/>
                  </a:spcBef>
                  <a:spcAft>
                    <a:spcPct val="0"/>
                  </a:spcAft>
                  <a:buChar char="»"/>
                  <a:defRPr sz="2000">
                    <a:solidFill>
                      <a:schemeClr val="tx1"/>
                    </a:solidFill>
                    <a:latin typeface="+mn-lt"/>
                    <a:ea typeface="+mn-ea"/>
                  </a:defRPr>
                </a:lvl9pPr>
              </a:lstStyle>
              <a:p>
                <a:pPr eaLnBrk="1" hangingPunct="1">
                  <a:buFont typeface="Wingdings" pitchFamily="2" charset="2"/>
                  <a:buNone/>
                  <a:defRPr/>
                </a:pPr>
                <a:r>
                  <a:rPr lang="zh-CN" altLang="en-US" sz="2800" b="1" kern="1200" dirty="0">
                    <a:latin typeface="宋体" charset="-122"/>
                    <a:ea typeface="宋体" charset="-122"/>
                  </a:rPr>
                  <a:t>定义</a:t>
                </a:r>
                <a:r>
                  <a:rPr lang="en-US" altLang="zh-CN" sz="2800" b="1" kern="1200" dirty="0">
                    <a:latin typeface="Times New Roman" pitchFamily="18" charset="0"/>
                    <a:ea typeface="宋体" charset="-122"/>
                    <a:cs typeface="Times New Roman" pitchFamily="18" charset="0"/>
                  </a:rPr>
                  <a:t>2 </a:t>
                </a:r>
                <a:r>
                  <a:rPr lang="zh-CN" altLang="en-US" sz="2800" kern="1200" dirty="0">
                    <a:latin typeface="Times New Roman" pitchFamily="18" charset="0"/>
                    <a:ea typeface="宋体" pitchFamily="2" charset="-122"/>
                    <a:cs typeface="Times New Roman" pitchFamily="18" charset="0"/>
                  </a:rPr>
                  <a:t>从</a:t>
                </a:r>
                <a:r>
                  <a:rPr lang="en-US" altLang="zh-CN" sz="2800" i="1" kern="1200" dirty="0">
                    <a:latin typeface="Times New Roman" pitchFamily="18" charset="0"/>
                    <a:ea typeface="宋体" pitchFamily="2" charset="-122"/>
                    <a:cs typeface="Times New Roman" pitchFamily="18" charset="0"/>
                  </a:rPr>
                  <a:t>n</a:t>
                </a:r>
                <a:r>
                  <a:rPr lang="zh-CN" altLang="en-US" sz="2800" kern="1200" dirty="0">
                    <a:latin typeface="Times New Roman" pitchFamily="18" charset="0"/>
                    <a:ea typeface="宋体" pitchFamily="2" charset="-122"/>
                    <a:cs typeface="Times New Roman" pitchFamily="18" charset="0"/>
                  </a:rPr>
                  <a:t>（</a:t>
                </a:r>
                <a:r>
                  <a:rPr lang="en-US" altLang="zh-CN" sz="2800" dirty="0">
                    <a:latin typeface="Times New Roman" pitchFamily="18" charset="0"/>
                    <a:ea typeface="宋体" pitchFamily="2" charset="-122"/>
                    <a:cs typeface="Times New Roman" pitchFamily="18" charset="0"/>
                  </a:rPr>
                  <a:t>&gt;0</a:t>
                </a:r>
                <a:r>
                  <a:rPr lang="zh-CN" altLang="en-US" sz="2800" kern="1200" dirty="0">
                    <a:latin typeface="Times New Roman" pitchFamily="18" charset="0"/>
                    <a:ea typeface="宋体" pitchFamily="2" charset="-122"/>
                    <a:cs typeface="Times New Roman" pitchFamily="18" charset="0"/>
                  </a:rPr>
                  <a:t>）个不同的元素中，</a:t>
                </a:r>
                <a:r>
                  <a:rPr lang="zh-CN" altLang="en-US" sz="2800" i="1" kern="1200" dirty="0">
                    <a:latin typeface="Times New Roman" pitchFamily="18" charset="0"/>
                    <a:ea typeface="宋体" pitchFamily="2" charset="-122"/>
                    <a:cs typeface="Times New Roman" pitchFamily="18" charset="0"/>
                  </a:rPr>
                  <a:t>不考虑次序</a:t>
                </a:r>
                <a:r>
                  <a:rPr lang="zh-CN" altLang="en-US" sz="2800" kern="1200" dirty="0">
                    <a:latin typeface="Times New Roman" pitchFamily="18" charset="0"/>
                    <a:ea typeface="宋体" pitchFamily="2" charset="-122"/>
                    <a:cs typeface="Times New Roman" pitchFamily="18" charset="0"/>
                  </a:rPr>
                  <a:t>取出</a:t>
                </a:r>
                <a:r>
                  <a:rPr lang="en-US" altLang="zh-CN" sz="2800" i="1" kern="1200" dirty="0">
                    <a:latin typeface="Times New Roman" pitchFamily="18" charset="0"/>
                    <a:ea typeface="宋体" pitchFamily="2" charset="-122"/>
                    <a:cs typeface="Times New Roman" pitchFamily="18" charset="0"/>
                  </a:rPr>
                  <a:t>r</a:t>
                </a:r>
                <a:r>
                  <a:rPr lang="zh-CN" altLang="en-US" sz="2800" kern="1200" dirty="0">
                    <a:latin typeface="Times New Roman" pitchFamily="18" charset="0"/>
                    <a:ea typeface="宋体" pitchFamily="2" charset="-122"/>
                    <a:cs typeface="Times New Roman" pitchFamily="18" charset="0"/>
                  </a:rPr>
                  <a:t>个</a:t>
                </a:r>
                <a:endParaRPr lang="en-US" altLang="zh-CN" sz="2800" kern="1200" dirty="0">
                  <a:latin typeface="Times New Roman" pitchFamily="18" charset="0"/>
                  <a:ea typeface="宋体" pitchFamily="2" charset="-122"/>
                  <a:cs typeface="Times New Roman" pitchFamily="18" charset="0"/>
                </a:endParaRPr>
              </a:p>
              <a:p>
                <a:pPr eaLnBrk="1" hangingPunct="1">
                  <a:buFont typeface="Wingdings" pitchFamily="2" charset="2"/>
                  <a:buNone/>
                  <a:defRPr/>
                </a:pPr>
                <a:r>
                  <a:rPr lang="zh-CN" altLang="en-US" sz="2800" kern="1200" dirty="0">
                    <a:latin typeface="Times New Roman" pitchFamily="18" charset="0"/>
                    <a:ea typeface="宋体" pitchFamily="2" charset="-122"/>
                    <a:cs typeface="Times New Roman" pitchFamily="18" charset="0"/>
                  </a:rPr>
                  <a:t>所得到的结果，称为这</a:t>
                </a:r>
                <a:r>
                  <a:rPr lang="en-US" altLang="zh-CN" sz="2800" i="1" kern="1200" dirty="0">
                    <a:latin typeface="Times New Roman" pitchFamily="18" charset="0"/>
                    <a:ea typeface="宋体" pitchFamily="2" charset="-122"/>
                    <a:cs typeface="Times New Roman" pitchFamily="18" charset="0"/>
                  </a:rPr>
                  <a:t>n</a:t>
                </a:r>
                <a:r>
                  <a:rPr lang="zh-CN" altLang="en-US" sz="2800" kern="1200" dirty="0">
                    <a:latin typeface="Times New Roman" pitchFamily="18" charset="0"/>
                    <a:ea typeface="宋体" pitchFamily="2" charset="-122"/>
                    <a:cs typeface="Times New Roman" pitchFamily="18" charset="0"/>
                  </a:rPr>
                  <a:t>个元素的一个</a:t>
                </a:r>
                <a:r>
                  <a:rPr lang="en-US" altLang="zh-CN" sz="2800" i="1" kern="1200" dirty="0">
                    <a:latin typeface="Times New Roman" pitchFamily="18" charset="0"/>
                    <a:ea typeface="宋体" pitchFamily="2" charset="-122"/>
                    <a:cs typeface="Times New Roman" pitchFamily="18" charset="0"/>
                  </a:rPr>
                  <a:t>r </a:t>
                </a:r>
                <a:r>
                  <a:rPr lang="en-US" altLang="zh-CN" sz="2800" kern="1200" dirty="0">
                    <a:latin typeface="Times New Roman" pitchFamily="18" charset="0"/>
                    <a:ea typeface="宋体" pitchFamily="2" charset="-122"/>
                    <a:cs typeface="Times New Roman" pitchFamily="18" charset="0"/>
                  </a:rPr>
                  <a:t>-</a:t>
                </a:r>
                <a:r>
                  <a:rPr lang="zh-CN" altLang="en-US" sz="2800" kern="1200" dirty="0">
                    <a:latin typeface="Times New Roman" pitchFamily="18" charset="0"/>
                    <a:ea typeface="宋体" pitchFamily="2" charset="-122"/>
                    <a:cs typeface="Times New Roman" pitchFamily="18" charset="0"/>
                  </a:rPr>
                  <a:t>组合。</a:t>
                </a:r>
                <a:endParaRPr lang="en-US" altLang="zh-CN" sz="2800" kern="1200" dirty="0">
                  <a:latin typeface="Times New Roman" pitchFamily="18" charset="0"/>
                  <a:ea typeface="宋体" pitchFamily="2" charset="-122"/>
                  <a:cs typeface="Times New Roman" pitchFamily="18" charset="0"/>
                </a:endParaRPr>
              </a:p>
              <a:p>
                <a:pPr eaLnBrk="1" hangingPunct="1">
                  <a:buClr>
                    <a:schemeClr val="tx1"/>
                  </a:buClr>
                  <a:buSzPct val="80000"/>
                  <a:buFont typeface="Wingdings" panose="05000000000000000000" pitchFamily="2" charset="2"/>
                  <a:buChar char="l"/>
                  <a:defRPr/>
                </a:pPr>
                <a:r>
                  <a:rPr lang="zh-CN" altLang="en-US" sz="2800" kern="1200" dirty="0">
                    <a:latin typeface="Times New Roman" pitchFamily="18" charset="0"/>
                    <a:ea typeface="宋体" pitchFamily="2" charset="-122"/>
                    <a:cs typeface="Times New Roman" pitchFamily="18" charset="0"/>
                  </a:rPr>
                  <a:t>所有</a:t>
                </a:r>
                <a:r>
                  <a:rPr lang="en-US" altLang="zh-CN" sz="2800" i="1" kern="1200" dirty="0">
                    <a:latin typeface="Times New Roman" pitchFamily="18" charset="0"/>
                    <a:ea typeface="宋体" pitchFamily="2" charset="-122"/>
                    <a:cs typeface="Times New Roman" pitchFamily="18" charset="0"/>
                  </a:rPr>
                  <a:t>r </a:t>
                </a:r>
                <a:r>
                  <a:rPr lang="en-US" altLang="zh-CN" sz="2800" kern="1200" dirty="0">
                    <a:latin typeface="Times New Roman" pitchFamily="18" charset="0"/>
                    <a:ea typeface="宋体" pitchFamily="2" charset="-122"/>
                    <a:cs typeface="Times New Roman" pitchFamily="18" charset="0"/>
                  </a:rPr>
                  <a:t>-</a:t>
                </a:r>
                <a:r>
                  <a:rPr lang="zh-CN" altLang="en-US" sz="2800" kern="1200" dirty="0">
                    <a:latin typeface="Times New Roman" pitchFamily="18" charset="0"/>
                    <a:ea typeface="宋体" pitchFamily="2" charset="-122"/>
                    <a:cs typeface="Times New Roman" pitchFamily="18" charset="0"/>
                  </a:rPr>
                  <a:t>组合的个数</a:t>
                </a:r>
                <a:r>
                  <a:rPr lang="zh-CN" altLang="en-US" sz="2800" kern="1200" dirty="0">
                    <a:latin typeface="宋体" pitchFamily="2" charset="-122"/>
                    <a:ea typeface="宋体" pitchFamily="2" charset="-122"/>
                  </a:rPr>
                  <a:t>记为</a:t>
                </a:r>
                <a14:m>
                  <m:oMath xmlns:m="http://schemas.openxmlformats.org/officeDocument/2006/math">
                    <m:r>
                      <a:rPr lang="en-US" altLang="zh-CN" sz="2800" b="0" kern="1200" smtClean="0">
                        <a:latin typeface="Cambria Math" panose="02040503050406030204" pitchFamily="18" charset="0"/>
                        <a:ea typeface="宋体" pitchFamily="2" charset="-122"/>
                      </a:rPr>
                      <m:t> </m:t>
                    </m:r>
                    <m:r>
                      <a:rPr lang="en-US" altLang="zh-CN" sz="2800" b="0" i="1" kern="1200" smtClean="0">
                        <a:latin typeface="Cambria Math" panose="02040503050406030204" pitchFamily="18" charset="0"/>
                        <a:ea typeface="宋体" pitchFamily="2" charset="-122"/>
                      </a:rPr>
                      <m:t>𝐶</m:t>
                    </m:r>
                    <m:d>
                      <m:dPr>
                        <m:ctrlPr>
                          <a:rPr lang="en-US" altLang="zh-CN" sz="2800" i="1" kern="1200" smtClean="0">
                            <a:latin typeface="Cambria Math" panose="02040503050406030204" pitchFamily="18" charset="0"/>
                            <a:ea typeface="宋体" pitchFamily="2" charset="-122"/>
                          </a:rPr>
                        </m:ctrlPr>
                      </m:dPr>
                      <m:e>
                        <m:r>
                          <a:rPr lang="en-US" altLang="zh-CN" sz="2800" b="0" i="1" kern="1200" smtClean="0">
                            <a:latin typeface="Cambria Math" panose="02040503050406030204" pitchFamily="18" charset="0"/>
                            <a:ea typeface="宋体" pitchFamily="2" charset="-122"/>
                          </a:rPr>
                          <m:t>𝑛</m:t>
                        </m:r>
                        <m:r>
                          <a:rPr lang="zh-CN" altLang="en-US" sz="2800" i="1">
                            <a:latin typeface="Cambria Math" panose="02040503050406030204" pitchFamily="18" charset="0"/>
                            <a:ea typeface="宋体" pitchFamily="2" charset="-122"/>
                          </a:rPr>
                          <m:t>，</m:t>
                        </m:r>
                        <m:r>
                          <a:rPr lang="en-US" altLang="zh-CN" sz="2800" b="0" i="1" kern="1200" smtClean="0">
                            <a:latin typeface="Cambria Math" panose="02040503050406030204" pitchFamily="18" charset="0"/>
                            <a:ea typeface="宋体" pitchFamily="2" charset="-122"/>
                          </a:rPr>
                          <m:t>𝑟</m:t>
                        </m:r>
                      </m:e>
                    </m:d>
                    <m:r>
                      <a:rPr lang="zh-CN" altLang="en-US" sz="2800" b="0" i="1">
                        <a:latin typeface="Cambria Math" panose="02040503050406030204" pitchFamily="18" charset="0"/>
                        <a:ea typeface="宋体" pitchFamily="2" charset="-122"/>
                      </a:rPr>
                      <m:t>，</m:t>
                    </m:r>
                    <m:r>
                      <a:rPr lang="en-US" altLang="zh-CN" sz="2800" b="0" i="1" kern="1200" dirty="0" smtClean="0">
                        <a:latin typeface="Cambria Math" panose="02040503050406030204" pitchFamily="18" charset="0"/>
                        <a:ea typeface="宋体" pitchFamily="2" charset="-122"/>
                      </a:rPr>
                      <m:t> </m:t>
                    </m:r>
                    <m:sSubSup>
                      <m:sSubSupPr>
                        <m:ctrlPr>
                          <a:rPr lang="en-US" altLang="zh-CN" sz="2800" i="1" kern="1200" dirty="0" smtClean="0">
                            <a:latin typeface="Cambria Math" panose="02040503050406030204" pitchFamily="18" charset="0"/>
                            <a:ea typeface="宋体" pitchFamily="2" charset="-122"/>
                          </a:rPr>
                        </m:ctrlPr>
                      </m:sSubSupPr>
                      <m:e>
                        <m:r>
                          <a:rPr lang="en-US" altLang="zh-CN" sz="2800" b="0" i="1" kern="1200" dirty="0" smtClean="0">
                            <a:latin typeface="Cambria Math" panose="02040503050406030204" pitchFamily="18" charset="0"/>
                            <a:ea typeface="宋体" pitchFamily="2" charset="-122"/>
                          </a:rPr>
                          <m:t>𝐶</m:t>
                        </m:r>
                      </m:e>
                      <m:sub>
                        <m:r>
                          <a:rPr lang="en-US" altLang="zh-CN" sz="2800" b="0" i="1" kern="1200" dirty="0" smtClean="0">
                            <a:latin typeface="Cambria Math" panose="02040503050406030204" pitchFamily="18" charset="0"/>
                            <a:ea typeface="宋体" pitchFamily="2" charset="-122"/>
                          </a:rPr>
                          <m:t>𝑛</m:t>
                        </m:r>
                      </m:sub>
                      <m:sup>
                        <m:r>
                          <a:rPr lang="en-US" altLang="zh-CN" sz="2800" b="0" i="1" kern="1200" dirty="0" smtClean="0">
                            <a:latin typeface="Cambria Math" panose="02040503050406030204" pitchFamily="18" charset="0"/>
                            <a:ea typeface="宋体" pitchFamily="2" charset="-122"/>
                          </a:rPr>
                          <m:t>𝑟</m:t>
                        </m:r>
                      </m:sup>
                    </m:sSubSup>
                    <m:r>
                      <a:rPr lang="en-US" altLang="zh-CN" sz="2800" b="0" i="1" kern="1200" dirty="0" smtClean="0">
                        <a:latin typeface="Cambria Math" panose="02040503050406030204" pitchFamily="18" charset="0"/>
                        <a:ea typeface="宋体" pitchFamily="2" charset="-122"/>
                      </a:rPr>
                      <m:t> </m:t>
                    </m:r>
                  </m:oMath>
                </a14:m>
                <a:r>
                  <a:rPr lang="zh-CN" altLang="en-US" sz="2800" kern="1200" dirty="0">
                    <a:latin typeface="宋体" pitchFamily="2" charset="-122"/>
                    <a:ea typeface="宋体" pitchFamily="2" charset="-122"/>
                  </a:rPr>
                  <a:t>或</a:t>
                </a:r>
                <a14:m>
                  <m:oMath xmlns:m="http://schemas.openxmlformats.org/officeDocument/2006/math">
                    <m:r>
                      <a:rPr lang="en-US" altLang="zh-CN" sz="2800" b="0" kern="1200" dirty="0" smtClean="0">
                        <a:latin typeface="Cambria Math" panose="02040503050406030204" pitchFamily="18" charset="0"/>
                        <a:ea typeface="宋体" pitchFamily="2" charset="-122"/>
                      </a:rPr>
                      <m:t> </m:t>
                    </m:r>
                    <m:d>
                      <m:dPr>
                        <m:ctrlPr>
                          <a:rPr lang="en-US" altLang="zh-CN" sz="2800" i="1" kern="1200" dirty="0" smtClean="0">
                            <a:latin typeface="Cambria Math" panose="02040503050406030204" pitchFamily="18" charset="0"/>
                            <a:ea typeface="宋体" pitchFamily="2" charset="-122"/>
                          </a:rPr>
                        </m:ctrlPr>
                      </m:dPr>
                      <m:e>
                        <m:m>
                          <m:mPr>
                            <m:mcs>
                              <m:mc>
                                <m:mcPr>
                                  <m:count m:val="1"/>
                                  <m:mcJc m:val="center"/>
                                </m:mcPr>
                              </m:mc>
                            </m:mcs>
                            <m:ctrlPr>
                              <a:rPr lang="en-US" altLang="zh-CN" sz="2800" i="1" kern="1200" dirty="0" smtClean="0">
                                <a:latin typeface="Cambria Math" panose="02040503050406030204" pitchFamily="18" charset="0"/>
                                <a:ea typeface="宋体" pitchFamily="2" charset="-122"/>
                              </a:rPr>
                            </m:ctrlPr>
                          </m:mPr>
                          <m:mr>
                            <m:e>
                              <m:r>
                                <m:rPr>
                                  <m:brk m:alnAt="7"/>
                                </m:rPr>
                                <a:rPr lang="en-US" altLang="zh-CN" sz="2800" b="0" i="1" kern="1200" dirty="0" smtClean="0">
                                  <a:latin typeface="Cambria Math" panose="02040503050406030204" pitchFamily="18" charset="0"/>
                                  <a:ea typeface="宋体" pitchFamily="2" charset="-122"/>
                                </a:rPr>
                                <m:t>𝑛</m:t>
                              </m:r>
                            </m:e>
                          </m:mr>
                          <m:mr>
                            <m:e>
                              <m:r>
                                <a:rPr lang="en-US" altLang="zh-CN" sz="2800" b="0" i="1" kern="1200" dirty="0" smtClean="0">
                                  <a:latin typeface="Cambria Math" panose="02040503050406030204" pitchFamily="18" charset="0"/>
                                  <a:ea typeface="宋体" pitchFamily="2" charset="-122"/>
                                </a:rPr>
                                <m:t>𝑟</m:t>
                              </m:r>
                            </m:e>
                          </m:mr>
                        </m:m>
                      </m:e>
                    </m:d>
                  </m:oMath>
                </a14:m>
                <a:r>
                  <a:rPr lang="zh-CN" altLang="en-US" sz="2800" kern="1200" dirty="0">
                    <a:latin typeface="宋体" pitchFamily="2" charset="-122"/>
                    <a:ea typeface="宋体" pitchFamily="2" charset="-122"/>
                  </a:rPr>
                  <a:t>。</a:t>
                </a:r>
                <a:endParaRPr lang="en-US" altLang="zh-CN" sz="2800" kern="1200" dirty="0">
                  <a:latin typeface="宋体" pitchFamily="2" charset="-122"/>
                  <a:ea typeface="宋体" pitchFamily="2" charset="-122"/>
                </a:endParaRPr>
              </a:p>
              <a:p>
                <a:pPr eaLnBrk="1" hangingPunct="1">
                  <a:buFont typeface="Wingdings" pitchFamily="2" charset="2"/>
                  <a:buNone/>
                  <a:defRPr/>
                </a:pPr>
                <a:endParaRPr lang="zh-CN" altLang="en-US" b="1" kern="1200" dirty="0">
                  <a:latin typeface="宋体" pitchFamily="2" charset="-122"/>
                </a:endParaRPr>
              </a:p>
            </p:txBody>
          </p:sp>
        </mc:Choice>
        <mc:Fallback xmlns="">
          <p:sp>
            <p:nvSpPr>
              <p:cNvPr id="2" name="内容占位符 2">
                <a:extLst>
                  <a:ext uri="{FF2B5EF4-FFF2-40B4-BE49-F238E27FC236}">
                    <a16:creationId xmlns:a16="http://schemas.microsoft.com/office/drawing/2014/main" id="{83A795A5-DB3B-06D5-E713-44F8A0012FE3}"/>
                  </a:ext>
                </a:extLst>
              </p:cNvPr>
              <p:cNvSpPr txBox="1">
                <a:spLocks noRot="1" noChangeAspect="1" noMove="1" noResize="1" noEditPoints="1" noAdjustHandles="1" noChangeArrowheads="1" noChangeShapeType="1" noTextEdit="1"/>
              </p:cNvSpPr>
              <p:nvPr/>
            </p:nvSpPr>
            <p:spPr bwMode="auto">
              <a:xfrm>
                <a:off x="195943" y="895162"/>
                <a:ext cx="8643937" cy="2143125"/>
              </a:xfrm>
              <a:prstGeom prst="rect">
                <a:avLst/>
              </a:prstGeom>
              <a:blipFill>
                <a:blip r:embed="rId5"/>
                <a:stretch>
                  <a:fillRect l="-1410" t="-3989" r="-776"/>
                </a:stretch>
              </a:blip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zh-CN" altLang="en-US">
                    <a:noFill/>
                  </a:rPr>
                  <a:t> </a:t>
                </a:r>
              </a:p>
            </p:txBody>
          </p:sp>
        </mc:Fallback>
      </mc:AlternateContent>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0" name="Rectangle 2">
            <a:extLst>
              <a:ext uri="{FF2B5EF4-FFF2-40B4-BE49-F238E27FC236}">
                <a16:creationId xmlns:a16="http://schemas.microsoft.com/office/drawing/2014/main" id="{12707526-F5FA-0D0C-3320-5E7B38622175}"/>
              </a:ext>
            </a:extLst>
          </p:cNvPr>
          <p:cNvSpPr>
            <a:spLocks noGrp="1" noChangeArrowheads="1"/>
          </p:cNvSpPr>
          <p:nvPr>
            <p:ph type="body" idx="1"/>
          </p:nvPr>
        </p:nvSpPr>
        <p:spPr>
          <a:xfrm>
            <a:off x="228600" y="152400"/>
            <a:ext cx="7772400" cy="609600"/>
          </a:xfrm>
        </p:spPr>
        <p:txBody>
          <a:bodyPr/>
          <a:lstStyle/>
          <a:p>
            <a:pPr eaLnBrk="1" hangingPunct="1">
              <a:buFontTx/>
              <a:buNone/>
            </a:pPr>
            <a:r>
              <a:rPr lang="en-US" altLang="zh-CN"/>
              <a:t>2 </a:t>
            </a:r>
            <a:r>
              <a:rPr lang="zh-CN" altLang="en-US"/>
              <a:t>排列与组合（续）</a:t>
            </a:r>
            <a:endParaRPr lang="en-US" altLang="zh-CN"/>
          </a:p>
        </p:txBody>
      </p:sp>
      <mc:AlternateContent xmlns:mc="http://schemas.openxmlformats.org/markup-compatibility/2006" xmlns:a14="http://schemas.microsoft.com/office/drawing/2010/main">
        <mc:Choice Requires="a14">
          <p:sp>
            <p:nvSpPr>
              <p:cNvPr id="3" name="矩形 2">
                <a:extLst>
                  <a:ext uri="{FF2B5EF4-FFF2-40B4-BE49-F238E27FC236}">
                    <a16:creationId xmlns:a16="http://schemas.microsoft.com/office/drawing/2014/main" id="{223C48E2-D9CB-E8CF-C104-B10457445751}"/>
                  </a:ext>
                </a:extLst>
              </p:cNvPr>
              <p:cNvSpPr/>
              <p:nvPr/>
            </p:nvSpPr>
            <p:spPr>
              <a:xfrm>
                <a:off x="234042" y="762000"/>
                <a:ext cx="8528957" cy="5313121"/>
              </a:xfrm>
              <a:prstGeom prst="rect">
                <a:avLst/>
              </a:prstGeom>
            </p:spPr>
            <p:txBody>
              <a:bodyPr wrap="square">
                <a:spAutoFit/>
              </a:bodyPr>
              <a:lstStyle/>
              <a:p>
                <a:pPr eaLnBrk="1" hangingPunct="1">
                  <a:defRPr/>
                </a:pPr>
                <a:r>
                  <a:rPr lang="zh-CN" altLang="en-US" sz="2800" b="1" kern="0" dirty="0">
                    <a:solidFill>
                      <a:srgbClr val="000000"/>
                    </a:solidFill>
                    <a:latin typeface="宋体" pitchFamily="2" charset="-122"/>
                    <a:cs typeface="Tahoma"/>
                  </a:rPr>
                  <a:t>例子</a:t>
                </a:r>
                <a:r>
                  <a:rPr lang="en-US" altLang="zh-CN" sz="2800" b="1" kern="0" dirty="0">
                    <a:solidFill>
                      <a:srgbClr val="000000"/>
                    </a:solidFill>
                    <a:latin typeface="宋体" pitchFamily="2" charset="-122"/>
                    <a:cs typeface="Tahoma"/>
                  </a:rPr>
                  <a:t>4</a:t>
                </a:r>
                <a:r>
                  <a:rPr lang="en-US" altLang="zh-CN" sz="2800" kern="0" dirty="0">
                    <a:solidFill>
                      <a:srgbClr val="000000"/>
                    </a:solidFill>
                    <a:latin typeface="宋体" pitchFamily="2" charset="-122"/>
                    <a:cs typeface="Tahoma"/>
                  </a:rPr>
                  <a:t> </a:t>
                </a:r>
                <a:r>
                  <a:rPr lang="zh-CN" altLang="en-US" sz="2800" kern="0" dirty="0">
                    <a:solidFill>
                      <a:srgbClr val="000000"/>
                    </a:solidFill>
                    <a:latin typeface="宋体" pitchFamily="2" charset="-122"/>
                    <a:cs typeface="Tahoma"/>
                  </a:rPr>
                  <a:t>从</a:t>
                </a:r>
                <a:r>
                  <a:rPr lang="en-US" altLang="zh-CN" sz="2800" kern="0" dirty="0">
                    <a:solidFill>
                      <a:srgbClr val="000000"/>
                    </a:solidFill>
                    <a:latin typeface="宋体" pitchFamily="2" charset="-122"/>
                    <a:cs typeface="Tahoma"/>
                  </a:rPr>
                  <a:t>1</a:t>
                </a:r>
                <a:r>
                  <a:rPr lang="zh-CN" altLang="en-US" sz="2800" kern="0" dirty="0">
                    <a:solidFill>
                      <a:srgbClr val="000000"/>
                    </a:solidFill>
                    <a:latin typeface="宋体" pitchFamily="2" charset="-122"/>
                    <a:cs typeface="Tahoma"/>
                  </a:rPr>
                  <a:t>～</a:t>
                </a:r>
                <a:r>
                  <a:rPr lang="en-US" altLang="zh-CN" sz="2800" kern="0" dirty="0">
                    <a:solidFill>
                      <a:srgbClr val="000000"/>
                    </a:solidFill>
                    <a:latin typeface="宋体" pitchFamily="2" charset="-122"/>
                    <a:cs typeface="Tahoma"/>
                  </a:rPr>
                  <a:t>300</a:t>
                </a:r>
                <a:r>
                  <a:rPr lang="zh-CN" altLang="en-US" sz="2800" kern="0" dirty="0">
                    <a:solidFill>
                      <a:srgbClr val="000000"/>
                    </a:solidFill>
                    <a:latin typeface="宋体" pitchFamily="2" charset="-122"/>
                    <a:cs typeface="Tahoma"/>
                  </a:rPr>
                  <a:t>之间任取</a:t>
                </a:r>
                <a:r>
                  <a:rPr lang="en-US" altLang="zh-CN" sz="2800" kern="0" dirty="0">
                    <a:solidFill>
                      <a:srgbClr val="000000"/>
                    </a:solidFill>
                    <a:latin typeface="宋体" pitchFamily="2" charset="-122"/>
                    <a:cs typeface="Tahoma"/>
                  </a:rPr>
                  <a:t>3</a:t>
                </a:r>
                <a:r>
                  <a:rPr lang="zh-CN" altLang="en-US" sz="2800" kern="0" dirty="0">
                    <a:solidFill>
                      <a:srgbClr val="000000"/>
                    </a:solidFill>
                    <a:latin typeface="宋体" pitchFamily="2" charset="-122"/>
                    <a:cs typeface="Tahoma"/>
                  </a:rPr>
                  <a:t>个不同的数，使得这</a:t>
                </a:r>
                <a:r>
                  <a:rPr lang="en-US" altLang="zh-CN" sz="2800" kern="0" dirty="0">
                    <a:solidFill>
                      <a:srgbClr val="000000"/>
                    </a:solidFill>
                    <a:latin typeface="宋体" pitchFamily="2" charset="-122"/>
                    <a:cs typeface="Tahoma"/>
                  </a:rPr>
                  <a:t>3</a:t>
                </a:r>
                <a:r>
                  <a:rPr lang="zh-CN" altLang="en-US" sz="2800" kern="0" dirty="0">
                    <a:solidFill>
                      <a:srgbClr val="000000"/>
                    </a:solidFill>
                    <a:latin typeface="宋体" pitchFamily="2" charset="-122"/>
                    <a:cs typeface="Tahoma"/>
                  </a:rPr>
                  <a:t>个数的和正好被</a:t>
                </a:r>
                <a:r>
                  <a:rPr lang="en-US" altLang="zh-CN" sz="2800" kern="0" dirty="0">
                    <a:solidFill>
                      <a:srgbClr val="000000"/>
                    </a:solidFill>
                    <a:latin typeface="宋体" pitchFamily="2" charset="-122"/>
                    <a:cs typeface="Tahoma"/>
                  </a:rPr>
                  <a:t>3</a:t>
                </a:r>
                <a:r>
                  <a:rPr lang="zh-CN" altLang="en-US" sz="2800" kern="0" dirty="0">
                    <a:solidFill>
                      <a:srgbClr val="000000"/>
                    </a:solidFill>
                    <a:latin typeface="宋体" pitchFamily="2" charset="-122"/>
                    <a:cs typeface="Tahoma"/>
                  </a:rPr>
                  <a:t>除尽，问共有多少种不同的取法？</a:t>
                </a:r>
                <a:endParaRPr lang="en-US" altLang="zh-CN" sz="2800" kern="0" dirty="0">
                  <a:solidFill>
                    <a:srgbClr val="000000"/>
                  </a:solidFill>
                  <a:latin typeface="宋体" pitchFamily="2" charset="-122"/>
                  <a:cs typeface="Tahoma"/>
                </a:endParaRPr>
              </a:p>
              <a:p>
                <a:pPr eaLnBrk="1" hangingPunct="1">
                  <a:defRPr/>
                </a:pPr>
                <a:r>
                  <a:rPr lang="zh-CN" altLang="en-US" sz="2800" kern="0" dirty="0">
                    <a:solidFill>
                      <a:srgbClr val="000000"/>
                    </a:solidFill>
                    <a:latin typeface="宋体" pitchFamily="2" charset="-122"/>
                    <a:cs typeface="Tahoma"/>
                  </a:rPr>
                  <a:t>构造余数集合</a:t>
                </a:r>
                <a:endParaRPr lang="en-US" altLang="zh-CN" sz="2800" kern="0" dirty="0">
                  <a:solidFill>
                    <a:srgbClr val="000000"/>
                  </a:solidFill>
                  <a:latin typeface="宋体" pitchFamily="2" charset="-122"/>
                  <a:cs typeface="Tahoma"/>
                </a:endParaRPr>
              </a:p>
              <a:p>
                <a:pPr eaLnBrk="1" hangingPunct="1">
                  <a:defRPr/>
                </a:pPr>
                <a14:m>
                  <m:oMathPara xmlns:m="http://schemas.openxmlformats.org/officeDocument/2006/math">
                    <m:oMathParaPr>
                      <m:jc m:val="centerGroup"/>
                    </m:oMathParaPr>
                    <m:oMath xmlns:m="http://schemas.openxmlformats.org/officeDocument/2006/math">
                      <m:r>
                        <a:rPr lang="en-US" altLang="zh-CN" sz="2800" b="0" i="1" kern="0" smtClean="0">
                          <a:solidFill>
                            <a:srgbClr val="000000"/>
                          </a:solidFill>
                          <a:latin typeface="Cambria Math" panose="02040503050406030204" pitchFamily="18" charset="0"/>
                        </a:rPr>
                        <m:t>𝐴</m:t>
                      </m:r>
                      <m:r>
                        <a:rPr lang="en-US" altLang="zh-CN" sz="2800" b="0" i="1" kern="0" smtClean="0">
                          <a:solidFill>
                            <a:srgbClr val="000000"/>
                          </a:solidFill>
                          <a:latin typeface="Cambria Math" panose="02040503050406030204" pitchFamily="18" charset="0"/>
                        </a:rPr>
                        <m:t>=</m:t>
                      </m:r>
                      <m:d>
                        <m:dPr>
                          <m:begChr m:val="{"/>
                          <m:endChr m:val="}"/>
                          <m:ctrlPr>
                            <a:rPr lang="en-US" altLang="zh-CN" sz="2800" i="1" kern="0" smtClean="0">
                              <a:solidFill>
                                <a:srgbClr val="000000"/>
                              </a:solidFill>
                              <a:latin typeface="Cambria Math" panose="02040503050406030204" pitchFamily="18" charset="0"/>
                            </a:rPr>
                          </m:ctrlPr>
                        </m:dPr>
                        <m:e>
                          <m:r>
                            <a:rPr lang="en-US" altLang="zh-CN" sz="2800" b="0" i="1" kern="0" smtClean="0">
                              <a:solidFill>
                                <a:srgbClr val="000000"/>
                              </a:solidFill>
                              <a:latin typeface="Cambria Math" panose="02040503050406030204" pitchFamily="18" charset="0"/>
                            </a:rPr>
                            <m:t>𝑥</m:t>
                          </m:r>
                          <m:r>
                            <a:rPr lang="en-US" altLang="zh-CN" sz="2800" b="0" i="1" kern="0" smtClean="0">
                              <a:solidFill>
                                <a:srgbClr val="000000"/>
                              </a:solidFill>
                              <a:latin typeface="Cambria Math" panose="02040503050406030204" pitchFamily="18" charset="0"/>
                            </a:rPr>
                            <m:t>∣1≤</m:t>
                          </m:r>
                          <m:r>
                            <a:rPr lang="en-US" altLang="zh-CN" sz="2800" b="0" i="1" kern="0" smtClean="0">
                              <a:solidFill>
                                <a:srgbClr val="000000"/>
                              </a:solidFill>
                              <a:latin typeface="Cambria Math" panose="02040503050406030204" pitchFamily="18" charset="0"/>
                            </a:rPr>
                            <m:t>𝑥</m:t>
                          </m:r>
                          <m:r>
                            <a:rPr lang="en-US" altLang="zh-CN" sz="2800" b="0" i="1" kern="0" smtClean="0">
                              <a:solidFill>
                                <a:srgbClr val="000000"/>
                              </a:solidFill>
                              <a:latin typeface="Cambria Math" panose="02040503050406030204" pitchFamily="18" charset="0"/>
                            </a:rPr>
                            <m:t>≤300</m:t>
                          </m:r>
                          <m:r>
                            <a:rPr lang="zh-CN" altLang="en-US" sz="2800" i="1" kern="0">
                              <a:solidFill>
                                <a:srgbClr val="000000"/>
                              </a:solidFill>
                              <a:latin typeface="Cambria Math" panose="02040503050406030204" pitchFamily="18" charset="0"/>
                            </a:rPr>
                            <m:t>，</m:t>
                          </m:r>
                          <m:r>
                            <a:rPr lang="en-US" altLang="zh-CN" sz="2800" b="0" i="1" kern="0" smtClean="0">
                              <a:solidFill>
                                <a:srgbClr val="000000"/>
                              </a:solidFill>
                              <a:latin typeface="Cambria Math" panose="02040503050406030204" pitchFamily="18" charset="0"/>
                            </a:rPr>
                            <m:t> </m:t>
                          </m:r>
                          <m:r>
                            <a:rPr lang="en-US" altLang="zh-CN" sz="2800" b="0" i="1" kern="0" smtClean="0">
                              <a:solidFill>
                                <a:srgbClr val="000000"/>
                              </a:solidFill>
                              <a:latin typeface="Cambria Math" panose="02040503050406030204" pitchFamily="18" charset="0"/>
                            </a:rPr>
                            <m:t>𝑥</m:t>
                          </m:r>
                          <m:r>
                            <a:rPr lang="en-US" altLang="zh-CN" sz="2800" b="0" i="1" kern="0" smtClean="0">
                              <a:solidFill>
                                <a:srgbClr val="000000"/>
                              </a:solidFill>
                              <a:latin typeface="Cambria Math" panose="02040503050406030204" pitchFamily="18" charset="0"/>
                            </a:rPr>
                            <m:t>≡0 (</m:t>
                          </m:r>
                          <m:r>
                            <m:rPr>
                              <m:sty m:val="p"/>
                            </m:rPr>
                            <a:rPr lang="en-US" altLang="zh-CN" sz="2800" b="0" i="1" kern="0" smtClean="0">
                              <a:solidFill>
                                <a:srgbClr val="000000"/>
                              </a:solidFill>
                              <a:latin typeface="Cambria Math" panose="02040503050406030204" pitchFamily="18" charset="0"/>
                            </a:rPr>
                            <m:t>mod</m:t>
                          </m:r>
                          <m:r>
                            <a:rPr lang="en-US" altLang="zh-CN" sz="2800" b="0" kern="0" smtClean="0">
                              <a:solidFill>
                                <a:srgbClr val="000000"/>
                              </a:solidFill>
                              <a:latin typeface="Cambria Math" panose="02040503050406030204" pitchFamily="18" charset="0"/>
                            </a:rPr>
                            <m:t> </m:t>
                          </m:r>
                          <m:r>
                            <a:rPr lang="en-US" altLang="zh-CN" sz="2800" b="0" i="1" kern="0" smtClean="0">
                              <a:solidFill>
                                <a:srgbClr val="000000"/>
                              </a:solidFill>
                              <a:latin typeface="Cambria Math" panose="02040503050406030204" pitchFamily="18" charset="0"/>
                            </a:rPr>
                            <m:t>3)</m:t>
                          </m:r>
                        </m:e>
                      </m:d>
                    </m:oMath>
                  </m:oMathPara>
                </a14:m>
                <a:endParaRPr lang="en-US" altLang="zh-CN" sz="2800" kern="0" dirty="0">
                  <a:solidFill>
                    <a:srgbClr val="000000"/>
                  </a:solidFill>
                  <a:latin typeface="宋体" pitchFamily="2" charset="-122"/>
                  <a:cs typeface="Tahoma"/>
                </a:endParaRPr>
              </a:p>
              <a:p>
                <a:pPr eaLnBrk="1" hangingPunct="1">
                  <a:defRPr/>
                </a:pPr>
                <a14:m>
                  <m:oMathPara xmlns:m="http://schemas.openxmlformats.org/officeDocument/2006/math">
                    <m:oMathParaPr>
                      <m:jc m:val="centerGroup"/>
                    </m:oMathParaPr>
                    <m:oMath xmlns:m="http://schemas.openxmlformats.org/officeDocument/2006/math">
                      <m:r>
                        <a:rPr lang="en-US" altLang="zh-CN" sz="2800" b="0" i="1" kern="0" smtClean="0">
                          <a:solidFill>
                            <a:srgbClr val="000000"/>
                          </a:solidFill>
                          <a:latin typeface="Cambria Math" panose="02040503050406030204" pitchFamily="18" charset="0"/>
                        </a:rPr>
                        <m:t>𝐵</m:t>
                      </m:r>
                      <m:r>
                        <a:rPr lang="en-US" altLang="zh-CN" sz="2800" b="0" i="1" kern="0" smtClean="0">
                          <a:solidFill>
                            <a:srgbClr val="000000"/>
                          </a:solidFill>
                          <a:latin typeface="Cambria Math" panose="02040503050406030204" pitchFamily="18" charset="0"/>
                        </a:rPr>
                        <m:t>=</m:t>
                      </m:r>
                      <m:d>
                        <m:dPr>
                          <m:begChr m:val="{"/>
                          <m:endChr m:val="}"/>
                          <m:ctrlPr>
                            <a:rPr lang="en-US" altLang="zh-CN" sz="2800" i="1" kern="0">
                              <a:solidFill>
                                <a:srgbClr val="000000"/>
                              </a:solidFill>
                              <a:latin typeface="Cambria Math" panose="02040503050406030204" pitchFamily="18" charset="0"/>
                            </a:rPr>
                          </m:ctrlPr>
                        </m:dPr>
                        <m:e>
                          <m:r>
                            <a:rPr lang="en-US" altLang="zh-CN" sz="2800" b="0" i="1" kern="0" smtClean="0">
                              <a:solidFill>
                                <a:srgbClr val="000000"/>
                              </a:solidFill>
                              <a:latin typeface="Cambria Math" panose="02040503050406030204" pitchFamily="18" charset="0"/>
                            </a:rPr>
                            <m:t>𝑥</m:t>
                          </m:r>
                          <m:r>
                            <a:rPr lang="en-US" altLang="zh-CN" sz="2800" b="0" i="1" kern="0" smtClean="0">
                              <a:solidFill>
                                <a:srgbClr val="000000"/>
                              </a:solidFill>
                              <a:latin typeface="Cambria Math" panose="02040503050406030204" pitchFamily="18" charset="0"/>
                            </a:rPr>
                            <m:t>∣1≤</m:t>
                          </m:r>
                          <m:r>
                            <a:rPr lang="en-US" altLang="zh-CN" sz="2800" b="0" i="1" kern="0" smtClean="0">
                              <a:solidFill>
                                <a:srgbClr val="000000"/>
                              </a:solidFill>
                              <a:latin typeface="Cambria Math" panose="02040503050406030204" pitchFamily="18" charset="0"/>
                            </a:rPr>
                            <m:t>𝑥</m:t>
                          </m:r>
                          <m:r>
                            <a:rPr lang="en-US" altLang="zh-CN" sz="2800" b="0" i="1" kern="0" smtClean="0">
                              <a:solidFill>
                                <a:srgbClr val="000000"/>
                              </a:solidFill>
                              <a:latin typeface="Cambria Math" panose="02040503050406030204" pitchFamily="18" charset="0"/>
                            </a:rPr>
                            <m:t>≤300</m:t>
                          </m:r>
                          <m:r>
                            <a:rPr lang="zh-CN" altLang="en-US" sz="2800" i="1" kern="0">
                              <a:solidFill>
                                <a:srgbClr val="000000"/>
                              </a:solidFill>
                              <a:latin typeface="Cambria Math" panose="02040503050406030204" pitchFamily="18" charset="0"/>
                            </a:rPr>
                            <m:t>，</m:t>
                          </m:r>
                          <m:r>
                            <a:rPr lang="en-US" altLang="zh-CN" sz="2800" b="0" i="1" kern="0" smtClean="0">
                              <a:solidFill>
                                <a:srgbClr val="000000"/>
                              </a:solidFill>
                              <a:latin typeface="Cambria Math" panose="02040503050406030204" pitchFamily="18" charset="0"/>
                            </a:rPr>
                            <m:t> </m:t>
                          </m:r>
                          <m:r>
                            <a:rPr lang="en-US" altLang="zh-CN" sz="2800" b="0" i="1" kern="0" smtClean="0">
                              <a:solidFill>
                                <a:srgbClr val="000000"/>
                              </a:solidFill>
                              <a:latin typeface="Cambria Math" panose="02040503050406030204" pitchFamily="18" charset="0"/>
                            </a:rPr>
                            <m:t>𝑥</m:t>
                          </m:r>
                          <m:r>
                            <a:rPr lang="en-US" altLang="zh-CN" sz="2800" b="0" i="1" kern="0" smtClean="0">
                              <a:solidFill>
                                <a:srgbClr val="000000"/>
                              </a:solidFill>
                              <a:latin typeface="Cambria Math" panose="02040503050406030204" pitchFamily="18" charset="0"/>
                            </a:rPr>
                            <m:t>≡1 (</m:t>
                          </m:r>
                          <m:r>
                            <m:rPr>
                              <m:sty m:val="p"/>
                            </m:rPr>
                            <a:rPr lang="en-US" altLang="zh-CN" sz="2800" b="0" i="1" kern="0" smtClean="0">
                              <a:solidFill>
                                <a:srgbClr val="000000"/>
                              </a:solidFill>
                              <a:latin typeface="Cambria Math" panose="02040503050406030204" pitchFamily="18" charset="0"/>
                            </a:rPr>
                            <m:t>mod</m:t>
                          </m:r>
                          <m:r>
                            <a:rPr lang="en-US" altLang="zh-CN" sz="2800" b="0" kern="0">
                              <a:solidFill>
                                <a:srgbClr val="000000"/>
                              </a:solidFill>
                              <a:latin typeface="Cambria Math" panose="02040503050406030204" pitchFamily="18" charset="0"/>
                            </a:rPr>
                            <m:t> </m:t>
                          </m:r>
                          <m:r>
                            <a:rPr lang="en-US" altLang="zh-CN" sz="2800" b="0" i="1" kern="0">
                              <a:solidFill>
                                <a:srgbClr val="000000"/>
                              </a:solidFill>
                              <a:latin typeface="Cambria Math" panose="02040503050406030204" pitchFamily="18" charset="0"/>
                            </a:rPr>
                            <m:t>3</m:t>
                          </m:r>
                          <m:r>
                            <a:rPr lang="en-US" altLang="zh-CN" sz="2800" b="0" i="1" kern="0" smtClean="0">
                              <a:solidFill>
                                <a:srgbClr val="000000"/>
                              </a:solidFill>
                              <a:latin typeface="Cambria Math" panose="02040503050406030204" pitchFamily="18" charset="0"/>
                            </a:rPr>
                            <m:t>)</m:t>
                          </m:r>
                        </m:e>
                      </m:d>
                    </m:oMath>
                  </m:oMathPara>
                </a14:m>
                <a:endParaRPr lang="en-US" altLang="zh-CN" sz="2800" kern="0" dirty="0">
                  <a:solidFill>
                    <a:srgbClr val="000000"/>
                  </a:solidFill>
                  <a:latin typeface="宋体" pitchFamily="2" charset="-122"/>
                  <a:cs typeface="Tahoma"/>
                </a:endParaRPr>
              </a:p>
              <a:p>
                <a:pPr eaLnBrk="1" hangingPunct="1">
                  <a:defRPr/>
                </a:pPr>
                <a14:m>
                  <m:oMathPara xmlns:m="http://schemas.openxmlformats.org/officeDocument/2006/math">
                    <m:oMathParaPr>
                      <m:jc m:val="centerGroup"/>
                    </m:oMathParaPr>
                    <m:oMath xmlns:m="http://schemas.openxmlformats.org/officeDocument/2006/math">
                      <m:r>
                        <a:rPr lang="en-US" altLang="zh-CN" sz="2800" b="0" i="1" kern="0" smtClean="0">
                          <a:solidFill>
                            <a:srgbClr val="000000"/>
                          </a:solidFill>
                          <a:latin typeface="Cambria Math" panose="02040503050406030204" pitchFamily="18" charset="0"/>
                        </a:rPr>
                        <m:t>𝐶</m:t>
                      </m:r>
                      <m:r>
                        <a:rPr lang="en-US" altLang="zh-CN" sz="2800" b="0" i="1" kern="0" smtClean="0">
                          <a:solidFill>
                            <a:srgbClr val="000000"/>
                          </a:solidFill>
                          <a:latin typeface="Cambria Math" panose="02040503050406030204" pitchFamily="18" charset="0"/>
                        </a:rPr>
                        <m:t>=</m:t>
                      </m:r>
                      <m:d>
                        <m:dPr>
                          <m:begChr m:val="{"/>
                          <m:endChr m:val="}"/>
                          <m:ctrlPr>
                            <a:rPr lang="en-US" altLang="zh-CN" sz="2800" i="1" kern="0">
                              <a:solidFill>
                                <a:srgbClr val="000000"/>
                              </a:solidFill>
                              <a:latin typeface="Cambria Math" panose="02040503050406030204" pitchFamily="18" charset="0"/>
                            </a:rPr>
                          </m:ctrlPr>
                        </m:dPr>
                        <m:e>
                          <m:r>
                            <a:rPr lang="en-US" altLang="zh-CN" sz="2800" b="0" i="1" kern="0" smtClean="0">
                              <a:solidFill>
                                <a:srgbClr val="000000"/>
                              </a:solidFill>
                              <a:latin typeface="Cambria Math" panose="02040503050406030204" pitchFamily="18" charset="0"/>
                            </a:rPr>
                            <m:t>𝑥</m:t>
                          </m:r>
                          <m:r>
                            <a:rPr lang="en-US" altLang="zh-CN" sz="2800" b="0" i="1" kern="0" smtClean="0">
                              <a:solidFill>
                                <a:srgbClr val="000000"/>
                              </a:solidFill>
                              <a:latin typeface="Cambria Math" panose="02040503050406030204" pitchFamily="18" charset="0"/>
                            </a:rPr>
                            <m:t>∣1≤</m:t>
                          </m:r>
                          <m:r>
                            <a:rPr lang="en-US" altLang="zh-CN" sz="2800" b="0" i="1" kern="0" smtClean="0">
                              <a:solidFill>
                                <a:srgbClr val="000000"/>
                              </a:solidFill>
                              <a:latin typeface="Cambria Math" panose="02040503050406030204" pitchFamily="18" charset="0"/>
                            </a:rPr>
                            <m:t>𝑥</m:t>
                          </m:r>
                          <m:r>
                            <a:rPr lang="en-US" altLang="zh-CN" sz="2800" b="0" i="1" kern="0" smtClean="0">
                              <a:solidFill>
                                <a:srgbClr val="000000"/>
                              </a:solidFill>
                              <a:latin typeface="Cambria Math" panose="02040503050406030204" pitchFamily="18" charset="0"/>
                            </a:rPr>
                            <m:t>≤300</m:t>
                          </m:r>
                          <m:r>
                            <a:rPr lang="zh-CN" altLang="en-US" sz="2800" i="1" kern="0">
                              <a:solidFill>
                                <a:srgbClr val="000000"/>
                              </a:solidFill>
                              <a:latin typeface="Cambria Math" panose="02040503050406030204" pitchFamily="18" charset="0"/>
                            </a:rPr>
                            <m:t>，</m:t>
                          </m:r>
                          <m:r>
                            <a:rPr lang="en-US" altLang="zh-CN" sz="2800" b="0" i="1" kern="0" smtClean="0">
                              <a:solidFill>
                                <a:srgbClr val="000000"/>
                              </a:solidFill>
                              <a:latin typeface="Cambria Math" panose="02040503050406030204" pitchFamily="18" charset="0"/>
                            </a:rPr>
                            <m:t>𝑥</m:t>
                          </m:r>
                          <m:r>
                            <a:rPr lang="en-US" altLang="zh-CN" sz="2800" b="0" i="1" kern="0" smtClean="0">
                              <a:solidFill>
                                <a:srgbClr val="000000"/>
                              </a:solidFill>
                              <a:latin typeface="Cambria Math" panose="02040503050406030204" pitchFamily="18" charset="0"/>
                            </a:rPr>
                            <m:t>≡2 (</m:t>
                          </m:r>
                          <m:r>
                            <m:rPr>
                              <m:sty m:val="p"/>
                            </m:rPr>
                            <a:rPr lang="en-US" altLang="zh-CN" sz="2800" b="0" i="1" kern="0" smtClean="0">
                              <a:solidFill>
                                <a:srgbClr val="000000"/>
                              </a:solidFill>
                              <a:latin typeface="Cambria Math" panose="02040503050406030204" pitchFamily="18" charset="0"/>
                            </a:rPr>
                            <m:t>mod</m:t>
                          </m:r>
                          <m:r>
                            <a:rPr lang="en-US" altLang="zh-CN" sz="2800" b="0" kern="0">
                              <a:solidFill>
                                <a:srgbClr val="000000"/>
                              </a:solidFill>
                              <a:latin typeface="Cambria Math" panose="02040503050406030204" pitchFamily="18" charset="0"/>
                            </a:rPr>
                            <m:t> </m:t>
                          </m:r>
                          <m:r>
                            <a:rPr lang="en-US" altLang="zh-CN" sz="2800" b="0" i="1" kern="0">
                              <a:solidFill>
                                <a:srgbClr val="000000"/>
                              </a:solidFill>
                              <a:latin typeface="Cambria Math" panose="02040503050406030204" pitchFamily="18" charset="0"/>
                            </a:rPr>
                            <m:t>3</m:t>
                          </m:r>
                          <m:r>
                            <a:rPr lang="en-US" altLang="zh-CN" sz="2800" b="0" i="1" kern="0" smtClean="0">
                              <a:solidFill>
                                <a:srgbClr val="000000"/>
                              </a:solidFill>
                              <a:latin typeface="Cambria Math" panose="02040503050406030204" pitchFamily="18" charset="0"/>
                            </a:rPr>
                            <m:t>)</m:t>
                          </m:r>
                        </m:e>
                      </m:d>
                    </m:oMath>
                  </m:oMathPara>
                </a14:m>
                <a:endParaRPr lang="en-US" altLang="zh-CN" sz="2800" kern="0" dirty="0">
                  <a:solidFill>
                    <a:srgbClr val="000000"/>
                  </a:solidFill>
                  <a:latin typeface="宋体" pitchFamily="2" charset="-122"/>
                  <a:cs typeface="Tahoma"/>
                </a:endParaRPr>
              </a:p>
              <a:p>
                <a:pPr marL="457200" indent="-457200" eaLnBrk="1" hangingPunct="1">
                  <a:buFont typeface="Arial" panose="020B0604020202020204" pitchFamily="34" charset="0"/>
                  <a:buChar char="•"/>
                  <a:defRPr/>
                </a:pPr>
                <a:r>
                  <a:rPr lang="en-US" altLang="zh-CN" sz="2800" kern="0" dirty="0">
                    <a:solidFill>
                      <a:srgbClr val="000000"/>
                    </a:solidFill>
                    <a:latin typeface="+mn-ea"/>
                    <a:ea typeface="+mn-ea"/>
                    <a:cs typeface="Tahoma"/>
                  </a:rPr>
                  <a:t>3</a:t>
                </a:r>
                <a:r>
                  <a:rPr lang="zh-CN" altLang="en-US" sz="2800" kern="0" dirty="0">
                    <a:solidFill>
                      <a:srgbClr val="000000"/>
                    </a:solidFill>
                    <a:latin typeface="+mn-ea"/>
                    <a:ea typeface="+mn-ea"/>
                    <a:cs typeface="Tahoma"/>
                  </a:rPr>
                  <a:t>个不同的数同属</a:t>
                </a:r>
                <a14:m>
                  <m:oMath xmlns:m="http://schemas.openxmlformats.org/officeDocument/2006/math">
                    <m:r>
                      <a:rPr lang="en-US" altLang="zh-CN" sz="2800" b="0" i="1" kern="0" smtClean="0">
                        <a:solidFill>
                          <a:srgbClr val="000000"/>
                        </a:solidFill>
                        <a:latin typeface="Cambria Math" panose="02040503050406030204" pitchFamily="18" charset="0"/>
                        <a:ea typeface="+mn-ea"/>
                      </a:rPr>
                      <m:t>𝐴</m:t>
                    </m:r>
                  </m:oMath>
                </a14:m>
                <a:r>
                  <a:rPr lang="zh-CN" altLang="en-US" sz="2800" kern="0" dirty="0">
                    <a:solidFill>
                      <a:srgbClr val="000000"/>
                    </a:solidFill>
                    <a:latin typeface="+mn-ea"/>
                    <a:ea typeface="+mn-ea"/>
                    <a:cs typeface="Tahoma"/>
                  </a:rPr>
                  <a:t>：</a:t>
                </a:r>
                <a14:m>
                  <m:oMath xmlns:m="http://schemas.openxmlformats.org/officeDocument/2006/math">
                    <m:sSubSup>
                      <m:sSubSupPr>
                        <m:ctrlPr>
                          <a:rPr lang="en-US" altLang="zh-CN" sz="2800" i="1" kern="0" dirty="0" smtClean="0">
                            <a:solidFill>
                              <a:srgbClr val="000000"/>
                            </a:solidFill>
                            <a:latin typeface="Cambria Math" panose="02040503050406030204" pitchFamily="18" charset="0"/>
                            <a:ea typeface="+mn-ea"/>
                          </a:rPr>
                        </m:ctrlPr>
                      </m:sSubSupPr>
                      <m:e>
                        <m:r>
                          <a:rPr lang="en-US" altLang="zh-CN" sz="2800" b="0" i="1" kern="0" dirty="0" smtClean="0">
                            <a:solidFill>
                              <a:srgbClr val="000000"/>
                            </a:solidFill>
                            <a:latin typeface="Cambria Math" panose="02040503050406030204" pitchFamily="18" charset="0"/>
                            <a:ea typeface="+mn-ea"/>
                          </a:rPr>
                          <m:t>𝐶</m:t>
                        </m:r>
                      </m:e>
                      <m:sub>
                        <m:r>
                          <a:rPr lang="en-US" altLang="zh-CN" sz="2800" b="0" i="1" kern="0" dirty="0" smtClean="0">
                            <a:solidFill>
                              <a:srgbClr val="000000"/>
                            </a:solidFill>
                            <a:latin typeface="Cambria Math" panose="02040503050406030204" pitchFamily="18" charset="0"/>
                            <a:ea typeface="+mn-ea"/>
                          </a:rPr>
                          <m:t>100</m:t>
                        </m:r>
                      </m:sub>
                      <m:sup>
                        <m:r>
                          <a:rPr lang="en-US" altLang="zh-CN" sz="2800" b="0" i="1" kern="0" dirty="0" smtClean="0">
                            <a:solidFill>
                              <a:srgbClr val="000000"/>
                            </a:solidFill>
                            <a:latin typeface="Cambria Math" panose="02040503050406030204" pitchFamily="18" charset="0"/>
                            <a:ea typeface="+mn-ea"/>
                          </a:rPr>
                          <m:t>3</m:t>
                        </m:r>
                      </m:sup>
                    </m:sSubSup>
                  </m:oMath>
                </a14:m>
                <a:endParaRPr lang="en-US" altLang="zh-CN" sz="2800" kern="0" dirty="0">
                  <a:solidFill>
                    <a:srgbClr val="000000"/>
                  </a:solidFill>
                  <a:latin typeface="+mn-ea"/>
                  <a:ea typeface="+mn-ea"/>
                  <a:cs typeface="Tahoma"/>
                </a:endParaRPr>
              </a:p>
              <a:p>
                <a:pPr marL="457200" indent="-457200" eaLnBrk="1" hangingPunct="1">
                  <a:buFont typeface="Arial" panose="020B0604020202020204" pitchFamily="34" charset="0"/>
                  <a:buChar char="•"/>
                  <a:defRPr/>
                </a:pPr>
                <a:r>
                  <a:rPr lang="en-US" altLang="zh-CN" sz="2800" kern="0" dirty="0">
                    <a:solidFill>
                      <a:srgbClr val="000000"/>
                    </a:solidFill>
                    <a:latin typeface="+mn-ea"/>
                    <a:ea typeface="+mn-ea"/>
                    <a:cs typeface="Tahoma"/>
                  </a:rPr>
                  <a:t>3</a:t>
                </a:r>
                <a:r>
                  <a:rPr lang="zh-CN" altLang="en-US" sz="2800" kern="0" dirty="0">
                    <a:solidFill>
                      <a:srgbClr val="000000"/>
                    </a:solidFill>
                    <a:latin typeface="+mn-ea"/>
                    <a:ea typeface="+mn-ea"/>
                    <a:cs typeface="Tahoma"/>
                  </a:rPr>
                  <a:t>个不同的数同属</a:t>
                </a:r>
                <a14:m>
                  <m:oMath xmlns:m="http://schemas.openxmlformats.org/officeDocument/2006/math">
                    <m:r>
                      <a:rPr lang="en-US" altLang="zh-CN" sz="2800" b="0" i="1" kern="0" smtClean="0">
                        <a:solidFill>
                          <a:srgbClr val="000000"/>
                        </a:solidFill>
                        <a:latin typeface="Cambria Math" panose="02040503050406030204" pitchFamily="18" charset="0"/>
                        <a:ea typeface="+mn-ea"/>
                      </a:rPr>
                      <m:t>𝐵</m:t>
                    </m:r>
                  </m:oMath>
                </a14:m>
                <a:r>
                  <a:rPr lang="zh-CN" altLang="en-US" sz="2800" kern="0" dirty="0">
                    <a:solidFill>
                      <a:srgbClr val="000000"/>
                    </a:solidFill>
                    <a:latin typeface="+mn-ea"/>
                    <a:ea typeface="+mn-ea"/>
                    <a:cs typeface="Tahoma"/>
                  </a:rPr>
                  <a:t>：</a:t>
                </a:r>
                <a14:m>
                  <m:oMath xmlns:m="http://schemas.openxmlformats.org/officeDocument/2006/math">
                    <m:sSubSup>
                      <m:sSubSupPr>
                        <m:ctrlPr>
                          <a:rPr lang="en-US" altLang="zh-CN" sz="2800" i="1" kern="0" dirty="0">
                            <a:solidFill>
                              <a:srgbClr val="000000"/>
                            </a:solidFill>
                            <a:latin typeface="Cambria Math" panose="02040503050406030204" pitchFamily="18" charset="0"/>
                            <a:ea typeface="+mn-ea"/>
                          </a:rPr>
                        </m:ctrlPr>
                      </m:sSubSupPr>
                      <m:e>
                        <m:r>
                          <a:rPr lang="en-US" altLang="zh-CN" sz="2800" b="0" i="1" kern="0" dirty="0" smtClean="0">
                            <a:solidFill>
                              <a:srgbClr val="000000"/>
                            </a:solidFill>
                            <a:latin typeface="Cambria Math" panose="02040503050406030204" pitchFamily="18" charset="0"/>
                            <a:ea typeface="+mn-ea"/>
                          </a:rPr>
                          <m:t>𝐶</m:t>
                        </m:r>
                      </m:e>
                      <m:sub>
                        <m:r>
                          <a:rPr lang="en-US" altLang="zh-CN" sz="2800" b="0" i="1" kern="0" dirty="0" smtClean="0">
                            <a:solidFill>
                              <a:srgbClr val="000000"/>
                            </a:solidFill>
                            <a:latin typeface="Cambria Math" panose="02040503050406030204" pitchFamily="18" charset="0"/>
                            <a:ea typeface="+mn-ea"/>
                          </a:rPr>
                          <m:t>100</m:t>
                        </m:r>
                      </m:sub>
                      <m:sup>
                        <m:r>
                          <a:rPr lang="en-US" altLang="zh-CN" sz="2800" b="0" i="1" kern="0" dirty="0" smtClean="0">
                            <a:solidFill>
                              <a:srgbClr val="000000"/>
                            </a:solidFill>
                            <a:latin typeface="Cambria Math" panose="02040503050406030204" pitchFamily="18" charset="0"/>
                            <a:ea typeface="+mn-ea"/>
                          </a:rPr>
                          <m:t>3</m:t>
                        </m:r>
                      </m:sup>
                    </m:sSubSup>
                  </m:oMath>
                </a14:m>
                <a:endParaRPr lang="en-US" altLang="zh-CN" sz="2800" kern="0" dirty="0">
                  <a:solidFill>
                    <a:srgbClr val="000000"/>
                  </a:solidFill>
                  <a:latin typeface="+mn-ea"/>
                  <a:ea typeface="+mn-ea"/>
                  <a:cs typeface="Tahoma"/>
                </a:endParaRPr>
              </a:p>
              <a:p>
                <a:pPr marL="457200" indent="-457200" eaLnBrk="1" hangingPunct="1">
                  <a:buFont typeface="Arial" panose="020B0604020202020204" pitchFamily="34" charset="0"/>
                  <a:buChar char="•"/>
                  <a:defRPr/>
                </a:pPr>
                <a:r>
                  <a:rPr lang="en-US" altLang="zh-CN" sz="2800" kern="0" dirty="0">
                    <a:solidFill>
                      <a:srgbClr val="000000"/>
                    </a:solidFill>
                    <a:latin typeface="+mn-ea"/>
                    <a:ea typeface="+mn-ea"/>
                    <a:cs typeface="Tahoma"/>
                  </a:rPr>
                  <a:t>3</a:t>
                </a:r>
                <a:r>
                  <a:rPr lang="zh-CN" altLang="en-US" sz="2800" kern="0" dirty="0">
                    <a:solidFill>
                      <a:srgbClr val="000000"/>
                    </a:solidFill>
                    <a:latin typeface="+mn-ea"/>
                    <a:ea typeface="+mn-ea"/>
                    <a:cs typeface="Tahoma"/>
                  </a:rPr>
                  <a:t>个不同的数同属</a:t>
                </a:r>
                <a14:m>
                  <m:oMath xmlns:m="http://schemas.openxmlformats.org/officeDocument/2006/math">
                    <m:r>
                      <a:rPr lang="en-US" altLang="zh-CN" sz="2800" b="0" i="1" kern="0" smtClean="0">
                        <a:solidFill>
                          <a:srgbClr val="000000"/>
                        </a:solidFill>
                        <a:latin typeface="Cambria Math" panose="02040503050406030204" pitchFamily="18" charset="0"/>
                        <a:ea typeface="+mn-ea"/>
                      </a:rPr>
                      <m:t>𝐶</m:t>
                    </m:r>
                  </m:oMath>
                </a14:m>
                <a:r>
                  <a:rPr lang="zh-CN" altLang="en-US" sz="2800" kern="0" dirty="0">
                    <a:solidFill>
                      <a:srgbClr val="000000"/>
                    </a:solidFill>
                    <a:latin typeface="+mn-ea"/>
                    <a:ea typeface="+mn-ea"/>
                    <a:cs typeface="Tahoma"/>
                  </a:rPr>
                  <a:t>：</a:t>
                </a:r>
                <a14:m>
                  <m:oMath xmlns:m="http://schemas.openxmlformats.org/officeDocument/2006/math">
                    <m:sSubSup>
                      <m:sSubSupPr>
                        <m:ctrlPr>
                          <a:rPr lang="en-US" altLang="zh-CN" sz="2800" i="1" kern="0" dirty="0">
                            <a:solidFill>
                              <a:srgbClr val="000000"/>
                            </a:solidFill>
                            <a:latin typeface="Cambria Math" panose="02040503050406030204" pitchFamily="18" charset="0"/>
                            <a:ea typeface="+mn-ea"/>
                          </a:rPr>
                        </m:ctrlPr>
                      </m:sSubSupPr>
                      <m:e>
                        <m:r>
                          <a:rPr lang="en-US" altLang="zh-CN" sz="2800" b="0" i="1" kern="0" dirty="0" smtClean="0">
                            <a:solidFill>
                              <a:srgbClr val="000000"/>
                            </a:solidFill>
                            <a:latin typeface="Cambria Math" panose="02040503050406030204" pitchFamily="18" charset="0"/>
                            <a:ea typeface="+mn-ea"/>
                          </a:rPr>
                          <m:t>𝐶</m:t>
                        </m:r>
                      </m:e>
                      <m:sub>
                        <m:r>
                          <a:rPr lang="en-US" altLang="zh-CN" sz="2800" b="0" i="1" kern="0" dirty="0" smtClean="0">
                            <a:solidFill>
                              <a:srgbClr val="000000"/>
                            </a:solidFill>
                            <a:latin typeface="Cambria Math" panose="02040503050406030204" pitchFamily="18" charset="0"/>
                            <a:ea typeface="+mn-ea"/>
                          </a:rPr>
                          <m:t>100</m:t>
                        </m:r>
                      </m:sub>
                      <m:sup>
                        <m:r>
                          <a:rPr lang="en-US" altLang="zh-CN" sz="2800" b="0" i="1" kern="0" dirty="0" smtClean="0">
                            <a:solidFill>
                              <a:srgbClr val="000000"/>
                            </a:solidFill>
                            <a:latin typeface="Cambria Math" panose="02040503050406030204" pitchFamily="18" charset="0"/>
                            <a:ea typeface="+mn-ea"/>
                          </a:rPr>
                          <m:t>3</m:t>
                        </m:r>
                      </m:sup>
                    </m:sSubSup>
                  </m:oMath>
                </a14:m>
                <a:endParaRPr lang="en-US" altLang="zh-CN" sz="2800" kern="0" dirty="0">
                  <a:solidFill>
                    <a:srgbClr val="000000"/>
                  </a:solidFill>
                  <a:latin typeface="+mn-ea"/>
                  <a:ea typeface="+mn-ea"/>
                  <a:cs typeface="Tahoma"/>
                </a:endParaRPr>
              </a:p>
              <a:p>
                <a:pPr marL="457200" indent="-457200" eaLnBrk="1" hangingPunct="1">
                  <a:buFont typeface="Arial" panose="020B0604020202020204" pitchFamily="34" charset="0"/>
                  <a:buChar char="•"/>
                  <a:defRPr/>
                </a:pPr>
                <a:r>
                  <a:rPr lang="en-US" altLang="zh-CN" sz="2800" kern="0" dirty="0">
                    <a:solidFill>
                      <a:srgbClr val="000000"/>
                    </a:solidFill>
                    <a:latin typeface="+mn-ea"/>
                    <a:ea typeface="+mn-ea"/>
                    <a:cs typeface="Tahoma"/>
                  </a:rPr>
                  <a:t>3</a:t>
                </a:r>
                <a:r>
                  <a:rPr lang="zh-CN" altLang="en-US" sz="2800" kern="0" dirty="0">
                    <a:solidFill>
                      <a:srgbClr val="000000"/>
                    </a:solidFill>
                    <a:latin typeface="+mn-ea"/>
                    <a:ea typeface="+mn-ea"/>
                    <a:cs typeface="Tahoma"/>
                  </a:rPr>
                  <a:t>个不同的数分别属于</a:t>
                </a:r>
                <a14:m>
                  <m:oMath xmlns:m="http://schemas.openxmlformats.org/officeDocument/2006/math">
                    <m:r>
                      <a:rPr lang="en-US" altLang="zh-CN" sz="2800" b="0" i="1" kern="0" smtClean="0">
                        <a:solidFill>
                          <a:srgbClr val="000000"/>
                        </a:solidFill>
                        <a:latin typeface="Cambria Math" panose="02040503050406030204" pitchFamily="18" charset="0"/>
                        <a:ea typeface="+mn-ea"/>
                      </a:rPr>
                      <m:t>𝐴</m:t>
                    </m:r>
                    <m:r>
                      <a:rPr lang="zh-CN" altLang="en-US" sz="2800" i="1" kern="0">
                        <a:solidFill>
                          <a:srgbClr val="000000"/>
                        </a:solidFill>
                        <a:latin typeface="Cambria Math" panose="02040503050406030204" pitchFamily="18" charset="0"/>
                        <a:ea typeface="+mn-ea"/>
                      </a:rPr>
                      <m:t>，</m:t>
                    </m:r>
                    <m:r>
                      <a:rPr lang="en-US" altLang="zh-CN" sz="2800" b="0" i="1" kern="0" smtClean="0">
                        <a:solidFill>
                          <a:srgbClr val="000000"/>
                        </a:solidFill>
                        <a:latin typeface="Cambria Math" panose="02040503050406030204" pitchFamily="18" charset="0"/>
                        <a:ea typeface="+mn-ea"/>
                      </a:rPr>
                      <m:t>𝐵</m:t>
                    </m:r>
                    <m:r>
                      <a:rPr lang="zh-CN" altLang="en-US" sz="2800" i="1" kern="0">
                        <a:solidFill>
                          <a:srgbClr val="000000"/>
                        </a:solidFill>
                        <a:latin typeface="Cambria Math" panose="02040503050406030204" pitchFamily="18" charset="0"/>
                        <a:ea typeface="+mn-ea"/>
                      </a:rPr>
                      <m:t>，</m:t>
                    </m:r>
                    <m:r>
                      <a:rPr lang="en-US" altLang="zh-CN" sz="2800" b="0" i="1" kern="0" smtClean="0">
                        <a:solidFill>
                          <a:srgbClr val="000000"/>
                        </a:solidFill>
                        <a:latin typeface="Cambria Math" panose="02040503050406030204" pitchFamily="18" charset="0"/>
                        <a:ea typeface="+mn-ea"/>
                      </a:rPr>
                      <m:t>𝐶</m:t>
                    </m:r>
                  </m:oMath>
                </a14:m>
                <a:r>
                  <a:rPr lang="zh-CN" altLang="en-US" sz="2800" kern="0" dirty="0">
                    <a:solidFill>
                      <a:srgbClr val="000000"/>
                    </a:solidFill>
                    <a:latin typeface="+mn-ea"/>
                    <a:ea typeface="+mn-ea"/>
                    <a:cs typeface="Tahoma"/>
                  </a:rPr>
                  <a:t>：</a:t>
                </a:r>
                <a14:m>
                  <m:oMath xmlns:m="http://schemas.openxmlformats.org/officeDocument/2006/math">
                    <m:sSubSup>
                      <m:sSubSupPr>
                        <m:ctrlPr>
                          <a:rPr lang="en-US" altLang="zh-CN" sz="2800" i="1" kern="0" dirty="0">
                            <a:solidFill>
                              <a:srgbClr val="000000"/>
                            </a:solidFill>
                            <a:latin typeface="Cambria Math" panose="02040503050406030204" pitchFamily="18" charset="0"/>
                            <a:ea typeface="+mn-ea"/>
                          </a:rPr>
                        </m:ctrlPr>
                      </m:sSubSupPr>
                      <m:e>
                        <m:r>
                          <a:rPr lang="en-US" altLang="zh-CN" sz="2800" b="0" i="1" kern="0" dirty="0" smtClean="0">
                            <a:solidFill>
                              <a:srgbClr val="000000"/>
                            </a:solidFill>
                            <a:latin typeface="Cambria Math" panose="02040503050406030204" pitchFamily="18" charset="0"/>
                            <a:ea typeface="+mn-ea"/>
                          </a:rPr>
                          <m:t>𝐶</m:t>
                        </m:r>
                      </m:e>
                      <m:sub>
                        <m:r>
                          <a:rPr lang="en-US" altLang="zh-CN" sz="2800" b="0" i="1" kern="0" dirty="0" smtClean="0">
                            <a:solidFill>
                              <a:srgbClr val="000000"/>
                            </a:solidFill>
                            <a:latin typeface="Cambria Math" panose="02040503050406030204" pitchFamily="18" charset="0"/>
                            <a:ea typeface="+mn-ea"/>
                          </a:rPr>
                          <m:t>100</m:t>
                        </m:r>
                      </m:sub>
                      <m:sup>
                        <m:r>
                          <a:rPr lang="en-US" altLang="zh-CN" sz="2800" b="0" i="1" kern="0" dirty="0" smtClean="0">
                            <a:solidFill>
                              <a:srgbClr val="000000"/>
                            </a:solidFill>
                            <a:latin typeface="Cambria Math" panose="02040503050406030204" pitchFamily="18" charset="0"/>
                            <a:ea typeface="+mn-ea"/>
                          </a:rPr>
                          <m:t>1</m:t>
                        </m:r>
                      </m:sup>
                    </m:sSubSup>
                    <m:sSubSup>
                      <m:sSubSupPr>
                        <m:ctrlPr>
                          <a:rPr lang="en-US" altLang="zh-CN" sz="2800" i="1" kern="0" dirty="0">
                            <a:solidFill>
                              <a:srgbClr val="000000"/>
                            </a:solidFill>
                            <a:latin typeface="Cambria Math" panose="02040503050406030204" pitchFamily="18" charset="0"/>
                            <a:ea typeface="+mn-ea"/>
                          </a:rPr>
                        </m:ctrlPr>
                      </m:sSubSupPr>
                      <m:e>
                        <m:r>
                          <a:rPr lang="en-US" altLang="zh-CN" sz="2800" b="0" i="1" kern="0" dirty="0" smtClean="0">
                            <a:solidFill>
                              <a:srgbClr val="000000"/>
                            </a:solidFill>
                            <a:latin typeface="Cambria Math" panose="02040503050406030204" pitchFamily="18" charset="0"/>
                            <a:ea typeface="+mn-ea"/>
                          </a:rPr>
                          <m:t>𝐶</m:t>
                        </m:r>
                      </m:e>
                      <m:sub>
                        <m:r>
                          <a:rPr lang="en-US" altLang="zh-CN" sz="2800" b="0" i="1" kern="0" dirty="0" smtClean="0">
                            <a:solidFill>
                              <a:srgbClr val="000000"/>
                            </a:solidFill>
                            <a:latin typeface="Cambria Math" panose="02040503050406030204" pitchFamily="18" charset="0"/>
                            <a:ea typeface="+mn-ea"/>
                          </a:rPr>
                          <m:t>100</m:t>
                        </m:r>
                      </m:sub>
                      <m:sup>
                        <m:r>
                          <a:rPr lang="en-US" altLang="zh-CN" sz="2800" b="0" i="1" kern="0" dirty="0" smtClean="0">
                            <a:solidFill>
                              <a:srgbClr val="000000"/>
                            </a:solidFill>
                            <a:latin typeface="Cambria Math" panose="02040503050406030204" pitchFamily="18" charset="0"/>
                            <a:ea typeface="+mn-ea"/>
                          </a:rPr>
                          <m:t>1</m:t>
                        </m:r>
                      </m:sup>
                    </m:sSubSup>
                    <m:sSubSup>
                      <m:sSubSupPr>
                        <m:ctrlPr>
                          <a:rPr lang="en-US" altLang="zh-CN" sz="2800" i="1" kern="0" dirty="0">
                            <a:solidFill>
                              <a:srgbClr val="000000"/>
                            </a:solidFill>
                            <a:latin typeface="Cambria Math" panose="02040503050406030204" pitchFamily="18" charset="0"/>
                            <a:ea typeface="+mn-ea"/>
                          </a:rPr>
                        </m:ctrlPr>
                      </m:sSubSupPr>
                      <m:e>
                        <m:r>
                          <a:rPr lang="en-US" altLang="zh-CN" sz="2800" b="0" i="1" kern="0" dirty="0" smtClean="0">
                            <a:solidFill>
                              <a:srgbClr val="000000"/>
                            </a:solidFill>
                            <a:latin typeface="Cambria Math" panose="02040503050406030204" pitchFamily="18" charset="0"/>
                            <a:ea typeface="+mn-ea"/>
                          </a:rPr>
                          <m:t>𝐶</m:t>
                        </m:r>
                      </m:e>
                      <m:sub>
                        <m:r>
                          <a:rPr lang="en-US" altLang="zh-CN" sz="2800" b="0" i="1" kern="0" dirty="0" smtClean="0">
                            <a:solidFill>
                              <a:srgbClr val="000000"/>
                            </a:solidFill>
                            <a:latin typeface="Cambria Math" panose="02040503050406030204" pitchFamily="18" charset="0"/>
                            <a:ea typeface="+mn-ea"/>
                          </a:rPr>
                          <m:t>100</m:t>
                        </m:r>
                      </m:sub>
                      <m:sup>
                        <m:r>
                          <a:rPr lang="en-US" altLang="zh-CN" sz="2800" b="0" i="1" kern="0" dirty="0" smtClean="0">
                            <a:solidFill>
                              <a:srgbClr val="000000"/>
                            </a:solidFill>
                            <a:latin typeface="Cambria Math" panose="02040503050406030204" pitchFamily="18" charset="0"/>
                            <a:ea typeface="+mn-ea"/>
                          </a:rPr>
                          <m:t>1</m:t>
                        </m:r>
                      </m:sup>
                    </m:sSubSup>
                  </m:oMath>
                </a14:m>
                <a:endParaRPr lang="en-US" altLang="zh-CN" sz="2800" kern="0" dirty="0">
                  <a:solidFill>
                    <a:srgbClr val="000000"/>
                  </a:solidFill>
                  <a:latin typeface="+mn-ea"/>
                  <a:ea typeface="+mn-ea"/>
                  <a:cs typeface="Tahoma"/>
                </a:endParaRPr>
              </a:p>
              <a:p>
                <a:pPr eaLnBrk="1" hangingPunct="1">
                  <a:defRPr/>
                </a:pPr>
                <a:r>
                  <a:rPr lang="zh-CN" altLang="en-US" sz="2800" kern="0" dirty="0">
                    <a:solidFill>
                      <a:srgbClr val="000000"/>
                    </a:solidFill>
                    <a:latin typeface="+mn-ea"/>
                    <a:ea typeface="+mn-ea"/>
                    <a:cs typeface="Tahoma"/>
                  </a:rPr>
                  <a:t>根据加法法则：共有</a:t>
                </a:r>
                <a14:m>
                  <m:oMath xmlns:m="http://schemas.openxmlformats.org/officeDocument/2006/math">
                    <m:r>
                      <a:rPr lang="en-US" altLang="zh-CN" sz="2800" b="0" i="1" kern="0" smtClean="0">
                        <a:solidFill>
                          <a:srgbClr val="000000"/>
                        </a:solidFill>
                        <a:latin typeface="Cambria Math" panose="02040503050406030204" pitchFamily="18" charset="0"/>
                        <a:ea typeface="+mn-ea"/>
                      </a:rPr>
                      <m:t> 3×</m:t>
                    </m:r>
                    <m:sSubSup>
                      <m:sSubSupPr>
                        <m:ctrlPr>
                          <a:rPr lang="en-US" altLang="zh-CN" sz="2800" i="1" kern="0" dirty="0">
                            <a:solidFill>
                              <a:srgbClr val="000000"/>
                            </a:solidFill>
                            <a:latin typeface="Cambria Math" panose="02040503050406030204" pitchFamily="18" charset="0"/>
                            <a:ea typeface="+mn-ea"/>
                          </a:rPr>
                        </m:ctrlPr>
                      </m:sSubSupPr>
                      <m:e>
                        <m:r>
                          <a:rPr lang="en-US" altLang="zh-CN" sz="2800" b="0" i="1" kern="0" dirty="0" smtClean="0">
                            <a:solidFill>
                              <a:srgbClr val="000000"/>
                            </a:solidFill>
                            <a:latin typeface="Cambria Math" panose="02040503050406030204" pitchFamily="18" charset="0"/>
                            <a:ea typeface="+mn-ea"/>
                          </a:rPr>
                          <m:t>𝐶</m:t>
                        </m:r>
                      </m:e>
                      <m:sub>
                        <m:r>
                          <a:rPr lang="en-US" altLang="zh-CN" sz="2800" b="0" i="1" kern="0" dirty="0" smtClean="0">
                            <a:solidFill>
                              <a:srgbClr val="000000"/>
                            </a:solidFill>
                            <a:latin typeface="Cambria Math" panose="02040503050406030204" pitchFamily="18" charset="0"/>
                            <a:ea typeface="+mn-ea"/>
                          </a:rPr>
                          <m:t>100</m:t>
                        </m:r>
                      </m:sub>
                      <m:sup>
                        <m:r>
                          <a:rPr lang="en-US" altLang="zh-CN" sz="2800" b="0" i="1" kern="0" dirty="0" smtClean="0">
                            <a:solidFill>
                              <a:srgbClr val="000000"/>
                            </a:solidFill>
                            <a:latin typeface="Cambria Math" panose="02040503050406030204" pitchFamily="18" charset="0"/>
                            <a:ea typeface="+mn-ea"/>
                          </a:rPr>
                          <m:t>3</m:t>
                        </m:r>
                      </m:sup>
                    </m:sSubSup>
                    <m:r>
                      <a:rPr lang="en-US" altLang="zh-CN" sz="2800" b="0" i="1" kern="0" dirty="0" smtClean="0">
                        <a:solidFill>
                          <a:srgbClr val="000000"/>
                        </a:solidFill>
                        <a:latin typeface="Cambria Math" panose="02040503050406030204" pitchFamily="18" charset="0"/>
                        <a:ea typeface="+mn-ea"/>
                      </a:rPr>
                      <m:t>+</m:t>
                    </m:r>
                    <m:sSup>
                      <m:sSupPr>
                        <m:ctrlPr>
                          <a:rPr lang="en-US" altLang="zh-CN" sz="2800" i="1" kern="0" dirty="0" smtClean="0">
                            <a:solidFill>
                              <a:srgbClr val="000000"/>
                            </a:solidFill>
                            <a:latin typeface="Cambria Math" panose="02040503050406030204" pitchFamily="18" charset="0"/>
                            <a:ea typeface="+mn-ea"/>
                          </a:rPr>
                        </m:ctrlPr>
                      </m:sSupPr>
                      <m:e>
                        <m:d>
                          <m:dPr>
                            <m:ctrlPr>
                              <a:rPr lang="en-US" altLang="zh-CN" sz="2800" i="1" kern="0" dirty="0" smtClean="0">
                                <a:solidFill>
                                  <a:srgbClr val="000000"/>
                                </a:solidFill>
                                <a:latin typeface="Cambria Math" panose="02040503050406030204" pitchFamily="18" charset="0"/>
                                <a:ea typeface="+mn-ea"/>
                              </a:rPr>
                            </m:ctrlPr>
                          </m:dPr>
                          <m:e>
                            <m:sSubSup>
                              <m:sSubSupPr>
                                <m:ctrlPr>
                                  <a:rPr lang="en-US" altLang="zh-CN" sz="2800" i="1" kern="0" dirty="0">
                                    <a:solidFill>
                                      <a:srgbClr val="000000"/>
                                    </a:solidFill>
                                    <a:latin typeface="Cambria Math" panose="02040503050406030204" pitchFamily="18" charset="0"/>
                                    <a:ea typeface="+mn-ea"/>
                                  </a:rPr>
                                </m:ctrlPr>
                              </m:sSubSupPr>
                              <m:e>
                                <m:r>
                                  <a:rPr lang="en-US" altLang="zh-CN" sz="2800" b="0" i="1" kern="0" dirty="0" smtClean="0">
                                    <a:solidFill>
                                      <a:srgbClr val="000000"/>
                                    </a:solidFill>
                                    <a:latin typeface="Cambria Math" panose="02040503050406030204" pitchFamily="18" charset="0"/>
                                    <a:ea typeface="+mn-ea"/>
                                  </a:rPr>
                                  <m:t>𝐶</m:t>
                                </m:r>
                              </m:e>
                              <m:sub>
                                <m:r>
                                  <a:rPr lang="en-US" altLang="zh-CN" sz="2800" b="0" i="1" kern="0" dirty="0" smtClean="0">
                                    <a:solidFill>
                                      <a:srgbClr val="000000"/>
                                    </a:solidFill>
                                    <a:latin typeface="Cambria Math" panose="02040503050406030204" pitchFamily="18" charset="0"/>
                                    <a:ea typeface="+mn-ea"/>
                                  </a:rPr>
                                  <m:t>100</m:t>
                                </m:r>
                              </m:sub>
                              <m:sup>
                                <m:r>
                                  <a:rPr lang="en-US" altLang="zh-CN" sz="2800" b="0" i="1" kern="0" dirty="0" smtClean="0">
                                    <a:solidFill>
                                      <a:srgbClr val="000000"/>
                                    </a:solidFill>
                                    <a:latin typeface="Cambria Math" panose="02040503050406030204" pitchFamily="18" charset="0"/>
                                    <a:ea typeface="+mn-ea"/>
                                  </a:rPr>
                                  <m:t>1</m:t>
                                </m:r>
                              </m:sup>
                            </m:sSubSup>
                          </m:e>
                        </m:d>
                      </m:e>
                      <m:sup>
                        <m:r>
                          <a:rPr lang="en-US" altLang="zh-CN" sz="2800" b="0" i="1" kern="0" dirty="0" smtClean="0">
                            <a:solidFill>
                              <a:srgbClr val="000000"/>
                            </a:solidFill>
                            <a:latin typeface="Cambria Math" panose="02040503050406030204" pitchFamily="18" charset="0"/>
                            <a:ea typeface="+mn-ea"/>
                          </a:rPr>
                          <m:t>3</m:t>
                        </m:r>
                      </m:sup>
                    </m:sSup>
                    <m:r>
                      <a:rPr lang="en-US" altLang="zh-CN" sz="2800" b="0" i="1" kern="0" dirty="0" smtClean="0">
                        <a:solidFill>
                          <a:srgbClr val="000000"/>
                        </a:solidFill>
                        <a:latin typeface="Cambria Math" panose="02040503050406030204" pitchFamily="18" charset="0"/>
                        <a:ea typeface="+mn-ea"/>
                      </a:rPr>
                      <m:t>=1485100</m:t>
                    </m:r>
                  </m:oMath>
                </a14:m>
                <a:r>
                  <a:rPr lang="zh-CN" altLang="en-US" sz="2800" kern="0" dirty="0">
                    <a:solidFill>
                      <a:srgbClr val="000000"/>
                    </a:solidFill>
                    <a:latin typeface="+mn-ea"/>
                    <a:ea typeface="+mn-ea"/>
                    <a:cs typeface="Tahoma"/>
                  </a:rPr>
                  <a:t>种方案。</a:t>
                </a:r>
                <a:endParaRPr lang="en-US" altLang="zh-CN" sz="2800" kern="0" dirty="0">
                  <a:solidFill>
                    <a:srgbClr val="000000"/>
                  </a:solidFill>
                  <a:latin typeface="+mn-ea"/>
                  <a:ea typeface="+mn-ea"/>
                  <a:cs typeface="Tahoma"/>
                </a:endParaRPr>
              </a:p>
            </p:txBody>
          </p:sp>
        </mc:Choice>
        <mc:Fallback xmlns="">
          <p:sp>
            <p:nvSpPr>
              <p:cNvPr id="3" name="矩形 2">
                <a:extLst>
                  <a:ext uri="{FF2B5EF4-FFF2-40B4-BE49-F238E27FC236}">
                    <a16:creationId xmlns:a16="http://schemas.microsoft.com/office/drawing/2014/main" id="{223C48E2-D9CB-E8CF-C104-B10457445751}"/>
                  </a:ext>
                </a:extLst>
              </p:cNvPr>
              <p:cNvSpPr>
                <a:spLocks noRot="1" noChangeAspect="1" noMove="1" noResize="1" noEditPoints="1" noAdjustHandles="1" noChangeArrowheads="1" noChangeShapeType="1" noTextEdit="1"/>
              </p:cNvSpPr>
              <p:nvPr/>
            </p:nvSpPr>
            <p:spPr>
              <a:xfrm>
                <a:off x="234042" y="762000"/>
                <a:ext cx="8528957" cy="5313121"/>
              </a:xfrm>
              <a:prstGeom prst="rect">
                <a:avLst/>
              </a:prstGeom>
              <a:blipFill>
                <a:blip r:embed="rId3"/>
                <a:stretch>
                  <a:fillRect l="-1430" t="-1147" r="-357" b="-2179"/>
                </a:stretch>
              </a:blipFill>
            </p:spPr>
            <p:txBody>
              <a:bodyPr/>
              <a:lstStyle/>
              <a:p>
                <a:r>
                  <a:rPr lang="zh-CN" altLang="en-US">
                    <a:noFill/>
                  </a:rPr>
                  <a:t> </a:t>
                </a:r>
              </a:p>
            </p:txBody>
          </p:sp>
        </mc:Fallback>
      </mc:AlternateContent>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69C8133-141A-0833-3F22-6C8D5142A8E6}"/>
            </a:ext>
          </a:extLst>
        </p:cNvPr>
        <p:cNvGrpSpPr/>
        <p:nvPr/>
      </p:nvGrpSpPr>
      <p:grpSpPr>
        <a:xfrm>
          <a:off x="0" y="0"/>
          <a:ext cx="0" cy="0"/>
          <a:chOff x="0" y="0"/>
          <a:chExt cx="0" cy="0"/>
        </a:xfrm>
      </p:grpSpPr>
      <p:sp>
        <p:nvSpPr>
          <p:cNvPr id="24578" name="Rectangle 2">
            <a:extLst>
              <a:ext uri="{FF2B5EF4-FFF2-40B4-BE49-F238E27FC236}">
                <a16:creationId xmlns:a16="http://schemas.microsoft.com/office/drawing/2014/main" id="{6F69362C-2C52-5028-1BE5-01936FD472C2}"/>
              </a:ext>
            </a:extLst>
          </p:cNvPr>
          <p:cNvSpPr>
            <a:spLocks noGrp="1" noChangeArrowheads="1"/>
          </p:cNvSpPr>
          <p:nvPr>
            <p:ph type="body" idx="1"/>
          </p:nvPr>
        </p:nvSpPr>
        <p:spPr>
          <a:xfrm>
            <a:off x="285750" y="161925"/>
            <a:ext cx="3829050" cy="676275"/>
          </a:xfrm>
        </p:spPr>
        <p:txBody>
          <a:bodyPr/>
          <a:lstStyle/>
          <a:p>
            <a:pPr eaLnBrk="1" hangingPunct="1">
              <a:buFontTx/>
              <a:buNone/>
            </a:pPr>
            <a:r>
              <a:rPr lang="en-US" altLang="zh-CN"/>
              <a:t>2 </a:t>
            </a:r>
            <a:r>
              <a:rPr lang="zh-CN" altLang="en-US"/>
              <a:t>排列与组合（续）</a:t>
            </a:r>
            <a:endParaRPr lang="en-US" altLang="zh-CN"/>
          </a:p>
        </p:txBody>
      </p:sp>
      <mc:AlternateContent xmlns:mc="http://schemas.openxmlformats.org/markup-compatibility/2006" xmlns:a14="http://schemas.microsoft.com/office/drawing/2010/main">
        <mc:Choice Requires="a14">
          <p:sp>
            <p:nvSpPr>
              <p:cNvPr id="2" name="内容占位符 2">
                <a:extLst>
                  <a:ext uri="{FF2B5EF4-FFF2-40B4-BE49-F238E27FC236}">
                    <a16:creationId xmlns:a16="http://schemas.microsoft.com/office/drawing/2014/main" id="{8CC131CC-1EAF-8955-DC7A-4B68ECC4205C}"/>
                  </a:ext>
                </a:extLst>
              </p:cNvPr>
              <p:cNvSpPr txBox="1">
                <a:spLocks/>
              </p:cNvSpPr>
              <p:nvPr/>
            </p:nvSpPr>
            <p:spPr bwMode="auto">
              <a:xfrm>
                <a:off x="285750" y="801461"/>
                <a:ext cx="8572500" cy="5894614"/>
              </a:xfrm>
              <a:prstGeom prst="rect">
                <a:avLst/>
              </a:prstGeom>
              <a:noFill/>
              <a:ln>
                <a:noFill/>
              </a:ln>
              <a:extLst>
                <a:ext uri="{909E8E84-426E-40DD-AFC4-6F175D3DCCD1}">
                  <a14:hiddenFill>
                    <a:solidFill>
                      <a:srgbClr val="FFFFFF"/>
                    </a:solidFill>
                  </a14:hiddenFill>
                </a:ext>
                <a:ext uri="{91240B29-F687-4F45-9708-019B960494DF}">
                  <a14:hiddenLine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vl6pPr marL="2514600" indent="-228600" algn="l" rtl="0" fontAlgn="base">
                  <a:spcBef>
                    <a:spcPct val="20000"/>
                  </a:spcBef>
                  <a:spcAft>
                    <a:spcPct val="0"/>
                  </a:spcAft>
                  <a:buChar char="»"/>
                  <a:defRPr sz="2000">
                    <a:solidFill>
                      <a:schemeClr val="tx1"/>
                    </a:solidFill>
                    <a:latin typeface="+mn-lt"/>
                    <a:ea typeface="+mn-ea"/>
                  </a:defRPr>
                </a:lvl6pPr>
                <a:lvl7pPr marL="2971800" indent="-228600" algn="l" rtl="0" fontAlgn="base">
                  <a:spcBef>
                    <a:spcPct val="20000"/>
                  </a:spcBef>
                  <a:spcAft>
                    <a:spcPct val="0"/>
                  </a:spcAft>
                  <a:buChar char="»"/>
                  <a:defRPr sz="2000">
                    <a:solidFill>
                      <a:schemeClr val="tx1"/>
                    </a:solidFill>
                    <a:latin typeface="+mn-lt"/>
                    <a:ea typeface="+mn-ea"/>
                  </a:defRPr>
                </a:lvl7pPr>
                <a:lvl8pPr marL="3429000" indent="-228600" algn="l" rtl="0" fontAlgn="base">
                  <a:spcBef>
                    <a:spcPct val="20000"/>
                  </a:spcBef>
                  <a:spcAft>
                    <a:spcPct val="0"/>
                  </a:spcAft>
                  <a:buChar char="»"/>
                  <a:defRPr sz="2000">
                    <a:solidFill>
                      <a:schemeClr val="tx1"/>
                    </a:solidFill>
                    <a:latin typeface="+mn-lt"/>
                    <a:ea typeface="+mn-ea"/>
                  </a:defRPr>
                </a:lvl8pPr>
                <a:lvl9pPr marL="3886200" indent="-228600" algn="l" rtl="0" fontAlgn="base">
                  <a:spcBef>
                    <a:spcPct val="20000"/>
                  </a:spcBef>
                  <a:spcAft>
                    <a:spcPct val="0"/>
                  </a:spcAft>
                  <a:buChar char="»"/>
                  <a:defRPr sz="2000">
                    <a:solidFill>
                      <a:schemeClr val="tx1"/>
                    </a:solidFill>
                    <a:latin typeface="+mn-lt"/>
                    <a:ea typeface="+mn-ea"/>
                  </a:defRPr>
                </a:lvl9pPr>
              </a:lstStyle>
              <a:p>
                <a:pPr marL="0" indent="0" eaLnBrk="1" hangingPunct="1">
                  <a:buNone/>
                </a:pPr>
                <a:r>
                  <a:rPr lang="zh-CN" altLang="zh-CN" sz="3000" b="1" dirty="0">
                    <a:latin typeface="+mn-ea"/>
                  </a:rPr>
                  <a:t>定理</a:t>
                </a:r>
                <a:r>
                  <a:rPr lang="en-US" altLang="zh-CN" sz="3000" b="1" dirty="0">
                    <a:latin typeface="+mn-ea"/>
                  </a:rPr>
                  <a:t>1</a:t>
                </a:r>
              </a:p>
              <a:p>
                <a:pPr marL="0" indent="0" eaLnBrk="1" hangingPunct="1">
                  <a:buNone/>
                </a:pPr>
                <a:r>
                  <a:rPr lang="zh-CN" altLang="en-US" sz="3000" dirty="0">
                    <a:latin typeface="Cambria" panose="02040503050406030204" pitchFamily="18" charset="0"/>
                  </a:rPr>
                  <a:t>（</a:t>
                </a:r>
                <a:r>
                  <a:rPr lang="en-US" altLang="zh-CN" sz="3000" dirty="0">
                    <a:latin typeface="Cambria" panose="02040503050406030204" pitchFamily="18" charset="0"/>
                  </a:rPr>
                  <a:t>1</a:t>
                </a:r>
                <a:r>
                  <a:rPr lang="zh-CN" altLang="en-US" sz="3000" dirty="0">
                    <a:latin typeface="Cambria" panose="02040503050406030204" pitchFamily="18" charset="0"/>
                  </a:rPr>
                  <a:t>）</a:t>
                </a:r>
                <a14:m>
                  <m:oMath xmlns:m="http://schemas.openxmlformats.org/officeDocument/2006/math">
                    <m:r>
                      <a:rPr lang="en-US" altLang="zh-CN" sz="3000" b="0" i="1" smtClean="0">
                        <a:latin typeface="Cambria Math" panose="02040503050406030204" pitchFamily="18" charset="0"/>
                      </a:rPr>
                      <m:t>𝐶</m:t>
                    </m:r>
                    <m:r>
                      <a:rPr lang="en-US" altLang="zh-CN" sz="3000" b="0" i="1" smtClean="0">
                        <a:latin typeface="Cambria Math" panose="02040503050406030204" pitchFamily="18" charset="0"/>
                      </a:rPr>
                      <m:t>(</m:t>
                    </m:r>
                    <m:r>
                      <a:rPr lang="en-US" altLang="zh-CN" sz="3000" b="0" i="1" smtClean="0">
                        <a:latin typeface="Cambria Math" panose="02040503050406030204" pitchFamily="18" charset="0"/>
                      </a:rPr>
                      <m:t>𝑛</m:t>
                    </m:r>
                    <m:r>
                      <a:rPr lang="zh-CN" altLang="en-US" sz="3000" i="1">
                        <a:latin typeface="Cambria Math" panose="02040503050406030204" pitchFamily="18" charset="0"/>
                      </a:rPr>
                      <m:t>，</m:t>
                    </m:r>
                    <m:r>
                      <a:rPr lang="en-US" altLang="zh-CN" sz="3000" b="0" i="1" smtClean="0">
                        <a:latin typeface="Cambria Math" panose="02040503050406030204" pitchFamily="18" charset="0"/>
                      </a:rPr>
                      <m:t>𝑟</m:t>
                    </m:r>
                    <m:r>
                      <a:rPr lang="en-US" altLang="zh-CN" sz="3000" b="0" i="1" smtClean="0">
                        <a:latin typeface="Cambria Math" panose="02040503050406030204" pitchFamily="18" charset="0"/>
                      </a:rPr>
                      <m:t>)=</m:t>
                    </m:r>
                  </m:oMath>
                </a14:m>
                <a:r>
                  <a:rPr lang="en-US" altLang="zh-CN" sz="3000" dirty="0"/>
                  <a:t> </a:t>
                </a:r>
                <a14:m>
                  <m:oMath xmlns:m="http://schemas.openxmlformats.org/officeDocument/2006/math">
                    <m:r>
                      <a:rPr lang="en-US" altLang="zh-CN" sz="3000" i="1">
                        <a:latin typeface="Cambria Math" panose="02040503050406030204" pitchFamily="18" charset="0"/>
                      </a:rPr>
                      <m:t>𝐶</m:t>
                    </m:r>
                    <m:d>
                      <m:dPr>
                        <m:ctrlPr>
                          <a:rPr lang="en-US" altLang="zh-CN" sz="3000" i="1">
                            <a:latin typeface="Cambria Math" panose="02040503050406030204" pitchFamily="18" charset="0"/>
                          </a:rPr>
                        </m:ctrlPr>
                      </m:dPr>
                      <m:e>
                        <m:r>
                          <a:rPr lang="en-US" altLang="zh-CN" sz="3000" i="1">
                            <a:latin typeface="Cambria Math" panose="02040503050406030204" pitchFamily="18" charset="0"/>
                          </a:rPr>
                          <m:t>𝑛</m:t>
                        </m:r>
                        <m:r>
                          <a:rPr lang="zh-CN" altLang="en-US" sz="3000" i="1">
                            <a:latin typeface="Cambria Math" panose="02040503050406030204" pitchFamily="18" charset="0"/>
                          </a:rPr>
                          <m:t>，</m:t>
                        </m:r>
                        <m:r>
                          <a:rPr lang="en-US" altLang="zh-CN" sz="3000" b="0" i="1" smtClean="0">
                            <a:latin typeface="Cambria Math" panose="02040503050406030204" pitchFamily="18" charset="0"/>
                          </a:rPr>
                          <m:t>𝑛</m:t>
                        </m:r>
                        <m:r>
                          <a:rPr lang="en-US" altLang="zh-CN" sz="3000" b="0" i="1" smtClean="0">
                            <a:latin typeface="Cambria Math" panose="02040503050406030204" pitchFamily="18" charset="0"/>
                          </a:rPr>
                          <m:t>−</m:t>
                        </m:r>
                        <m:r>
                          <a:rPr lang="en-US" altLang="zh-CN" sz="3000" i="1">
                            <a:latin typeface="Cambria Math" panose="02040503050406030204" pitchFamily="18" charset="0"/>
                          </a:rPr>
                          <m:t>𝑟</m:t>
                        </m:r>
                      </m:e>
                    </m:d>
                    <m:r>
                      <a:rPr lang="zh-CN" altLang="en-US" sz="3000" i="1" smtClean="0">
                        <a:latin typeface="Cambria Math" panose="02040503050406030204" pitchFamily="18" charset="0"/>
                      </a:rPr>
                      <m:t>；</m:t>
                    </m:r>
                  </m:oMath>
                </a14:m>
                <a:endParaRPr lang="en-US" altLang="zh-CN" sz="3000" dirty="0"/>
              </a:p>
              <a:p>
                <a:pPr marL="0" indent="0" eaLnBrk="1" hangingPunct="1">
                  <a:buNone/>
                </a:pPr>
                <a:r>
                  <a:rPr lang="zh-CN" altLang="en-US" sz="3000" dirty="0">
                    <a:latin typeface="+mn-ea"/>
                  </a:rPr>
                  <a:t>（</a:t>
                </a:r>
                <a:r>
                  <a:rPr lang="en-US" altLang="zh-CN" sz="3000" dirty="0">
                    <a:latin typeface="+mn-ea"/>
                  </a:rPr>
                  <a:t>2</a:t>
                </a:r>
                <a:r>
                  <a:rPr lang="zh-CN" altLang="en-US" sz="3000" dirty="0">
                    <a:latin typeface="+mn-ea"/>
                  </a:rPr>
                  <a:t>）</a:t>
                </a:r>
                <a14:m>
                  <m:oMath xmlns:m="http://schemas.openxmlformats.org/officeDocument/2006/math">
                    <m:r>
                      <a:rPr lang="en-US" altLang="zh-CN" sz="3000" i="1">
                        <a:latin typeface="Cambria Math" panose="02040503050406030204" pitchFamily="18" charset="0"/>
                      </a:rPr>
                      <m:t>𝐶</m:t>
                    </m:r>
                    <m:r>
                      <a:rPr lang="en-US" altLang="zh-CN" sz="3000" i="1">
                        <a:latin typeface="Cambria Math" panose="02040503050406030204" pitchFamily="18" charset="0"/>
                      </a:rPr>
                      <m:t>(</m:t>
                    </m:r>
                    <m:r>
                      <a:rPr lang="en-US" altLang="zh-CN" sz="3000" i="1">
                        <a:latin typeface="Cambria Math" panose="02040503050406030204" pitchFamily="18" charset="0"/>
                      </a:rPr>
                      <m:t>𝑛</m:t>
                    </m:r>
                    <m:r>
                      <a:rPr lang="zh-CN" altLang="en-US" sz="3000" i="1">
                        <a:latin typeface="Cambria Math" panose="02040503050406030204" pitchFamily="18" charset="0"/>
                      </a:rPr>
                      <m:t>，</m:t>
                    </m:r>
                    <m:r>
                      <a:rPr lang="en-US" altLang="zh-CN" sz="3000" i="1">
                        <a:latin typeface="Cambria Math" panose="02040503050406030204" pitchFamily="18" charset="0"/>
                      </a:rPr>
                      <m:t>𝑟</m:t>
                    </m:r>
                    <m:r>
                      <a:rPr lang="en-US" altLang="zh-CN" sz="3000" i="1">
                        <a:latin typeface="Cambria Math" panose="02040503050406030204" pitchFamily="18" charset="0"/>
                      </a:rPr>
                      <m:t>)=</m:t>
                    </m:r>
                  </m:oMath>
                </a14:m>
                <a:r>
                  <a:rPr lang="en-US" altLang="zh-CN" sz="3000" dirty="0"/>
                  <a:t> </a:t>
                </a:r>
                <a14:m>
                  <m:oMath xmlns:m="http://schemas.openxmlformats.org/officeDocument/2006/math">
                    <m:r>
                      <a:rPr lang="en-US" altLang="zh-CN" sz="3000" i="1">
                        <a:latin typeface="Cambria Math" panose="02040503050406030204" pitchFamily="18" charset="0"/>
                      </a:rPr>
                      <m:t>𝐶</m:t>
                    </m:r>
                    <m:d>
                      <m:dPr>
                        <m:ctrlPr>
                          <a:rPr lang="en-US" altLang="zh-CN" sz="3000" i="1">
                            <a:latin typeface="Cambria Math" panose="02040503050406030204" pitchFamily="18" charset="0"/>
                          </a:rPr>
                        </m:ctrlPr>
                      </m:dPr>
                      <m:e>
                        <m:r>
                          <a:rPr lang="en-US" altLang="zh-CN" sz="3000" i="1">
                            <a:latin typeface="Cambria Math" panose="02040503050406030204" pitchFamily="18" charset="0"/>
                          </a:rPr>
                          <m:t>𝑛</m:t>
                        </m:r>
                        <m:r>
                          <a:rPr lang="en-US" altLang="zh-CN" sz="3000" b="0" i="1" smtClean="0">
                            <a:latin typeface="Cambria Math" panose="02040503050406030204" pitchFamily="18" charset="0"/>
                          </a:rPr>
                          <m:t>−</m:t>
                        </m:r>
                        <m:r>
                          <a:rPr lang="en-US" altLang="zh-CN" sz="3000" i="1">
                            <a:latin typeface="Cambria Math" panose="02040503050406030204" pitchFamily="18" charset="0"/>
                          </a:rPr>
                          <m:t>1</m:t>
                        </m:r>
                        <m:r>
                          <a:rPr lang="zh-CN" altLang="en-US" sz="3000" i="1">
                            <a:latin typeface="Cambria Math" panose="02040503050406030204" pitchFamily="18" charset="0"/>
                          </a:rPr>
                          <m:t>，</m:t>
                        </m:r>
                        <m:r>
                          <a:rPr lang="en-US" altLang="zh-CN" sz="3000" i="1">
                            <a:latin typeface="Cambria Math" panose="02040503050406030204" pitchFamily="18" charset="0"/>
                          </a:rPr>
                          <m:t>𝑟</m:t>
                        </m:r>
                      </m:e>
                    </m:d>
                    <m:r>
                      <a:rPr lang="en-US" altLang="zh-CN" sz="3000" b="0" i="1" smtClean="0">
                        <a:latin typeface="Cambria Math" panose="02040503050406030204" pitchFamily="18" charset="0"/>
                      </a:rPr>
                      <m:t>+</m:t>
                    </m:r>
                    <m:r>
                      <a:rPr lang="en-US" altLang="zh-CN" sz="3000" i="1">
                        <a:latin typeface="Cambria Math" panose="02040503050406030204" pitchFamily="18" charset="0"/>
                      </a:rPr>
                      <m:t>𝐶</m:t>
                    </m:r>
                    <m:d>
                      <m:dPr>
                        <m:ctrlPr>
                          <a:rPr lang="en-US" altLang="zh-CN" sz="3000" i="1">
                            <a:latin typeface="Cambria Math" panose="02040503050406030204" pitchFamily="18" charset="0"/>
                          </a:rPr>
                        </m:ctrlPr>
                      </m:dPr>
                      <m:e>
                        <m:r>
                          <a:rPr lang="en-US" altLang="zh-CN" sz="3000" i="1">
                            <a:latin typeface="Cambria Math" panose="02040503050406030204" pitchFamily="18" charset="0"/>
                          </a:rPr>
                          <m:t>𝑛</m:t>
                        </m:r>
                        <m:r>
                          <a:rPr lang="en-US" altLang="zh-CN" sz="3000" i="1">
                            <a:latin typeface="Cambria Math" panose="02040503050406030204" pitchFamily="18" charset="0"/>
                          </a:rPr>
                          <m:t>−1</m:t>
                        </m:r>
                        <m:r>
                          <a:rPr lang="zh-CN" altLang="en-US" sz="3000" i="1">
                            <a:latin typeface="Cambria Math" panose="02040503050406030204" pitchFamily="18" charset="0"/>
                          </a:rPr>
                          <m:t>，</m:t>
                        </m:r>
                        <m:r>
                          <a:rPr lang="en-US" altLang="zh-CN" sz="3000" i="1">
                            <a:latin typeface="Cambria Math" panose="02040503050406030204" pitchFamily="18" charset="0"/>
                          </a:rPr>
                          <m:t>𝑟</m:t>
                        </m:r>
                        <m:r>
                          <a:rPr lang="en-US" altLang="zh-CN" sz="3000" b="0" i="1" smtClean="0">
                            <a:latin typeface="Cambria Math" panose="02040503050406030204" pitchFamily="18" charset="0"/>
                          </a:rPr>
                          <m:t>−1</m:t>
                        </m:r>
                      </m:e>
                    </m:d>
                    <m:r>
                      <a:rPr lang="zh-CN" altLang="en-US" sz="3000" i="1">
                        <a:latin typeface="Cambria Math" panose="02040503050406030204" pitchFamily="18" charset="0"/>
                      </a:rPr>
                      <m:t>；</m:t>
                    </m:r>
                  </m:oMath>
                </a14:m>
                <a:endParaRPr lang="en-US" altLang="zh-CN" sz="3000" dirty="0">
                  <a:latin typeface="+mn-ea"/>
                </a:endParaRPr>
              </a:p>
              <a:p>
                <a:pPr marL="0" indent="0" eaLnBrk="1" hangingPunct="1">
                  <a:buNone/>
                </a:pPr>
                <a:r>
                  <a:rPr lang="zh-CN" altLang="en-US" sz="3000" dirty="0">
                    <a:latin typeface="+mn-ea"/>
                  </a:rPr>
                  <a:t>（</a:t>
                </a:r>
                <a:r>
                  <a:rPr lang="en-US" altLang="zh-CN" sz="3000" dirty="0">
                    <a:latin typeface="+mn-ea"/>
                  </a:rPr>
                  <a:t>3</a:t>
                </a:r>
                <a:r>
                  <a:rPr lang="zh-CN" altLang="en-US" sz="3000" dirty="0">
                    <a:latin typeface="+mn-ea"/>
                  </a:rPr>
                  <a:t>）</a:t>
                </a:r>
                <a14:m>
                  <m:oMath xmlns:m="http://schemas.openxmlformats.org/officeDocument/2006/math">
                    <m:r>
                      <a:rPr lang="en-US" altLang="zh-CN" sz="3000" i="1">
                        <a:latin typeface="Cambria Math" panose="02040503050406030204" pitchFamily="18" charset="0"/>
                      </a:rPr>
                      <m:t>𝐶</m:t>
                    </m:r>
                    <m:r>
                      <a:rPr lang="en-US" altLang="zh-CN" sz="3000" i="1">
                        <a:latin typeface="Cambria Math" panose="02040503050406030204" pitchFamily="18" charset="0"/>
                      </a:rPr>
                      <m:t>(</m:t>
                    </m:r>
                    <m:r>
                      <a:rPr lang="en-US" altLang="zh-CN" sz="3000" i="1">
                        <a:latin typeface="Cambria Math" panose="02040503050406030204" pitchFamily="18" charset="0"/>
                      </a:rPr>
                      <m:t>𝑛</m:t>
                    </m:r>
                    <m:r>
                      <a:rPr lang="en-US" altLang="zh-CN" sz="3000" b="0" i="1" smtClean="0">
                        <a:latin typeface="Cambria Math" panose="02040503050406030204" pitchFamily="18" charset="0"/>
                      </a:rPr>
                      <m:t>+</m:t>
                    </m:r>
                    <m:r>
                      <a:rPr lang="en-US" altLang="zh-CN" sz="3000" b="0" i="1" smtClean="0">
                        <a:latin typeface="Cambria Math" panose="02040503050406030204" pitchFamily="18" charset="0"/>
                      </a:rPr>
                      <m:t>𝑟</m:t>
                    </m:r>
                    <m:r>
                      <a:rPr lang="en-US" altLang="zh-CN" sz="3000" b="0" i="1" smtClean="0">
                        <a:latin typeface="Cambria Math" panose="02040503050406030204" pitchFamily="18" charset="0"/>
                      </a:rPr>
                      <m:t>+1</m:t>
                    </m:r>
                    <m:r>
                      <a:rPr lang="zh-CN" altLang="en-US" sz="3000" i="1">
                        <a:latin typeface="Cambria Math" panose="02040503050406030204" pitchFamily="18" charset="0"/>
                      </a:rPr>
                      <m:t>，</m:t>
                    </m:r>
                    <m:r>
                      <a:rPr lang="en-US" altLang="zh-CN" sz="3000" i="1">
                        <a:latin typeface="Cambria Math" panose="02040503050406030204" pitchFamily="18" charset="0"/>
                      </a:rPr>
                      <m:t>𝑟</m:t>
                    </m:r>
                    <m:r>
                      <a:rPr lang="en-US" altLang="zh-CN" sz="3000" i="1">
                        <a:latin typeface="Cambria Math" panose="02040503050406030204" pitchFamily="18" charset="0"/>
                      </a:rPr>
                      <m:t>)=</m:t>
                    </m:r>
                  </m:oMath>
                </a14:m>
                <a:r>
                  <a:rPr lang="en-US" altLang="zh-CN" sz="3000" dirty="0"/>
                  <a:t> </a:t>
                </a:r>
                <a14:m>
                  <m:oMath xmlns:m="http://schemas.openxmlformats.org/officeDocument/2006/math">
                    <m:r>
                      <a:rPr lang="en-US" altLang="zh-CN" sz="3000" i="1">
                        <a:latin typeface="Cambria Math" panose="02040503050406030204" pitchFamily="18" charset="0"/>
                      </a:rPr>
                      <m:t>𝐶</m:t>
                    </m:r>
                    <m:d>
                      <m:dPr>
                        <m:ctrlPr>
                          <a:rPr lang="en-US" altLang="zh-CN" sz="3000" i="1">
                            <a:latin typeface="Cambria Math" panose="02040503050406030204" pitchFamily="18" charset="0"/>
                          </a:rPr>
                        </m:ctrlPr>
                      </m:dPr>
                      <m:e>
                        <m:r>
                          <a:rPr lang="en-US" altLang="zh-CN" sz="3000" i="1">
                            <a:latin typeface="Cambria Math" panose="02040503050406030204" pitchFamily="18" charset="0"/>
                          </a:rPr>
                          <m:t>𝑛</m:t>
                        </m:r>
                        <m:r>
                          <a:rPr lang="en-US" altLang="zh-CN" sz="3000" b="0" i="1" smtClean="0">
                            <a:latin typeface="Cambria Math" panose="02040503050406030204" pitchFamily="18" charset="0"/>
                          </a:rPr>
                          <m:t>+</m:t>
                        </m:r>
                        <m:r>
                          <a:rPr lang="en-US" altLang="zh-CN" sz="3000" b="0" i="1" smtClean="0">
                            <a:latin typeface="Cambria Math" panose="02040503050406030204" pitchFamily="18" charset="0"/>
                          </a:rPr>
                          <m:t>𝑟</m:t>
                        </m:r>
                        <m:r>
                          <a:rPr lang="zh-CN" altLang="en-US" sz="3000" i="1">
                            <a:latin typeface="Cambria Math" panose="02040503050406030204" pitchFamily="18" charset="0"/>
                          </a:rPr>
                          <m:t>，</m:t>
                        </m:r>
                        <m:r>
                          <a:rPr lang="en-US" altLang="zh-CN" sz="3000" i="1">
                            <a:latin typeface="Cambria Math" panose="02040503050406030204" pitchFamily="18" charset="0"/>
                          </a:rPr>
                          <m:t>𝑟</m:t>
                        </m:r>
                      </m:e>
                    </m:d>
                    <m:r>
                      <a:rPr lang="en-US" altLang="zh-CN" sz="3000" b="0" i="1" smtClean="0">
                        <a:latin typeface="Cambria Math" panose="02040503050406030204" pitchFamily="18" charset="0"/>
                      </a:rPr>
                      <m:t>+</m:t>
                    </m:r>
                    <m:r>
                      <a:rPr lang="en-US" altLang="zh-CN" sz="3000" i="1">
                        <a:latin typeface="Cambria Math" panose="02040503050406030204" pitchFamily="18" charset="0"/>
                      </a:rPr>
                      <m:t>𝐶</m:t>
                    </m:r>
                    <m:d>
                      <m:dPr>
                        <m:ctrlPr>
                          <a:rPr lang="en-US" altLang="zh-CN" sz="3000" i="1">
                            <a:latin typeface="Cambria Math" panose="02040503050406030204" pitchFamily="18" charset="0"/>
                          </a:rPr>
                        </m:ctrlPr>
                      </m:dPr>
                      <m:e>
                        <m:r>
                          <a:rPr lang="en-US" altLang="zh-CN" sz="3000" i="1">
                            <a:latin typeface="Cambria Math" panose="02040503050406030204" pitchFamily="18" charset="0"/>
                          </a:rPr>
                          <m:t>𝑛</m:t>
                        </m:r>
                        <m:r>
                          <a:rPr lang="en-US" altLang="zh-CN" sz="3000" i="1">
                            <a:latin typeface="Cambria Math" panose="02040503050406030204" pitchFamily="18" charset="0"/>
                          </a:rPr>
                          <m:t>+</m:t>
                        </m:r>
                        <m:r>
                          <a:rPr lang="en-US" altLang="zh-CN" sz="3000" i="1">
                            <a:latin typeface="Cambria Math" panose="02040503050406030204" pitchFamily="18" charset="0"/>
                          </a:rPr>
                          <m:t>𝑟</m:t>
                        </m:r>
                        <m:r>
                          <a:rPr lang="en-US" altLang="zh-CN" sz="3000" b="0" i="1" smtClean="0">
                            <a:latin typeface="Cambria Math" panose="02040503050406030204" pitchFamily="18" charset="0"/>
                          </a:rPr>
                          <m:t>−1</m:t>
                        </m:r>
                        <m:r>
                          <a:rPr lang="zh-CN" altLang="en-US" sz="3000" i="1">
                            <a:latin typeface="Cambria Math" panose="02040503050406030204" pitchFamily="18" charset="0"/>
                          </a:rPr>
                          <m:t>，</m:t>
                        </m:r>
                        <m:r>
                          <a:rPr lang="en-US" altLang="zh-CN" sz="3000" i="1">
                            <a:latin typeface="Cambria Math" panose="02040503050406030204" pitchFamily="18" charset="0"/>
                          </a:rPr>
                          <m:t>𝑟</m:t>
                        </m:r>
                        <m:r>
                          <a:rPr lang="en-US" altLang="zh-CN" sz="3000" b="0" i="1" smtClean="0">
                            <a:latin typeface="Cambria Math" panose="02040503050406030204" pitchFamily="18" charset="0"/>
                          </a:rPr>
                          <m:t>−1</m:t>
                        </m:r>
                      </m:e>
                    </m:d>
                    <m:r>
                      <a:rPr lang="en-US" altLang="zh-CN" sz="3000" i="1">
                        <a:latin typeface="Cambria Math" panose="02040503050406030204" pitchFamily="18" charset="0"/>
                      </a:rPr>
                      <m:t>+</m:t>
                    </m:r>
                    <m:r>
                      <a:rPr lang="en-US" altLang="zh-CN" sz="3000" i="1">
                        <a:latin typeface="Cambria Math" panose="02040503050406030204" pitchFamily="18" charset="0"/>
                      </a:rPr>
                      <m:t>𝐶</m:t>
                    </m:r>
                    <m:d>
                      <m:dPr>
                        <m:ctrlPr>
                          <a:rPr lang="en-US" altLang="zh-CN" sz="3000" i="1">
                            <a:latin typeface="Cambria Math" panose="02040503050406030204" pitchFamily="18" charset="0"/>
                          </a:rPr>
                        </m:ctrlPr>
                      </m:dPr>
                      <m:e>
                        <m:r>
                          <a:rPr lang="en-US" altLang="zh-CN" sz="3000" i="1">
                            <a:latin typeface="Cambria Math" panose="02040503050406030204" pitchFamily="18" charset="0"/>
                          </a:rPr>
                          <m:t>𝑛</m:t>
                        </m:r>
                        <m:r>
                          <a:rPr lang="en-US" altLang="zh-CN" sz="3000" i="1">
                            <a:latin typeface="Cambria Math" panose="02040503050406030204" pitchFamily="18" charset="0"/>
                          </a:rPr>
                          <m:t>+</m:t>
                        </m:r>
                        <m:r>
                          <a:rPr lang="en-US" altLang="zh-CN" sz="3000" i="1">
                            <a:latin typeface="Cambria Math" panose="02040503050406030204" pitchFamily="18" charset="0"/>
                          </a:rPr>
                          <m:t>𝑟</m:t>
                        </m:r>
                        <m:r>
                          <a:rPr lang="en-US" altLang="zh-CN" sz="3000" i="1">
                            <a:latin typeface="Cambria Math" panose="02040503050406030204" pitchFamily="18" charset="0"/>
                          </a:rPr>
                          <m:t>−2</m:t>
                        </m:r>
                        <m:r>
                          <a:rPr lang="zh-CN" altLang="en-US" sz="3000" i="1">
                            <a:latin typeface="Cambria Math" panose="02040503050406030204" pitchFamily="18" charset="0"/>
                          </a:rPr>
                          <m:t>，</m:t>
                        </m:r>
                        <m:r>
                          <a:rPr lang="en-US" altLang="zh-CN" sz="3000" i="1">
                            <a:latin typeface="Cambria Math" panose="02040503050406030204" pitchFamily="18" charset="0"/>
                          </a:rPr>
                          <m:t>𝑟</m:t>
                        </m:r>
                        <m:r>
                          <a:rPr lang="en-US" altLang="zh-CN" sz="3000" i="1">
                            <a:latin typeface="Cambria Math" panose="02040503050406030204" pitchFamily="18" charset="0"/>
                          </a:rPr>
                          <m:t>−2</m:t>
                        </m:r>
                      </m:e>
                    </m:d>
                    <m:r>
                      <a:rPr lang="en-US" altLang="zh-CN" sz="3000" b="0" i="1" smtClean="0">
                        <a:latin typeface="Cambria Math" panose="02040503050406030204" pitchFamily="18" charset="0"/>
                      </a:rPr>
                      <m:t>+</m:t>
                    </m:r>
                    <m:r>
                      <a:rPr lang="en-US" altLang="zh-CN" sz="3000" b="0" i="1" smtClean="0">
                        <a:latin typeface="Cambria Math" panose="02040503050406030204" pitchFamily="18" charset="0"/>
                        <a:ea typeface="Cambria Math" panose="02040503050406030204" pitchFamily="18" charset="0"/>
                      </a:rPr>
                      <m:t>⋯</m:t>
                    </m:r>
                    <m:r>
                      <a:rPr lang="en-US" altLang="zh-CN" sz="3000" b="0" i="1" smtClean="0">
                        <a:latin typeface="Cambria Math" panose="02040503050406030204" pitchFamily="18" charset="0"/>
                      </a:rPr>
                      <m:t>+</m:t>
                    </m:r>
                    <m:r>
                      <a:rPr lang="en-US" altLang="zh-CN" sz="3000" i="1">
                        <a:latin typeface="Cambria Math" panose="02040503050406030204" pitchFamily="18" charset="0"/>
                      </a:rPr>
                      <m:t>𝐶</m:t>
                    </m:r>
                    <m:d>
                      <m:dPr>
                        <m:ctrlPr>
                          <a:rPr lang="en-US" altLang="zh-CN" sz="3000" i="1">
                            <a:latin typeface="Cambria Math" panose="02040503050406030204" pitchFamily="18" charset="0"/>
                          </a:rPr>
                        </m:ctrlPr>
                      </m:dPr>
                      <m:e>
                        <m:r>
                          <a:rPr lang="en-US" altLang="zh-CN" sz="3000" i="1">
                            <a:latin typeface="Cambria Math" panose="02040503050406030204" pitchFamily="18" charset="0"/>
                          </a:rPr>
                          <m:t>𝑛</m:t>
                        </m:r>
                        <m:r>
                          <a:rPr lang="zh-CN" altLang="en-US" sz="3000" i="1">
                            <a:latin typeface="Cambria Math" panose="02040503050406030204" pitchFamily="18" charset="0"/>
                          </a:rPr>
                          <m:t>，</m:t>
                        </m:r>
                        <m:r>
                          <a:rPr lang="en-US" altLang="zh-CN" sz="3000" b="0" i="1" smtClean="0">
                            <a:latin typeface="Cambria Math" panose="02040503050406030204" pitchFamily="18" charset="0"/>
                          </a:rPr>
                          <m:t>0</m:t>
                        </m:r>
                      </m:e>
                    </m:d>
                    <m:r>
                      <a:rPr lang="zh-CN" altLang="en-US" sz="3000" i="1" smtClean="0">
                        <a:latin typeface="Cambria Math" panose="02040503050406030204" pitchFamily="18" charset="0"/>
                      </a:rPr>
                      <m:t>。</m:t>
                    </m:r>
                  </m:oMath>
                </a14:m>
                <a:endParaRPr lang="en-US" altLang="zh-CN" sz="3000" dirty="0">
                  <a:latin typeface="+mn-ea"/>
                </a:endParaRPr>
              </a:p>
              <a:p>
                <a:pPr marL="0" indent="0" eaLnBrk="1" hangingPunct="1">
                  <a:buNone/>
                </a:pPr>
                <a:r>
                  <a:rPr lang="zh-CN" altLang="zh-CN" sz="3000" b="1" dirty="0">
                    <a:latin typeface="+mn-ea"/>
                  </a:rPr>
                  <a:t>定理</a:t>
                </a:r>
                <a:r>
                  <a:rPr lang="en-US" altLang="zh-CN" sz="3000" b="1" dirty="0">
                    <a:latin typeface="+mn-ea"/>
                  </a:rPr>
                  <a:t>1</a:t>
                </a:r>
                <a:r>
                  <a:rPr lang="zh-CN" altLang="en-US" sz="3000" b="1" dirty="0">
                    <a:latin typeface="+mn-ea"/>
                  </a:rPr>
                  <a:t>证明</a:t>
                </a:r>
                <a:r>
                  <a:rPr lang="en-US" altLang="zh-CN" sz="3000" b="1" dirty="0">
                    <a:latin typeface="+mn-ea"/>
                  </a:rPr>
                  <a:t>.</a:t>
                </a:r>
              </a:p>
              <a:p>
                <a:pPr marL="0" indent="0" eaLnBrk="1" hangingPunct="1">
                  <a:buNone/>
                </a:pPr>
                <a:r>
                  <a:rPr lang="zh-CN" altLang="en-US" sz="3000" dirty="0">
                    <a:latin typeface="+mn-ea"/>
                  </a:rPr>
                  <a:t>（</a:t>
                </a:r>
                <a:r>
                  <a:rPr lang="en-US" altLang="zh-CN" sz="3000" dirty="0">
                    <a:latin typeface="+mn-ea"/>
                  </a:rPr>
                  <a:t>1</a:t>
                </a:r>
                <a:r>
                  <a:rPr lang="zh-CN" altLang="en-US" sz="3000" dirty="0">
                    <a:latin typeface="+mn-ea"/>
                  </a:rPr>
                  <a:t>）从</a:t>
                </a:r>
                <a14:m>
                  <m:oMath xmlns:m="http://schemas.openxmlformats.org/officeDocument/2006/math">
                    <m:r>
                      <a:rPr lang="en-US" altLang="zh-CN" sz="3000" i="1">
                        <a:latin typeface="Cambria Math" panose="02040503050406030204" pitchFamily="18" charset="0"/>
                      </a:rPr>
                      <m:t>𝑛</m:t>
                    </m:r>
                  </m:oMath>
                </a14:m>
                <a:r>
                  <a:rPr lang="zh-CN" altLang="en-US" sz="3000" dirty="0">
                    <a:latin typeface="+mn-ea"/>
                  </a:rPr>
                  <a:t>个不同的元素中取出</a:t>
                </a:r>
                <a14:m>
                  <m:oMath xmlns:m="http://schemas.openxmlformats.org/officeDocument/2006/math">
                    <m:r>
                      <a:rPr lang="en-US" altLang="zh-CN" sz="3000" i="1">
                        <a:latin typeface="Cambria Math" panose="02040503050406030204" pitchFamily="18" charset="0"/>
                      </a:rPr>
                      <m:t>𝑟</m:t>
                    </m:r>
                  </m:oMath>
                </a14:m>
                <a:r>
                  <a:rPr lang="zh-CN" altLang="en-US" sz="3000" dirty="0">
                    <a:latin typeface="+mn-ea"/>
                  </a:rPr>
                  <a:t>个元素，余下的元素的个数为</a:t>
                </a:r>
                <a14:m>
                  <m:oMath xmlns:m="http://schemas.openxmlformats.org/officeDocument/2006/math">
                    <m:r>
                      <a:rPr lang="en-US" altLang="zh-CN" sz="3000" i="1">
                        <a:latin typeface="Cambria Math" panose="02040503050406030204" pitchFamily="18" charset="0"/>
                      </a:rPr>
                      <m:t>𝑛</m:t>
                    </m:r>
                    <m:r>
                      <a:rPr lang="en-US" altLang="zh-CN" sz="3000" b="0" i="1" smtClean="0">
                        <a:latin typeface="Cambria Math" panose="02040503050406030204" pitchFamily="18" charset="0"/>
                      </a:rPr>
                      <m:t>−</m:t>
                    </m:r>
                    <m:r>
                      <a:rPr lang="en-US" altLang="zh-CN" sz="3000" b="0" i="1" smtClean="0">
                        <a:latin typeface="Cambria Math" panose="02040503050406030204" pitchFamily="18" charset="0"/>
                      </a:rPr>
                      <m:t>𝑟</m:t>
                    </m:r>
                  </m:oMath>
                </a14:m>
                <a:r>
                  <a:rPr lang="zh-CN" altLang="en-US" sz="3000" dirty="0">
                    <a:latin typeface="+mn-ea"/>
                  </a:rPr>
                  <a:t>个。因此，从</a:t>
                </a:r>
                <a14:m>
                  <m:oMath xmlns:m="http://schemas.openxmlformats.org/officeDocument/2006/math">
                    <m:r>
                      <a:rPr lang="en-US" altLang="zh-CN" sz="3000" i="1">
                        <a:latin typeface="Cambria Math" panose="02040503050406030204" pitchFamily="18" charset="0"/>
                      </a:rPr>
                      <m:t>𝑛</m:t>
                    </m:r>
                  </m:oMath>
                </a14:m>
                <a:r>
                  <a:rPr lang="zh-CN" altLang="en-US" sz="3000" dirty="0">
                    <a:latin typeface="+mn-ea"/>
                  </a:rPr>
                  <a:t>取</a:t>
                </a:r>
                <a14:m>
                  <m:oMath xmlns:m="http://schemas.openxmlformats.org/officeDocument/2006/math">
                    <m:r>
                      <a:rPr lang="en-US" altLang="zh-CN" sz="3000" i="1">
                        <a:latin typeface="Cambria Math" panose="02040503050406030204" pitchFamily="18" charset="0"/>
                      </a:rPr>
                      <m:t>𝑟</m:t>
                    </m:r>
                  </m:oMath>
                </a14:m>
                <a:r>
                  <a:rPr lang="zh-CN" altLang="en-US" sz="3000" dirty="0">
                    <a:latin typeface="+mn-ea"/>
                  </a:rPr>
                  <a:t>个元素的取法一一对应。得证。</a:t>
                </a:r>
                <a:endParaRPr lang="en-US" altLang="zh-CN" sz="3000" dirty="0">
                  <a:latin typeface="+mn-ea"/>
                </a:endParaRPr>
              </a:p>
              <a:p>
                <a:pPr marL="0" indent="0" eaLnBrk="1" hangingPunct="1">
                  <a:buNone/>
                </a:pPr>
                <a:r>
                  <a:rPr lang="zh-CN" altLang="en-US" dirty="0">
                    <a:latin typeface="+mn-ea"/>
                  </a:rPr>
                  <a:t>（</a:t>
                </a:r>
                <a:r>
                  <a:rPr lang="en-US" altLang="zh-CN" dirty="0">
                    <a:latin typeface="+mn-ea"/>
                  </a:rPr>
                  <a:t>2</a:t>
                </a:r>
                <a:r>
                  <a:rPr lang="zh-CN" altLang="en-US" dirty="0">
                    <a:latin typeface="+mn-ea"/>
                  </a:rPr>
                  <a:t>）从</a:t>
                </a:r>
                <a14:m>
                  <m:oMath xmlns:m="http://schemas.openxmlformats.org/officeDocument/2006/math">
                    <m:r>
                      <a:rPr lang="en-US" altLang="zh-CN" i="1">
                        <a:latin typeface="Cambria Math" panose="02040503050406030204" pitchFamily="18" charset="0"/>
                      </a:rPr>
                      <m:t>𝑛</m:t>
                    </m:r>
                  </m:oMath>
                </a14:m>
                <a:r>
                  <a:rPr lang="zh-CN" altLang="en-US" dirty="0">
                    <a:latin typeface="+mn-ea"/>
                  </a:rPr>
                  <a:t>个不同的元素中取出</a:t>
                </a:r>
                <a14:m>
                  <m:oMath xmlns:m="http://schemas.openxmlformats.org/officeDocument/2006/math">
                    <m:r>
                      <a:rPr lang="en-US" altLang="zh-CN" i="1">
                        <a:latin typeface="Cambria Math" panose="02040503050406030204" pitchFamily="18" charset="0"/>
                      </a:rPr>
                      <m:t>𝑟</m:t>
                    </m:r>
                  </m:oMath>
                </a14:m>
                <a:r>
                  <a:rPr lang="zh-CN" altLang="en-US" dirty="0">
                    <a:latin typeface="+mn-ea"/>
                  </a:rPr>
                  <a:t>个元素的组合的全体，可以恰好划分为两个不相交集合，一类</a:t>
                </a:r>
                <a:endParaRPr lang="en-US" altLang="zh-CN" sz="2900" dirty="0">
                  <a:latin typeface="+mn-ea"/>
                </a:endParaRPr>
              </a:p>
              <a:p>
                <a:pPr marL="0" indent="0" eaLnBrk="1" hangingPunct="1">
                  <a:buNone/>
                </a:pPr>
                <a:endParaRPr lang="en-US" altLang="zh-CN" sz="2900" dirty="0">
                  <a:latin typeface="+mn-ea"/>
                </a:endParaRPr>
              </a:p>
              <a:p>
                <a:pPr marL="0" indent="0" eaLnBrk="1" hangingPunct="1">
                  <a:buNone/>
                </a:pPr>
                <a:endParaRPr lang="en-US" altLang="zh-CN" sz="2900" dirty="0">
                  <a:latin typeface="+mn-ea"/>
                </a:endParaRPr>
              </a:p>
            </p:txBody>
          </p:sp>
        </mc:Choice>
        <mc:Fallback xmlns="">
          <p:sp>
            <p:nvSpPr>
              <p:cNvPr id="2" name="内容占位符 2">
                <a:extLst>
                  <a:ext uri="{FF2B5EF4-FFF2-40B4-BE49-F238E27FC236}">
                    <a16:creationId xmlns:a16="http://schemas.microsoft.com/office/drawing/2014/main" id="{8CC131CC-1EAF-8955-DC7A-4B68ECC4205C}"/>
                  </a:ext>
                </a:extLst>
              </p:cNvPr>
              <p:cNvSpPr txBox="1">
                <a:spLocks noRot="1" noChangeAspect="1" noMove="1" noResize="1" noEditPoints="1" noAdjustHandles="1" noChangeArrowheads="1" noChangeShapeType="1" noTextEdit="1"/>
              </p:cNvSpPr>
              <p:nvPr/>
            </p:nvSpPr>
            <p:spPr bwMode="auto">
              <a:xfrm>
                <a:off x="285750" y="801461"/>
                <a:ext cx="8572500" cy="5894614"/>
              </a:xfrm>
              <a:prstGeom prst="rect">
                <a:avLst/>
              </a:prstGeom>
              <a:blipFill>
                <a:blip r:embed="rId3"/>
                <a:stretch>
                  <a:fillRect l="-1849" t="-1344" r="-1707" b="-724"/>
                </a:stretch>
              </a:blip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zh-CN" altLang="en-US">
                    <a:noFill/>
                  </a:rPr>
                  <a:t> </a:t>
                </a:r>
              </a:p>
            </p:txBody>
          </p:sp>
        </mc:Fallback>
      </mc:AlternateContent>
    </p:spTree>
    <p:extLst>
      <p:ext uri="{BB962C8B-B14F-4D97-AF65-F5344CB8AC3E}">
        <p14:creationId xmlns:p14="http://schemas.microsoft.com/office/powerpoint/2010/main" val="371955517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6" name="Rectangle 2">
            <a:extLst>
              <a:ext uri="{FF2B5EF4-FFF2-40B4-BE49-F238E27FC236}">
                <a16:creationId xmlns:a16="http://schemas.microsoft.com/office/drawing/2014/main" id="{7EE9477B-BA8E-E652-9BB6-15A35211F225}"/>
              </a:ext>
            </a:extLst>
          </p:cNvPr>
          <p:cNvSpPr>
            <a:spLocks noGrp="1" noChangeArrowheads="1"/>
          </p:cNvSpPr>
          <p:nvPr>
            <p:ph type="body" idx="1"/>
          </p:nvPr>
        </p:nvSpPr>
        <p:spPr>
          <a:xfrm>
            <a:off x="285750" y="161925"/>
            <a:ext cx="3829050" cy="676275"/>
          </a:xfrm>
        </p:spPr>
        <p:txBody>
          <a:bodyPr/>
          <a:lstStyle/>
          <a:p>
            <a:pPr eaLnBrk="1" hangingPunct="1">
              <a:buFontTx/>
              <a:buNone/>
            </a:pPr>
            <a:r>
              <a:rPr lang="en-US" altLang="zh-CN" dirty="0"/>
              <a:t>2 </a:t>
            </a:r>
            <a:r>
              <a:rPr lang="zh-CN" altLang="en-US" dirty="0"/>
              <a:t>排列与组合（续）</a:t>
            </a:r>
            <a:endParaRPr lang="en-US" altLang="zh-CN" dirty="0"/>
          </a:p>
        </p:txBody>
      </p:sp>
      <mc:AlternateContent xmlns:mc="http://schemas.openxmlformats.org/markup-compatibility/2006" xmlns:a14="http://schemas.microsoft.com/office/drawing/2010/main">
        <mc:Choice Requires="a14">
          <p:sp>
            <p:nvSpPr>
              <p:cNvPr id="2" name="文本框 1">
                <a:extLst>
                  <a:ext uri="{FF2B5EF4-FFF2-40B4-BE49-F238E27FC236}">
                    <a16:creationId xmlns:a16="http://schemas.microsoft.com/office/drawing/2014/main" id="{9B1A2987-487C-6825-B91F-66FE5F5C4A3D}"/>
                  </a:ext>
                </a:extLst>
              </p:cNvPr>
              <p:cNvSpPr txBox="1"/>
              <p:nvPr/>
            </p:nvSpPr>
            <p:spPr>
              <a:xfrm>
                <a:off x="258536" y="892629"/>
                <a:ext cx="8558893" cy="5256695"/>
              </a:xfrm>
              <a:prstGeom prst="rect">
                <a:avLst/>
              </a:prstGeom>
              <a:noFill/>
            </p:spPr>
            <p:txBody>
              <a:bodyPr wrap="square" rtlCol="0">
                <a:spAutoFit/>
              </a:bodyPr>
              <a:lstStyle/>
              <a:p>
                <a:pPr eaLnBrk="1" hangingPunct="1">
                  <a:lnSpc>
                    <a:spcPct val="150000"/>
                  </a:lnSpc>
                </a:pPr>
                <a:r>
                  <a:rPr lang="zh-CN" altLang="en-US" sz="3200" dirty="0"/>
                  <a:t>（</a:t>
                </a:r>
                <a:r>
                  <a:rPr lang="en-US" altLang="zh-CN" sz="2800" dirty="0"/>
                  <a:t>2</a:t>
                </a:r>
                <a:r>
                  <a:rPr lang="zh-CN" altLang="en-US" sz="2800" dirty="0"/>
                  <a:t>）（续）</a:t>
                </a:r>
                <a:r>
                  <a:rPr lang="zh-CN" altLang="en-US" sz="2800" dirty="0">
                    <a:latin typeface="+mn-ea"/>
                  </a:rPr>
                  <a:t>是含有某个元素的</a:t>
                </a:r>
                <a:r>
                  <a:rPr lang="zh-CN" altLang="en-US" sz="2800" dirty="0">
                    <a:latin typeface="Cambria" panose="02040503050406030204" pitchFamily="18" charset="0"/>
                  </a:rPr>
                  <a:t>组合，这样组合的数量是</a:t>
                </a:r>
                <a14:m>
                  <m:oMath xmlns:m="http://schemas.openxmlformats.org/officeDocument/2006/math">
                    <m:r>
                      <a:rPr lang="en-US" altLang="zh-CN" sz="2800" i="1">
                        <a:latin typeface="Cambria Math" panose="02040503050406030204" pitchFamily="18" charset="0"/>
                      </a:rPr>
                      <m:t>𝐶</m:t>
                    </m:r>
                    <m:d>
                      <m:dPr>
                        <m:ctrlPr>
                          <a:rPr lang="en-US" altLang="zh-CN" sz="2800" i="1">
                            <a:latin typeface="Cambria Math" panose="02040503050406030204" pitchFamily="18" charset="0"/>
                          </a:rPr>
                        </m:ctrlPr>
                      </m:dPr>
                      <m:e>
                        <m:r>
                          <a:rPr lang="en-US" altLang="zh-CN" sz="2800" i="1">
                            <a:latin typeface="Cambria Math" panose="02040503050406030204" pitchFamily="18" charset="0"/>
                          </a:rPr>
                          <m:t>𝑛</m:t>
                        </m:r>
                        <m:r>
                          <a:rPr lang="en-US" altLang="zh-CN" sz="2800" i="1">
                            <a:latin typeface="Cambria Math" panose="02040503050406030204" pitchFamily="18" charset="0"/>
                          </a:rPr>
                          <m:t>−1</m:t>
                        </m:r>
                        <m:r>
                          <a:rPr lang="zh-CN" altLang="en-US" sz="2800" i="1">
                            <a:latin typeface="Cambria Math" panose="02040503050406030204" pitchFamily="18" charset="0"/>
                          </a:rPr>
                          <m:t>，</m:t>
                        </m:r>
                        <m:r>
                          <a:rPr lang="en-US" altLang="zh-CN" sz="2800" i="1">
                            <a:latin typeface="Cambria Math" panose="02040503050406030204" pitchFamily="18" charset="0"/>
                          </a:rPr>
                          <m:t>𝑟</m:t>
                        </m:r>
                        <m:r>
                          <a:rPr lang="en-US" altLang="zh-CN" sz="2800" i="1">
                            <a:latin typeface="Cambria Math" panose="02040503050406030204" pitchFamily="18" charset="0"/>
                          </a:rPr>
                          <m:t>−1</m:t>
                        </m:r>
                      </m:e>
                    </m:d>
                  </m:oMath>
                </a14:m>
                <a:r>
                  <a:rPr lang="zh-CN" altLang="en-US" sz="2800" dirty="0">
                    <a:latin typeface="Cambria" panose="02040503050406030204" pitchFamily="18" charset="0"/>
                  </a:rPr>
                  <a:t>；另一类是不含这个元素的组合，这样组合的数量是</a:t>
                </a:r>
                <a14:m>
                  <m:oMath xmlns:m="http://schemas.openxmlformats.org/officeDocument/2006/math">
                    <m:r>
                      <a:rPr lang="en-US" altLang="zh-CN" sz="2800" i="1">
                        <a:latin typeface="Cambria Math" panose="02040503050406030204" pitchFamily="18" charset="0"/>
                      </a:rPr>
                      <m:t>𝐶</m:t>
                    </m:r>
                    <m:d>
                      <m:dPr>
                        <m:ctrlPr>
                          <a:rPr lang="en-US" altLang="zh-CN" sz="2800" i="1">
                            <a:latin typeface="Cambria Math" panose="02040503050406030204" pitchFamily="18" charset="0"/>
                          </a:rPr>
                        </m:ctrlPr>
                      </m:dPr>
                      <m:e>
                        <m:r>
                          <a:rPr lang="en-US" altLang="zh-CN" sz="2800" i="1">
                            <a:latin typeface="Cambria Math" panose="02040503050406030204" pitchFamily="18" charset="0"/>
                          </a:rPr>
                          <m:t>𝑛</m:t>
                        </m:r>
                        <m:r>
                          <a:rPr lang="en-US" altLang="zh-CN" sz="2800" i="1">
                            <a:latin typeface="Cambria Math" panose="02040503050406030204" pitchFamily="18" charset="0"/>
                          </a:rPr>
                          <m:t>−1</m:t>
                        </m:r>
                        <m:r>
                          <a:rPr lang="zh-CN" altLang="en-US" sz="2800" i="1">
                            <a:latin typeface="Cambria Math" panose="02040503050406030204" pitchFamily="18" charset="0"/>
                          </a:rPr>
                          <m:t>，</m:t>
                        </m:r>
                        <m:r>
                          <a:rPr lang="en-US" altLang="zh-CN" sz="2800" i="1">
                            <a:latin typeface="Cambria Math" panose="02040503050406030204" pitchFamily="18" charset="0"/>
                          </a:rPr>
                          <m:t>𝑟</m:t>
                        </m:r>
                      </m:e>
                    </m:d>
                    <m:r>
                      <a:rPr lang="en-US" altLang="zh-CN" sz="2800" i="1">
                        <a:latin typeface="Cambria Math" panose="02040503050406030204" pitchFamily="18" charset="0"/>
                      </a:rPr>
                      <m:t> </m:t>
                    </m:r>
                  </m:oMath>
                </a14:m>
                <a:r>
                  <a:rPr lang="zh-CN" altLang="en-US" sz="2800" dirty="0">
                    <a:latin typeface="Cambria" panose="02040503050406030204" pitchFamily="18" charset="0"/>
                  </a:rPr>
                  <a:t>。因此，</a:t>
                </a:r>
                <a14:m>
                  <m:oMath xmlns:m="http://schemas.openxmlformats.org/officeDocument/2006/math">
                    <m:r>
                      <a:rPr lang="en-US" altLang="zh-CN" sz="2800" i="1">
                        <a:latin typeface="Cambria Math" panose="02040503050406030204" pitchFamily="18" charset="0"/>
                      </a:rPr>
                      <m:t>𝐶</m:t>
                    </m:r>
                    <m:r>
                      <a:rPr lang="en-US" altLang="zh-CN" sz="2800" i="1">
                        <a:latin typeface="Cambria Math" panose="02040503050406030204" pitchFamily="18" charset="0"/>
                      </a:rPr>
                      <m:t>(</m:t>
                    </m:r>
                    <m:r>
                      <a:rPr lang="en-US" altLang="zh-CN" sz="2800" i="1">
                        <a:latin typeface="Cambria Math" panose="02040503050406030204" pitchFamily="18" charset="0"/>
                      </a:rPr>
                      <m:t>𝑛</m:t>
                    </m:r>
                    <m:r>
                      <a:rPr lang="zh-CN" altLang="en-US" sz="2800" i="1">
                        <a:latin typeface="Cambria Math" panose="02040503050406030204" pitchFamily="18" charset="0"/>
                      </a:rPr>
                      <m:t>，</m:t>
                    </m:r>
                    <m:r>
                      <a:rPr lang="en-US" altLang="zh-CN" sz="2800" i="1">
                        <a:latin typeface="Cambria Math" panose="02040503050406030204" pitchFamily="18" charset="0"/>
                      </a:rPr>
                      <m:t>𝑟</m:t>
                    </m:r>
                    <m:r>
                      <a:rPr lang="en-US" altLang="zh-CN" sz="2800" i="1">
                        <a:latin typeface="Cambria Math" panose="02040503050406030204" pitchFamily="18" charset="0"/>
                      </a:rPr>
                      <m:t>)=</m:t>
                    </m:r>
                  </m:oMath>
                </a14:m>
                <a:r>
                  <a:rPr lang="en-US" altLang="zh-CN" sz="2800" dirty="0"/>
                  <a:t> </a:t>
                </a:r>
                <a14:m>
                  <m:oMath xmlns:m="http://schemas.openxmlformats.org/officeDocument/2006/math">
                    <m:r>
                      <a:rPr lang="en-US" altLang="zh-CN" sz="2800" i="1">
                        <a:latin typeface="Cambria Math" panose="02040503050406030204" pitchFamily="18" charset="0"/>
                      </a:rPr>
                      <m:t>𝐶</m:t>
                    </m:r>
                    <m:d>
                      <m:dPr>
                        <m:ctrlPr>
                          <a:rPr lang="en-US" altLang="zh-CN" sz="2800" i="1">
                            <a:latin typeface="Cambria Math" panose="02040503050406030204" pitchFamily="18" charset="0"/>
                          </a:rPr>
                        </m:ctrlPr>
                      </m:dPr>
                      <m:e>
                        <m:r>
                          <a:rPr lang="en-US" altLang="zh-CN" sz="2800" i="1">
                            <a:latin typeface="Cambria Math" panose="02040503050406030204" pitchFamily="18" charset="0"/>
                          </a:rPr>
                          <m:t>𝑛</m:t>
                        </m:r>
                        <m:r>
                          <a:rPr lang="en-US" altLang="zh-CN" sz="2800" i="1">
                            <a:latin typeface="Cambria Math" panose="02040503050406030204" pitchFamily="18" charset="0"/>
                          </a:rPr>
                          <m:t>−1</m:t>
                        </m:r>
                        <m:r>
                          <a:rPr lang="zh-CN" altLang="en-US" sz="2800" i="1">
                            <a:latin typeface="Cambria Math" panose="02040503050406030204" pitchFamily="18" charset="0"/>
                          </a:rPr>
                          <m:t>，</m:t>
                        </m:r>
                        <m:r>
                          <a:rPr lang="en-US" altLang="zh-CN" sz="2800" i="1">
                            <a:latin typeface="Cambria Math" panose="02040503050406030204" pitchFamily="18" charset="0"/>
                          </a:rPr>
                          <m:t>𝑟</m:t>
                        </m:r>
                      </m:e>
                    </m:d>
                    <m:r>
                      <a:rPr lang="en-US" altLang="zh-CN" sz="2800" i="1">
                        <a:latin typeface="Cambria Math" panose="02040503050406030204" pitchFamily="18" charset="0"/>
                      </a:rPr>
                      <m:t>+</m:t>
                    </m:r>
                    <m:r>
                      <a:rPr lang="en-US" altLang="zh-CN" sz="2800" i="1">
                        <a:latin typeface="Cambria Math" panose="02040503050406030204" pitchFamily="18" charset="0"/>
                      </a:rPr>
                      <m:t>𝐶</m:t>
                    </m:r>
                    <m:d>
                      <m:dPr>
                        <m:ctrlPr>
                          <a:rPr lang="en-US" altLang="zh-CN" sz="2800" i="1">
                            <a:latin typeface="Cambria Math" panose="02040503050406030204" pitchFamily="18" charset="0"/>
                          </a:rPr>
                        </m:ctrlPr>
                      </m:dPr>
                      <m:e>
                        <m:r>
                          <a:rPr lang="en-US" altLang="zh-CN" sz="2800" i="1">
                            <a:latin typeface="Cambria Math" panose="02040503050406030204" pitchFamily="18" charset="0"/>
                          </a:rPr>
                          <m:t>𝑛</m:t>
                        </m:r>
                        <m:r>
                          <a:rPr lang="en-US" altLang="zh-CN" sz="2800" i="1">
                            <a:latin typeface="Cambria Math" panose="02040503050406030204" pitchFamily="18" charset="0"/>
                          </a:rPr>
                          <m:t>−1</m:t>
                        </m:r>
                        <m:r>
                          <a:rPr lang="zh-CN" altLang="en-US" sz="2800" i="1">
                            <a:latin typeface="Cambria Math" panose="02040503050406030204" pitchFamily="18" charset="0"/>
                          </a:rPr>
                          <m:t>，</m:t>
                        </m:r>
                        <m:r>
                          <a:rPr lang="en-US" altLang="zh-CN" sz="2800" i="1">
                            <a:latin typeface="Cambria Math" panose="02040503050406030204" pitchFamily="18" charset="0"/>
                          </a:rPr>
                          <m:t>𝑟</m:t>
                        </m:r>
                        <m:r>
                          <a:rPr lang="en-US" altLang="zh-CN" sz="2800" i="1">
                            <a:latin typeface="Cambria Math" panose="02040503050406030204" pitchFamily="18" charset="0"/>
                          </a:rPr>
                          <m:t>−1</m:t>
                        </m:r>
                      </m:e>
                    </m:d>
                    <m:r>
                      <a:rPr lang="en-US" altLang="zh-CN" sz="2800" i="1">
                        <a:latin typeface="Cambria Math" panose="02040503050406030204" pitchFamily="18" charset="0"/>
                      </a:rPr>
                      <m:t> </m:t>
                    </m:r>
                  </m:oMath>
                </a14:m>
                <a:r>
                  <a:rPr lang="zh-CN" altLang="en-US" sz="2800" dirty="0">
                    <a:latin typeface="Cambria" panose="02040503050406030204" pitchFamily="18" charset="0"/>
                  </a:rPr>
                  <a:t>。</a:t>
                </a:r>
                <a:endParaRPr lang="en-US" altLang="zh-CN" sz="2800" dirty="0">
                  <a:latin typeface="Cambria" panose="02040503050406030204" pitchFamily="18" charset="0"/>
                </a:endParaRPr>
              </a:p>
              <a:p>
                <a:pPr eaLnBrk="1" hangingPunct="1">
                  <a:lnSpc>
                    <a:spcPct val="150000"/>
                  </a:lnSpc>
                </a:pPr>
                <a:r>
                  <a:rPr lang="zh-CN" altLang="en-US" sz="2800" dirty="0">
                    <a:latin typeface="Cambria" panose="02040503050406030204" pitchFamily="18" charset="0"/>
                  </a:rPr>
                  <a:t>（</a:t>
                </a:r>
                <a:r>
                  <a:rPr lang="en-US" altLang="zh-CN" sz="2800" dirty="0">
                    <a:latin typeface="Cambria" panose="02040503050406030204" pitchFamily="18" charset="0"/>
                  </a:rPr>
                  <a:t>3</a:t>
                </a:r>
                <a:r>
                  <a:rPr lang="zh-CN" altLang="en-US" sz="2800" dirty="0">
                    <a:latin typeface="Cambria" panose="02040503050406030204" pitchFamily="18" charset="0"/>
                  </a:rPr>
                  <a:t>）由（</a:t>
                </a:r>
                <a:r>
                  <a:rPr lang="en-US" altLang="zh-CN" sz="2800" dirty="0">
                    <a:latin typeface="Cambria" panose="02040503050406030204" pitchFamily="18" charset="0"/>
                  </a:rPr>
                  <a:t>2</a:t>
                </a:r>
                <a:r>
                  <a:rPr lang="zh-CN" altLang="en-US" sz="2800" dirty="0">
                    <a:latin typeface="Cambria" panose="02040503050406030204" pitchFamily="18" charset="0"/>
                  </a:rPr>
                  <a:t>）对</a:t>
                </a:r>
                <a14:m>
                  <m:oMath xmlns:m="http://schemas.openxmlformats.org/officeDocument/2006/math">
                    <m:r>
                      <a:rPr lang="en-US" altLang="zh-CN" sz="2800" i="1">
                        <a:latin typeface="Cambria Math" panose="02040503050406030204" pitchFamily="18" charset="0"/>
                      </a:rPr>
                      <m:t>𝐶</m:t>
                    </m:r>
                    <m:r>
                      <a:rPr lang="en-US" altLang="zh-CN" sz="2800" i="1">
                        <a:latin typeface="Cambria Math" panose="02040503050406030204" pitchFamily="18" charset="0"/>
                      </a:rPr>
                      <m:t>(</m:t>
                    </m:r>
                    <m:r>
                      <a:rPr lang="en-US" altLang="zh-CN" sz="2800" i="1">
                        <a:latin typeface="Cambria Math" panose="02040503050406030204" pitchFamily="18" charset="0"/>
                      </a:rPr>
                      <m:t>𝑛</m:t>
                    </m:r>
                    <m:r>
                      <a:rPr lang="en-US" altLang="zh-CN" sz="2800" i="1">
                        <a:latin typeface="Cambria Math" panose="02040503050406030204" pitchFamily="18" charset="0"/>
                      </a:rPr>
                      <m:t>+</m:t>
                    </m:r>
                    <m:r>
                      <a:rPr lang="en-US" altLang="zh-CN" sz="2800" i="1">
                        <a:latin typeface="Cambria Math" panose="02040503050406030204" pitchFamily="18" charset="0"/>
                      </a:rPr>
                      <m:t>𝑟</m:t>
                    </m:r>
                    <m:r>
                      <a:rPr lang="en-US" altLang="zh-CN" sz="2800" i="1">
                        <a:latin typeface="Cambria Math" panose="02040503050406030204" pitchFamily="18" charset="0"/>
                      </a:rPr>
                      <m:t>+1</m:t>
                    </m:r>
                    <m:r>
                      <a:rPr lang="zh-CN" altLang="en-US" sz="2800" i="1">
                        <a:latin typeface="Cambria Math" panose="02040503050406030204" pitchFamily="18" charset="0"/>
                      </a:rPr>
                      <m:t>，</m:t>
                    </m:r>
                    <m:r>
                      <a:rPr lang="en-US" altLang="zh-CN" sz="2800" i="1">
                        <a:latin typeface="Cambria Math" panose="02040503050406030204" pitchFamily="18" charset="0"/>
                      </a:rPr>
                      <m:t>𝑟</m:t>
                    </m:r>
                    <m:r>
                      <a:rPr lang="en-US" altLang="zh-CN" sz="2800" i="1">
                        <a:latin typeface="Cambria Math" panose="02040503050406030204" pitchFamily="18" charset="0"/>
                      </a:rPr>
                      <m:t>)</m:t>
                    </m:r>
                  </m:oMath>
                </a14:m>
                <a:r>
                  <a:rPr lang="zh-CN" altLang="en-US" sz="2800" dirty="0">
                    <a:latin typeface="Cambria" panose="02040503050406030204" pitchFamily="18" charset="0"/>
                  </a:rPr>
                  <a:t>可得：</a:t>
                </a:r>
                <a:endParaRPr lang="en-US" altLang="zh-CN" sz="2800" dirty="0">
                  <a:latin typeface="Cambria" panose="02040503050406030204" pitchFamily="18" charset="0"/>
                </a:endParaRPr>
              </a:p>
              <a:p>
                <a:pPr eaLnBrk="1" hangingPunct="1">
                  <a:lnSpc>
                    <a:spcPct val="150000"/>
                  </a:lnSpc>
                </a:pPr>
                <a:r>
                  <a:rPr lang="en-US" altLang="zh-CN" sz="2800" i="1" dirty="0">
                    <a:latin typeface="Cambria" panose="02040503050406030204" pitchFamily="18" charset="0"/>
                    <a:ea typeface="Cambria" panose="02040503050406030204" pitchFamily="18" charset="0"/>
                  </a:rPr>
                  <a:t> </a:t>
                </a:r>
                <a14:m>
                  <m:oMath xmlns:m="http://schemas.openxmlformats.org/officeDocument/2006/math">
                    <m:r>
                      <a:rPr lang="en-US" altLang="zh-CN" sz="2800" i="1">
                        <a:latin typeface="Cambria Math" panose="02040503050406030204" pitchFamily="18" charset="0"/>
                      </a:rPr>
                      <m:t>𝐶</m:t>
                    </m:r>
                    <m:d>
                      <m:dPr>
                        <m:ctrlPr>
                          <a:rPr lang="en-US" altLang="zh-CN" sz="2800" i="1">
                            <a:latin typeface="Cambria Math" panose="02040503050406030204" pitchFamily="18" charset="0"/>
                          </a:rPr>
                        </m:ctrlPr>
                      </m:dPr>
                      <m:e>
                        <m:r>
                          <a:rPr lang="en-US" altLang="zh-CN" sz="2800" i="1">
                            <a:latin typeface="Cambria Math" panose="02040503050406030204" pitchFamily="18" charset="0"/>
                          </a:rPr>
                          <m:t>𝑛</m:t>
                        </m:r>
                        <m:r>
                          <a:rPr lang="en-US" altLang="zh-CN" sz="2800" i="1">
                            <a:latin typeface="Cambria Math" panose="02040503050406030204" pitchFamily="18" charset="0"/>
                          </a:rPr>
                          <m:t>+</m:t>
                        </m:r>
                        <m:r>
                          <a:rPr lang="en-US" altLang="zh-CN" sz="2800" i="1">
                            <a:latin typeface="Cambria Math" panose="02040503050406030204" pitchFamily="18" charset="0"/>
                          </a:rPr>
                          <m:t>𝑟</m:t>
                        </m:r>
                        <m:r>
                          <a:rPr lang="en-US" altLang="zh-CN" sz="2800" i="1">
                            <a:latin typeface="Cambria Math" panose="02040503050406030204" pitchFamily="18" charset="0"/>
                          </a:rPr>
                          <m:t>+1</m:t>
                        </m:r>
                        <m:r>
                          <a:rPr lang="zh-CN" altLang="en-US" sz="2800" i="1">
                            <a:latin typeface="Cambria Math" panose="02040503050406030204" pitchFamily="18" charset="0"/>
                          </a:rPr>
                          <m:t>，</m:t>
                        </m:r>
                        <m:r>
                          <a:rPr lang="en-US" altLang="zh-CN" sz="2800" i="1">
                            <a:latin typeface="Cambria Math" panose="02040503050406030204" pitchFamily="18" charset="0"/>
                          </a:rPr>
                          <m:t>𝑟</m:t>
                        </m:r>
                      </m:e>
                    </m:d>
                    <m:r>
                      <a:rPr lang="en-US" altLang="zh-CN" sz="2800" b="0" i="1" smtClean="0">
                        <a:latin typeface="Cambria Math" panose="02040503050406030204" pitchFamily="18" charset="0"/>
                      </a:rPr>
                      <m:t>=</m:t>
                    </m:r>
                  </m:oMath>
                </a14:m>
                <a:r>
                  <a:rPr lang="en-US" altLang="zh-CN" sz="2800" i="1" dirty="0">
                    <a:latin typeface="Cambria" panose="02040503050406030204" pitchFamily="18" charset="0"/>
                    <a:ea typeface="Cambria" panose="02040503050406030204" pitchFamily="18" charset="0"/>
                  </a:rPr>
                  <a:t> </a:t>
                </a:r>
                <a14:m>
                  <m:oMath xmlns:m="http://schemas.openxmlformats.org/officeDocument/2006/math">
                    <m:r>
                      <a:rPr lang="en-US" altLang="zh-CN" sz="2800" i="1">
                        <a:latin typeface="Cambria Math" panose="02040503050406030204" pitchFamily="18" charset="0"/>
                      </a:rPr>
                      <m:t>𝐶</m:t>
                    </m:r>
                    <m:d>
                      <m:dPr>
                        <m:ctrlPr>
                          <a:rPr lang="en-US" altLang="zh-CN" sz="2800" i="1">
                            <a:latin typeface="Cambria Math" panose="02040503050406030204" pitchFamily="18" charset="0"/>
                          </a:rPr>
                        </m:ctrlPr>
                      </m:dPr>
                      <m:e>
                        <m:r>
                          <a:rPr lang="en-US" altLang="zh-CN" sz="2800" i="1">
                            <a:latin typeface="Cambria Math" panose="02040503050406030204" pitchFamily="18" charset="0"/>
                          </a:rPr>
                          <m:t>𝑛</m:t>
                        </m:r>
                        <m:r>
                          <a:rPr lang="en-US" altLang="zh-CN" sz="2800" i="1">
                            <a:latin typeface="Cambria Math" panose="02040503050406030204" pitchFamily="18" charset="0"/>
                          </a:rPr>
                          <m:t>+</m:t>
                        </m:r>
                        <m:r>
                          <a:rPr lang="en-US" altLang="zh-CN" sz="2800" i="1">
                            <a:latin typeface="Cambria Math" panose="02040503050406030204" pitchFamily="18" charset="0"/>
                          </a:rPr>
                          <m:t>𝑟</m:t>
                        </m:r>
                        <m:r>
                          <a:rPr lang="zh-CN" altLang="en-US" sz="2800" i="1">
                            <a:latin typeface="Cambria Math" panose="02040503050406030204" pitchFamily="18" charset="0"/>
                          </a:rPr>
                          <m:t>，</m:t>
                        </m:r>
                        <m:r>
                          <a:rPr lang="en-US" altLang="zh-CN" sz="2800" i="1">
                            <a:latin typeface="Cambria Math" panose="02040503050406030204" pitchFamily="18" charset="0"/>
                          </a:rPr>
                          <m:t>𝑟</m:t>
                        </m:r>
                      </m:e>
                    </m:d>
                    <m:r>
                      <a:rPr lang="en-US" altLang="zh-CN" sz="2800" b="0" i="1" smtClean="0">
                        <a:latin typeface="Cambria Math" panose="02040503050406030204" pitchFamily="18" charset="0"/>
                      </a:rPr>
                      <m:t>+</m:t>
                    </m:r>
                    <m:r>
                      <a:rPr lang="en-US" altLang="zh-CN" sz="2800" i="1">
                        <a:latin typeface="Cambria Math" panose="02040503050406030204" pitchFamily="18" charset="0"/>
                      </a:rPr>
                      <m:t>𝐶</m:t>
                    </m:r>
                    <m:d>
                      <m:dPr>
                        <m:ctrlPr>
                          <a:rPr lang="en-US" altLang="zh-CN" sz="2800" i="1">
                            <a:latin typeface="Cambria Math" panose="02040503050406030204" pitchFamily="18" charset="0"/>
                          </a:rPr>
                        </m:ctrlPr>
                      </m:dPr>
                      <m:e>
                        <m:r>
                          <a:rPr lang="en-US" altLang="zh-CN" sz="2800" i="1">
                            <a:latin typeface="Cambria Math" panose="02040503050406030204" pitchFamily="18" charset="0"/>
                          </a:rPr>
                          <m:t>𝑛</m:t>
                        </m:r>
                        <m:r>
                          <a:rPr lang="en-US" altLang="zh-CN" sz="2800" i="1">
                            <a:latin typeface="Cambria Math" panose="02040503050406030204" pitchFamily="18" charset="0"/>
                          </a:rPr>
                          <m:t>+</m:t>
                        </m:r>
                        <m:r>
                          <a:rPr lang="en-US" altLang="zh-CN" sz="2800" i="1">
                            <a:latin typeface="Cambria Math" panose="02040503050406030204" pitchFamily="18" charset="0"/>
                          </a:rPr>
                          <m:t>𝑟</m:t>
                        </m:r>
                        <m:r>
                          <a:rPr lang="zh-CN" altLang="en-US" sz="2800" i="1">
                            <a:latin typeface="Cambria Math" panose="02040503050406030204" pitchFamily="18" charset="0"/>
                          </a:rPr>
                          <m:t>，</m:t>
                        </m:r>
                        <m:r>
                          <a:rPr lang="en-US" altLang="zh-CN" sz="2800" i="1">
                            <a:latin typeface="Cambria Math" panose="02040503050406030204" pitchFamily="18" charset="0"/>
                          </a:rPr>
                          <m:t>𝑟</m:t>
                        </m:r>
                        <m:r>
                          <a:rPr lang="en-US" altLang="zh-CN" sz="2800" b="0" i="1" smtClean="0">
                            <a:latin typeface="Cambria Math" panose="02040503050406030204" pitchFamily="18" charset="0"/>
                          </a:rPr>
                          <m:t>−1</m:t>
                        </m:r>
                      </m:e>
                    </m:d>
                    <m:r>
                      <a:rPr lang="en-US" altLang="zh-CN" sz="2800" i="1">
                        <a:latin typeface="Cambria Math" panose="02040503050406030204" pitchFamily="18" charset="0"/>
                      </a:rPr>
                      <m:t>=</m:t>
                    </m:r>
                  </m:oMath>
                </a14:m>
                <a:r>
                  <a:rPr lang="en-US" altLang="zh-CN" sz="2800" dirty="0"/>
                  <a:t> </a:t>
                </a:r>
                <a14:m>
                  <m:oMath xmlns:m="http://schemas.openxmlformats.org/officeDocument/2006/math">
                    <m:r>
                      <a:rPr lang="en-US" altLang="zh-CN" sz="2800" i="1">
                        <a:latin typeface="Cambria Math" panose="02040503050406030204" pitchFamily="18" charset="0"/>
                      </a:rPr>
                      <m:t>𝐶</m:t>
                    </m:r>
                    <m:d>
                      <m:dPr>
                        <m:ctrlPr>
                          <a:rPr lang="en-US" altLang="zh-CN" sz="2800" i="1">
                            <a:latin typeface="Cambria Math" panose="02040503050406030204" pitchFamily="18" charset="0"/>
                          </a:rPr>
                        </m:ctrlPr>
                      </m:dPr>
                      <m:e>
                        <m:r>
                          <a:rPr lang="en-US" altLang="zh-CN" sz="2800" i="1">
                            <a:latin typeface="Cambria Math" panose="02040503050406030204" pitchFamily="18" charset="0"/>
                          </a:rPr>
                          <m:t>𝑛</m:t>
                        </m:r>
                        <m:r>
                          <a:rPr lang="en-US" altLang="zh-CN" sz="2800" i="1">
                            <a:latin typeface="Cambria Math" panose="02040503050406030204" pitchFamily="18" charset="0"/>
                          </a:rPr>
                          <m:t>+</m:t>
                        </m:r>
                        <m:r>
                          <a:rPr lang="en-US" altLang="zh-CN" sz="2800" i="1">
                            <a:latin typeface="Cambria Math" panose="02040503050406030204" pitchFamily="18" charset="0"/>
                          </a:rPr>
                          <m:t>𝑟</m:t>
                        </m:r>
                        <m:r>
                          <a:rPr lang="zh-CN" altLang="en-US" sz="2800" i="1">
                            <a:latin typeface="Cambria Math" panose="02040503050406030204" pitchFamily="18" charset="0"/>
                          </a:rPr>
                          <m:t>，</m:t>
                        </m:r>
                        <m:r>
                          <a:rPr lang="en-US" altLang="zh-CN" sz="2800" i="1">
                            <a:latin typeface="Cambria Math" panose="02040503050406030204" pitchFamily="18" charset="0"/>
                          </a:rPr>
                          <m:t>𝑟</m:t>
                        </m:r>
                      </m:e>
                    </m:d>
                    <m:r>
                      <a:rPr lang="en-US" altLang="zh-CN" sz="2800" i="1">
                        <a:latin typeface="Cambria Math" panose="02040503050406030204" pitchFamily="18" charset="0"/>
                      </a:rPr>
                      <m:t>+</m:t>
                    </m:r>
                    <m:r>
                      <a:rPr lang="en-US" altLang="zh-CN" sz="2800" i="1">
                        <a:latin typeface="Cambria Math" panose="02040503050406030204" pitchFamily="18" charset="0"/>
                      </a:rPr>
                      <m:t>𝐶</m:t>
                    </m:r>
                    <m:d>
                      <m:dPr>
                        <m:ctrlPr>
                          <a:rPr lang="en-US" altLang="zh-CN" sz="2800" i="1">
                            <a:latin typeface="Cambria Math" panose="02040503050406030204" pitchFamily="18" charset="0"/>
                          </a:rPr>
                        </m:ctrlPr>
                      </m:dPr>
                      <m:e>
                        <m:r>
                          <a:rPr lang="en-US" altLang="zh-CN" sz="2800" i="1">
                            <a:latin typeface="Cambria Math" panose="02040503050406030204" pitchFamily="18" charset="0"/>
                          </a:rPr>
                          <m:t>𝑛</m:t>
                        </m:r>
                        <m:r>
                          <a:rPr lang="en-US" altLang="zh-CN" sz="2800" i="1">
                            <a:latin typeface="Cambria Math" panose="02040503050406030204" pitchFamily="18" charset="0"/>
                          </a:rPr>
                          <m:t>+</m:t>
                        </m:r>
                        <m:r>
                          <a:rPr lang="en-US" altLang="zh-CN" sz="2800" i="1">
                            <a:latin typeface="Cambria Math" panose="02040503050406030204" pitchFamily="18" charset="0"/>
                          </a:rPr>
                          <m:t>𝑟</m:t>
                        </m:r>
                        <m:r>
                          <a:rPr lang="en-US" altLang="zh-CN" sz="2800" b="0" i="1" smtClean="0">
                            <a:latin typeface="Cambria Math" panose="02040503050406030204" pitchFamily="18" charset="0"/>
                          </a:rPr>
                          <m:t>−1</m:t>
                        </m:r>
                        <m:r>
                          <a:rPr lang="zh-CN" altLang="en-US" sz="2800" i="1">
                            <a:latin typeface="Cambria Math" panose="02040503050406030204" pitchFamily="18" charset="0"/>
                          </a:rPr>
                          <m:t>，</m:t>
                        </m:r>
                        <m:r>
                          <a:rPr lang="en-US" altLang="zh-CN" sz="2800" i="1">
                            <a:latin typeface="Cambria Math" panose="02040503050406030204" pitchFamily="18" charset="0"/>
                          </a:rPr>
                          <m:t>𝑟</m:t>
                        </m:r>
                        <m:r>
                          <a:rPr lang="en-US" altLang="zh-CN" sz="2800" i="1">
                            <a:latin typeface="Cambria Math" panose="02040503050406030204" pitchFamily="18" charset="0"/>
                          </a:rPr>
                          <m:t>−1</m:t>
                        </m:r>
                      </m:e>
                    </m:d>
                    <m:r>
                      <a:rPr lang="en-US" altLang="zh-CN" sz="2800" b="0" i="1" smtClean="0">
                        <a:latin typeface="Cambria Math" panose="02040503050406030204" pitchFamily="18" charset="0"/>
                      </a:rPr>
                      <m:t>+</m:t>
                    </m:r>
                    <m:r>
                      <a:rPr lang="en-US" altLang="zh-CN" sz="2800" i="1">
                        <a:latin typeface="Cambria Math" panose="02040503050406030204" pitchFamily="18" charset="0"/>
                      </a:rPr>
                      <m:t>𝐶</m:t>
                    </m:r>
                    <m:d>
                      <m:dPr>
                        <m:ctrlPr>
                          <a:rPr lang="en-US" altLang="zh-CN" sz="2800" i="1">
                            <a:latin typeface="Cambria Math" panose="02040503050406030204" pitchFamily="18" charset="0"/>
                          </a:rPr>
                        </m:ctrlPr>
                      </m:dPr>
                      <m:e>
                        <m:r>
                          <a:rPr lang="en-US" altLang="zh-CN" sz="2800" i="1">
                            <a:latin typeface="Cambria Math" panose="02040503050406030204" pitchFamily="18" charset="0"/>
                          </a:rPr>
                          <m:t>𝑛</m:t>
                        </m:r>
                        <m:r>
                          <a:rPr lang="en-US" altLang="zh-CN" sz="2800" i="1">
                            <a:latin typeface="Cambria Math" panose="02040503050406030204" pitchFamily="18" charset="0"/>
                          </a:rPr>
                          <m:t>+</m:t>
                        </m:r>
                        <m:r>
                          <a:rPr lang="en-US" altLang="zh-CN" sz="2800" i="1">
                            <a:latin typeface="Cambria Math" panose="02040503050406030204" pitchFamily="18" charset="0"/>
                          </a:rPr>
                          <m:t>𝑟</m:t>
                        </m:r>
                        <m:r>
                          <a:rPr lang="en-US" altLang="zh-CN" sz="2800" i="1">
                            <a:latin typeface="Cambria Math" panose="02040503050406030204" pitchFamily="18" charset="0"/>
                          </a:rPr>
                          <m:t>−1</m:t>
                        </m:r>
                        <m:r>
                          <a:rPr lang="zh-CN" altLang="en-US" sz="2800" i="1">
                            <a:latin typeface="Cambria Math" panose="02040503050406030204" pitchFamily="18" charset="0"/>
                          </a:rPr>
                          <m:t>，</m:t>
                        </m:r>
                        <m:r>
                          <a:rPr lang="en-US" altLang="zh-CN" sz="2800" i="1">
                            <a:latin typeface="Cambria Math" panose="02040503050406030204" pitchFamily="18" charset="0"/>
                          </a:rPr>
                          <m:t>𝑟</m:t>
                        </m:r>
                        <m:r>
                          <a:rPr lang="en-US" altLang="zh-CN" sz="2800" i="1">
                            <a:latin typeface="Cambria Math" panose="02040503050406030204" pitchFamily="18" charset="0"/>
                          </a:rPr>
                          <m:t>−2</m:t>
                        </m:r>
                      </m:e>
                    </m:d>
                  </m:oMath>
                </a14:m>
                <a:r>
                  <a:rPr lang="zh-CN" altLang="en-US" sz="2800" dirty="0">
                    <a:latin typeface="Symbol" panose="05050102010706020507" pitchFamily="18" charset="2"/>
                  </a:rPr>
                  <a:t>。如此反复递推下去可得（</a:t>
                </a:r>
                <a:r>
                  <a:rPr lang="en-US" altLang="zh-CN" sz="2800" dirty="0">
                    <a:latin typeface="Symbol" panose="05050102010706020507" pitchFamily="18" charset="2"/>
                  </a:rPr>
                  <a:t>3</a:t>
                </a:r>
                <a:r>
                  <a:rPr lang="zh-CN" altLang="en-US" sz="2800" dirty="0">
                    <a:latin typeface="Symbol" panose="05050102010706020507" pitchFamily="18" charset="2"/>
                  </a:rPr>
                  <a:t>）的结论。</a:t>
                </a:r>
                <a:endParaRPr lang="zh-CN" altLang="en-US" sz="2800" dirty="0">
                  <a:latin typeface="Cambria" panose="02040503050406030204" pitchFamily="18" charset="0"/>
                </a:endParaRPr>
              </a:p>
            </p:txBody>
          </p:sp>
        </mc:Choice>
        <mc:Fallback xmlns="">
          <p:sp>
            <p:nvSpPr>
              <p:cNvPr id="2" name="文本框 1">
                <a:extLst>
                  <a:ext uri="{FF2B5EF4-FFF2-40B4-BE49-F238E27FC236}">
                    <a16:creationId xmlns:a16="http://schemas.microsoft.com/office/drawing/2014/main" id="{9B1A2987-487C-6825-B91F-66FE5F5C4A3D}"/>
                  </a:ext>
                </a:extLst>
              </p:cNvPr>
              <p:cNvSpPr txBox="1">
                <a:spLocks noRot="1" noChangeAspect="1" noMove="1" noResize="1" noEditPoints="1" noAdjustHandles="1" noChangeArrowheads="1" noChangeShapeType="1" noTextEdit="1"/>
              </p:cNvSpPr>
              <p:nvPr/>
            </p:nvSpPr>
            <p:spPr>
              <a:xfrm>
                <a:off x="258536" y="892629"/>
                <a:ext cx="8558893" cy="5256695"/>
              </a:xfrm>
              <a:prstGeom prst="rect">
                <a:avLst/>
              </a:prstGeom>
              <a:blipFill>
                <a:blip r:embed="rId3"/>
                <a:stretch>
                  <a:fillRect l="-1781" r="-5698" b="-2202"/>
                </a:stretch>
              </a:blipFill>
            </p:spPr>
            <p:txBody>
              <a:bodyPr/>
              <a:lstStyle/>
              <a:p>
                <a:r>
                  <a:rPr lang="zh-CN" altLang="en-US">
                    <a:noFill/>
                  </a:rPr>
                  <a:t> </a:t>
                </a:r>
              </a:p>
            </p:txBody>
          </p:sp>
        </mc:Fallback>
      </mc:AlternateContent>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DCB4FB3-9A3E-D066-5167-8F9C3AF67644}"/>
            </a:ext>
          </a:extLst>
        </p:cNvPr>
        <p:cNvGrpSpPr/>
        <p:nvPr/>
      </p:nvGrpSpPr>
      <p:grpSpPr>
        <a:xfrm>
          <a:off x="0" y="0"/>
          <a:ext cx="0" cy="0"/>
          <a:chOff x="0" y="0"/>
          <a:chExt cx="0" cy="0"/>
        </a:xfrm>
      </p:grpSpPr>
      <p:sp>
        <p:nvSpPr>
          <p:cNvPr id="24578" name="Rectangle 2">
            <a:extLst>
              <a:ext uri="{FF2B5EF4-FFF2-40B4-BE49-F238E27FC236}">
                <a16:creationId xmlns:a16="http://schemas.microsoft.com/office/drawing/2014/main" id="{AE42A422-0F7E-87A0-493B-A4169B4ABF2C}"/>
              </a:ext>
            </a:extLst>
          </p:cNvPr>
          <p:cNvSpPr>
            <a:spLocks noGrp="1" noChangeArrowheads="1"/>
          </p:cNvSpPr>
          <p:nvPr>
            <p:ph type="body" idx="1"/>
          </p:nvPr>
        </p:nvSpPr>
        <p:spPr>
          <a:xfrm>
            <a:off x="285750" y="161925"/>
            <a:ext cx="3829050" cy="676275"/>
          </a:xfrm>
        </p:spPr>
        <p:txBody>
          <a:bodyPr/>
          <a:lstStyle/>
          <a:p>
            <a:pPr eaLnBrk="1" hangingPunct="1">
              <a:buFontTx/>
              <a:buNone/>
            </a:pPr>
            <a:r>
              <a:rPr lang="en-US" altLang="zh-CN"/>
              <a:t>2 </a:t>
            </a:r>
            <a:r>
              <a:rPr lang="zh-CN" altLang="en-US"/>
              <a:t>排列与组合（续）</a:t>
            </a:r>
            <a:endParaRPr lang="en-US" altLang="zh-CN"/>
          </a:p>
        </p:txBody>
      </p:sp>
      <mc:AlternateContent xmlns:mc="http://schemas.openxmlformats.org/markup-compatibility/2006" xmlns:a14="http://schemas.microsoft.com/office/drawing/2010/main">
        <mc:Choice Requires="a14">
          <p:sp>
            <p:nvSpPr>
              <p:cNvPr id="2" name="内容占位符 2">
                <a:extLst>
                  <a:ext uri="{FF2B5EF4-FFF2-40B4-BE49-F238E27FC236}">
                    <a16:creationId xmlns:a16="http://schemas.microsoft.com/office/drawing/2014/main" id="{BEE8DE4E-CFDA-CDA8-2659-3FE6C7F61DB6}"/>
                  </a:ext>
                </a:extLst>
              </p:cNvPr>
              <p:cNvSpPr txBox="1">
                <a:spLocks/>
              </p:cNvSpPr>
              <p:nvPr/>
            </p:nvSpPr>
            <p:spPr bwMode="auto">
              <a:xfrm>
                <a:off x="285750" y="801461"/>
                <a:ext cx="8572500" cy="5675539"/>
              </a:xfrm>
              <a:prstGeom prst="rect">
                <a:avLst/>
              </a:prstGeom>
              <a:noFill/>
              <a:ln>
                <a:noFill/>
              </a:ln>
              <a:extLst>
                <a:ext uri="{909E8E84-426E-40DD-AFC4-6F175D3DCCD1}">
                  <a14:hiddenFill>
                    <a:solidFill>
                      <a:srgbClr val="FFFFFF"/>
                    </a:solidFill>
                  </a14:hiddenFill>
                </a:ext>
                <a:ext uri="{91240B29-F687-4F45-9708-019B960494DF}">
                  <a14:hiddenLine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vl6pPr marL="2514600" indent="-228600" algn="l" rtl="0" fontAlgn="base">
                  <a:spcBef>
                    <a:spcPct val="20000"/>
                  </a:spcBef>
                  <a:spcAft>
                    <a:spcPct val="0"/>
                  </a:spcAft>
                  <a:buChar char="»"/>
                  <a:defRPr sz="2000">
                    <a:solidFill>
                      <a:schemeClr val="tx1"/>
                    </a:solidFill>
                    <a:latin typeface="+mn-lt"/>
                    <a:ea typeface="+mn-ea"/>
                  </a:defRPr>
                </a:lvl6pPr>
                <a:lvl7pPr marL="2971800" indent="-228600" algn="l" rtl="0" fontAlgn="base">
                  <a:spcBef>
                    <a:spcPct val="20000"/>
                  </a:spcBef>
                  <a:spcAft>
                    <a:spcPct val="0"/>
                  </a:spcAft>
                  <a:buChar char="»"/>
                  <a:defRPr sz="2000">
                    <a:solidFill>
                      <a:schemeClr val="tx1"/>
                    </a:solidFill>
                    <a:latin typeface="+mn-lt"/>
                    <a:ea typeface="+mn-ea"/>
                  </a:defRPr>
                </a:lvl7pPr>
                <a:lvl8pPr marL="3429000" indent="-228600" algn="l" rtl="0" fontAlgn="base">
                  <a:spcBef>
                    <a:spcPct val="20000"/>
                  </a:spcBef>
                  <a:spcAft>
                    <a:spcPct val="0"/>
                  </a:spcAft>
                  <a:buChar char="»"/>
                  <a:defRPr sz="2000">
                    <a:solidFill>
                      <a:schemeClr val="tx1"/>
                    </a:solidFill>
                    <a:latin typeface="+mn-lt"/>
                    <a:ea typeface="+mn-ea"/>
                  </a:defRPr>
                </a:lvl8pPr>
                <a:lvl9pPr marL="3886200" indent="-228600" algn="l" rtl="0" fontAlgn="base">
                  <a:spcBef>
                    <a:spcPct val="20000"/>
                  </a:spcBef>
                  <a:spcAft>
                    <a:spcPct val="0"/>
                  </a:spcAft>
                  <a:buChar char="»"/>
                  <a:defRPr sz="2000">
                    <a:solidFill>
                      <a:schemeClr val="tx1"/>
                    </a:solidFill>
                    <a:latin typeface="+mn-lt"/>
                    <a:ea typeface="+mn-ea"/>
                  </a:defRPr>
                </a:lvl9pPr>
              </a:lstStyle>
              <a:p>
                <a:pPr marL="0" indent="0" eaLnBrk="1" hangingPunct="1">
                  <a:buNone/>
                </a:pPr>
                <a:r>
                  <a:rPr lang="zh-CN" altLang="zh-CN" sz="3000" b="1" dirty="0">
                    <a:latin typeface="+mn-ea"/>
                  </a:rPr>
                  <a:t>定理</a:t>
                </a:r>
                <a:r>
                  <a:rPr lang="en-US" altLang="zh-CN" sz="3000" b="1" dirty="0">
                    <a:latin typeface="+mn-ea"/>
                  </a:rPr>
                  <a:t>2</a:t>
                </a:r>
              </a:p>
              <a:p>
                <a:pPr marL="0" indent="0">
                  <a:lnSpc>
                    <a:spcPct val="130000"/>
                  </a:lnSpc>
                  <a:buNone/>
                </a:pPr>
                <a:r>
                  <a:rPr lang="zh-CN" altLang="en-US" dirty="0">
                    <a:solidFill>
                      <a:srgbClr val="000000"/>
                    </a:solidFill>
                  </a:rPr>
                  <a:t>具有</a:t>
                </a:r>
                <a14:m>
                  <m:oMath xmlns:m="http://schemas.openxmlformats.org/officeDocument/2006/math">
                    <m:r>
                      <a:rPr lang="en-US" altLang="zh-CN" dirty="0">
                        <a:solidFill>
                          <a:srgbClr val="000000"/>
                        </a:solidFill>
                        <a:latin typeface="Cambria Math"/>
                      </a:rPr>
                      <m:t> </m:t>
                    </m:r>
                    <m:r>
                      <a:rPr lang="en-US" altLang="zh-CN" i="1" dirty="0">
                        <a:solidFill>
                          <a:srgbClr val="000000"/>
                        </a:solidFill>
                        <a:latin typeface="Cambria Math"/>
                      </a:rPr>
                      <m:t>𝑛</m:t>
                    </m:r>
                    <m:r>
                      <a:rPr lang="en-US" altLang="zh-CN" i="1" dirty="0">
                        <a:solidFill>
                          <a:srgbClr val="000000"/>
                        </a:solidFill>
                        <a:latin typeface="Cambria Math"/>
                      </a:rPr>
                      <m:t> </m:t>
                    </m:r>
                  </m:oMath>
                </a14:m>
                <a:r>
                  <a:rPr lang="zh-CN" altLang="en-US" dirty="0">
                    <a:solidFill>
                      <a:srgbClr val="000000"/>
                    </a:solidFill>
                  </a:rPr>
                  <a:t>个对象的集合允许重复的</a:t>
                </a:r>
                <a14:m>
                  <m:oMath xmlns:m="http://schemas.openxmlformats.org/officeDocument/2006/math">
                    <m:r>
                      <a:rPr lang="en-US" altLang="zh-CN" i="1">
                        <a:solidFill>
                          <a:srgbClr val="000000"/>
                        </a:solidFill>
                        <a:latin typeface="Cambria Math"/>
                      </a:rPr>
                      <m:t> </m:t>
                    </m:r>
                    <m:r>
                      <a:rPr lang="en-US" altLang="zh-CN" i="1">
                        <a:solidFill>
                          <a:srgbClr val="000000"/>
                        </a:solidFill>
                        <a:latin typeface="Cambria Math"/>
                      </a:rPr>
                      <m:t>𝑟</m:t>
                    </m:r>
                    <m:r>
                      <a:rPr lang="en-US" altLang="zh-CN" i="1">
                        <a:solidFill>
                          <a:srgbClr val="000000"/>
                        </a:solidFill>
                        <a:latin typeface="Cambria Math"/>
                      </a:rPr>
                      <m:t> </m:t>
                    </m:r>
                  </m:oMath>
                </a14:m>
                <a:r>
                  <a:rPr lang="zh-CN" altLang="en-US" dirty="0">
                    <a:solidFill>
                      <a:srgbClr val="000000"/>
                    </a:solidFill>
                  </a:rPr>
                  <a:t>排列数是</a:t>
                </a:r>
                <a:endParaRPr lang="en-US" altLang="zh-CN" dirty="0">
                  <a:solidFill>
                    <a:srgbClr val="000000"/>
                  </a:solidFill>
                </a:endParaRPr>
              </a:p>
              <a:p>
                <a:pPr marL="0" indent="0">
                  <a:lnSpc>
                    <a:spcPct val="130000"/>
                  </a:lnSpc>
                  <a:buNone/>
                </a:pPr>
                <a14:m>
                  <m:oMathPara xmlns:m="http://schemas.openxmlformats.org/officeDocument/2006/math">
                    <m:oMathParaPr>
                      <m:jc m:val="centerGroup"/>
                    </m:oMathParaPr>
                    <m:oMath xmlns:m="http://schemas.openxmlformats.org/officeDocument/2006/math">
                      <m:sSup>
                        <m:sSupPr>
                          <m:ctrlPr>
                            <a:rPr lang="en-US" altLang="zh-CN" i="1">
                              <a:solidFill>
                                <a:srgbClr val="000000"/>
                              </a:solidFill>
                              <a:latin typeface="Cambria Math" panose="02040503050406030204" pitchFamily="18" charset="0"/>
                            </a:rPr>
                          </m:ctrlPr>
                        </m:sSupPr>
                        <m:e>
                          <m:r>
                            <a:rPr lang="en-US" altLang="zh-CN" i="1">
                              <a:solidFill>
                                <a:srgbClr val="000000"/>
                              </a:solidFill>
                              <a:latin typeface="Cambria Math"/>
                            </a:rPr>
                            <m:t>𝑛</m:t>
                          </m:r>
                        </m:e>
                        <m:sup>
                          <m:r>
                            <a:rPr lang="en-US" altLang="zh-CN" i="1">
                              <a:solidFill>
                                <a:srgbClr val="000000"/>
                              </a:solidFill>
                              <a:latin typeface="Cambria Math"/>
                            </a:rPr>
                            <m:t>𝑟</m:t>
                          </m:r>
                        </m:sup>
                      </m:sSup>
                      <m:r>
                        <a:rPr lang="zh-CN" altLang="en-US" i="1">
                          <a:solidFill>
                            <a:srgbClr val="000000"/>
                          </a:solidFill>
                          <a:latin typeface="Cambria Math" panose="02040503050406030204" pitchFamily="18" charset="0"/>
                        </a:rPr>
                        <m:t>。</m:t>
                      </m:r>
                    </m:oMath>
                  </m:oMathPara>
                </a14:m>
                <a:endParaRPr lang="en-US" altLang="zh-CN" dirty="0">
                  <a:solidFill>
                    <a:srgbClr val="000000"/>
                  </a:solidFill>
                </a:endParaRPr>
              </a:p>
              <a:p>
                <a:pPr marL="0" indent="0" eaLnBrk="1" hangingPunct="1">
                  <a:lnSpc>
                    <a:spcPct val="130000"/>
                  </a:lnSpc>
                  <a:buNone/>
                </a:pPr>
                <a:r>
                  <a:rPr kumimoji="1" lang="zh-CN" altLang="en-US" b="1" dirty="0">
                    <a:solidFill>
                      <a:srgbClr val="000000"/>
                    </a:solidFill>
                    <a:latin typeface="Times New Roman" pitchFamily="18" charset="0"/>
                    <a:cs typeface="Tahoma"/>
                  </a:rPr>
                  <a:t>例子</a:t>
                </a:r>
                <a:r>
                  <a:rPr kumimoji="1" lang="en-US" altLang="zh-CN" b="1" dirty="0">
                    <a:solidFill>
                      <a:srgbClr val="000000"/>
                    </a:solidFill>
                    <a:latin typeface="Times New Roman" pitchFamily="18" charset="0"/>
                    <a:cs typeface="Tahoma"/>
                  </a:rPr>
                  <a:t>5</a:t>
                </a:r>
                <a:r>
                  <a:rPr kumimoji="1" lang="zh-CN" altLang="en-US" b="1" dirty="0">
                    <a:solidFill>
                      <a:srgbClr val="000000"/>
                    </a:solidFill>
                    <a:latin typeface="Times New Roman" pitchFamily="18" charset="0"/>
                    <a:cs typeface="Tahoma"/>
                  </a:rPr>
                  <a:t> </a:t>
                </a:r>
                <a:r>
                  <a:rPr kumimoji="1" lang="zh-CN" altLang="en-US" dirty="0">
                    <a:solidFill>
                      <a:srgbClr val="000000"/>
                    </a:solidFill>
                    <a:latin typeface="Times New Roman" pitchFamily="18" charset="0"/>
                    <a:cs typeface="Tahoma"/>
                  </a:rPr>
                  <a:t>用英文大写字母可以构成多少个长度为</a:t>
                </a:r>
                <a14:m>
                  <m:oMath xmlns:m="http://schemas.openxmlformats.org/officeDocument/2006/math">
                    <m:r>
                      <a:rPr kumimoji="1" lang="en-US" altLang="zh-CN" dirty="0">
                        <a:solidFill>
                          <a:srgbClr val="000000"/>
                        </a:solidFill>
                        <a:latin typeface="Cambria Math"/>
                      </a:rPr>
                      <m:t> </m:t>
                    </m:r>
                    <m:r>
                      <a:rPr kumimoji="1" lang="en-US" altLang="zh-CN" i="1" dirty="0">
                        <a:solidFill>
                          <a:srgbClr val="000000"/>
                        </a:solidFill>
                        <a:latin typeface="Cambria Math"/>
                      </a:rPr>
                      <m:t>𝑟</m:t>
                    </m:r>
                    <m:r>
                      <a:rPr kumimoji="1" lang="en-US" altLang="zh-CN" i="1" dirty="0">
                        <a:solidFill>
                          <a:srgbClr val="000000"/>
                        </a:solidFill>
                        <a:latin typeface="Cambria Math"/>
                      </a:rPr>
                      <m:t> </m:t>
                    </m:r>
                  </m:oMath>
                </a14:m>
                <a:r>
                  <a:rPr kumimoji="1" lang="zh-CN" altLang="en-US" dirty="0">
                    <a:solidFill>
                      <a:srgbClr val="000000"/>
                    </a:solidFill>
                    <a:latin typeface="Times New Roman" pitchFamily="18" charset="0"/>
                    <a:cs typeface="Tahoma"/>
                  </a:rPr>
                  <a:t>的字符串</a:t>
                </a:r>
                <a:r>
                  <a:rPr kumimoji="1" lang="en-US" altLang="zh-CN" dirty="0">
                    <a:solidFill>
                      <a:srgbClr val="000000"/>
                    </a:solidFill>
                    <a:latin typeface="Times New Roman" pitchFamily="18" charset="0"/>
                    <a:cs typeface="Tahoma"/>
                  </a:rPr>
                  <a:t>?</a:t>
                </a:r>
              </a:p>
              <a:p>
                <a:pPr marL="0" indent="0" eaLnBrk="1" hangingPunct="1">
                  <a:lnSpc>
                    <a:spcPct val="130000"/>
                  </a:lnSpc>
                  <a:spcBef>
                    <a:spcPts val="1200"/>
                  </a:spcBef>
                  <a:buNone/>
                </a:pPr>
                <a:r>
                  <a:rPr kumimoji="1" lang="zh-CN" altLang="en-US" dirty="0">
                    <a:solidFill>
                      <a:srgbClr val="000000"/>
                    </a:solidFill>
                    <a:latin typeface="Times New Roman" pitchFamily="18" charset="0"/>
                    <a:cs typeface="Tahoma"/>
                  </a:rPr>
                  <a:t>因为有</a:t>
                </a:r>
                <a:r>
                  <a:rPr kumimoji="1" lang="en-US" altLang="zh-CN" dirty="0">
                    <a:solidFill>
                      <a:srgbClr val="000000"/>
                    </a:solidFill>
                    <a:latin typeface="Times New Roman" pitchFamily="18" charset="0"/>
                    <a:cs typeface="Tahoma"/>
                  </a:rPr>
                  <a:t>26 </a:t>
                </a:r>
                <a:r>
                  <a:rPr kumimoji="1" lang="zh-CN" altLang="en-US" dirty="0">
                    <a:solidFill>
                      <a:srgbClr val="000000"/>
                    </a:solidFill>
                    <a:latin typeface="Times New Roman" pitchFamily="18" charset="0"/>
                    <a:cs typeface="Tahoma"/>
                  </a:rPr>
                  <a:t>个大写字母，且每个字母可以被重复使用，所以由乘积法则可以看出存在</a:t>
                </a:r>
                <a14:m>
                  <m:oMath xmlns:m="http://schemas.openxmlformats.org/officeDocument/2006/math">
                    <m:r>
                      <a:rPr kumimoji="1" lang="en-US" altLang="zh-CN" i="1">
                        <a:solidFill>
                          <a:srgbClr val="000000"/>
                        </a:solidFill>
                        <a:latin typeface="Cambria Math"/>
                      </a:rPr>
                      <m:t> </m:t>
                    </m:r>
                    <m:sSup>
                      <m:sSupPr>
                        <m:ctrlPr>
                          <a:rPr kumimoji="1" lang="en-US" altLang="zh-CN" i="1">
                            <a:solidFill>
                              <a:srgbClr val="000000"/>
                            </a:solidFill>
                            <a:latin typeface="Cambria Math" panose="02040503050406030204" pitchFamily="18" charset="0"/>
                          </a:rPr>
                        </m:ctrlPr>
                      </m:sSupPr>
                      <m:e>
                        <m:r>
                          <a:rPr kumimoji="1" lang="en-US" altLang="zh-CN" i="1">
                            <a:solidFill>
                              <a:srgbClr val="000000"/>
                            </a:solidFill>
                            <a:latin typeface="Cambria Math"/>
                          </a:rPr>
                          <m:t>26</m:t>
                        </m:r>
                      </m:e>
                      <m:sup>
                        <m:r>
                          <a:rPr kumimoji="1" lang="en-US" altLang="zh-CN" i="1">
                            <a:solidFill>
                              <a:srgbClr val="000000"/>
                            </a:solidFill>
                            <a:latin typeface="Cambria Math"/>
                          </a:rPr>
                          <m:t>𝑟</m:t>
                        </m:r>
                      </m:sup>
                    </m:sSup>
                  </m:oMath>
                </a14:m>
                <a:r>
                  <a:rPr kumimoji="1" lang="zh-CN" altLang="en-US" dirty="0">
                    <a:solidFill>
                      <a:srgbClr val="000000"/>
                    </a:solidFill>
                    <a:latin typeface="Times New Roman" pitchFamily="18" charset="0"/>
                    <a:cs typeface="Tahoma"/>
                  </a:rPr>
                  <a:t>个长度为</a:t>
                </a:r>
                <a14:m>
                  <m:oMath xmlns:m="http://schemas.openxmlformats.org/officeDocument/2006/math">
                    <m:r>
                      <a:rPr kumimoji="1" lang="en-US" altLang="zh-CN" i="1">
                        <a:solidFill>
                          <a:srgbClr val="000000"/>
                        </a:solidFill>
                        <a:latin typeface="Cambria Math"/>
                      </a:rPr>
                      <m:t> </m:t>
                    </m:r>
                    <m:r>
                      <a:rPr kumimoji="1" lang="en-US" altLang="zh-CN" i="1">
                        <a:solidFill>
                          <a:srgbClr val="000000"/>
                        </a:solidFill>
                        <a:latin typeface="Cambria Math"/>
                      </a:rPr>
                      <m:t>𝑟</m:t>
                    </m:r>
                    <m:r>
                      <a:rPr kumimoji="1" lang="en-US" altLang="zh-CN" i="1">
                        <a:solidFill>
                          <a:srgbClr val="000000"/>
                        </a:solidFill>
                        <a:latin typeface="Cambria Math"/>
                      </a:rPr>
                      <m:t> </m:t>
                    </m:r>
                  </m:oMath>
                </a14:m>
                <a:r>
                  <a:rPr kumimoji="1" lang="zh-CN" altLang="en-US" dirty="0">
                    <a:solidFill>
                      <a:srgbClr val="000000"/>
                    </a:solidFill>
                    <a:latin typeface="Times New Roman" pitchFamily="18" charset="0"/>
                    <a:cs typeface="Tahoma"/>
                  </a:rPr>
                  <a:t>的字符串。</a:t>
                </a:r>
                <a:endParaRPr kumimoji="1" lang="en-US" altLang="zh-CN" b="1" dirty="0">
                  <a:solidFill>
                    <a:srgbClr val="000000"/>
                  </a:solidFill>
                  <a:latin typeface="Times New Roman" pitchFamily="18" charset="0"/>
                  <a:cs typeface="Tahoma"/>
                </a:endParaRPr>
              </a:p>
              <a:p>
                <a:pPr marL="0" indent="0" eaLnBrk="1" hangingPunct="1">
                  <a:buNone/>
                </a:pPr>
                <a:endParaRPr lang="en-US" altLang="zh-CN" sz="2900" dirty="0">
                  <a:latin typeface="+mn-ea"/>
                </a:endParaRPr>
              </a:p>
              <a:p>
                <a:pPr marL="0" indent="0" eaLnBrk="1" hangingPunct="1">
                  <a:buNone/>
                </a:pPr>
                <a:endParaRPr lang="en-US" altLang="zh-CN" sz="2900" dirty="0">
                  <a:latin typeface="+mn-ea"/>
                </a:endParaRPr>
              </a:p>
            </p:txBody>
          </p:sp>
        </mc:Choice>
        <mc:Fallback xmlns="">
          <p:sp>
            <p:nvSpPr>
              <p:cNvPr id="2" name="内容占位符 2">
                <a:extLst>
                  <a:ext uri="{FF2B5EF4-FFF2-40B4-BE49-F238E27FC236}">
                    <a16:creationId xmlns:a16="http://schemas.microsoft.com/office/drawing/2014/main" id="{BEE8DE4E-CFDA-CDA8-2659-3FE6C7F61DB6}"/>
                  </a:ext>
                </a:extLst>
              </p:cNvPr>
              <p:cNvSpPr txBox="1">
                <a:spLocks noRot="1" noChangeAspect="1" noMove="1" noResize="1" noEditPoints="1" noAdjustHandles="1" noChangeArrowheads="1" noChangeShapeType="1" noTextEdit="1"/>
              </p:cNvSpPr>
              <p:nvPr/>
            </p:nvSpPr>
            <p:spPr bwMode="auto">
              <a:xfrm>
                <a:off x="285750" y="801461"/>
                <a:ext cx="8572500" cy="5675539"/>
              </a:xfrm>
              <a:prstGeom prst="rect">
                <a:avLst/>
              </a:prstGeom>
              <a:blipFill>
                <a:blip r:embed="rId3"/>
                <a:stretch>
                  <a:fillRect l="-1849" t="-1395" r="-142"/>
                </a:stretch>
              </a:blip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zh-CN" altLang="en-US">
                    <a:noFill/>
                  </a:rPr>
                  <a:t> </a:t>
                </a:r>
              </a:p>
            </p:txBody>
          </p:sp>
        </mc:Fallback>
      </mc:AlternateContent>
    </p:spTree>
    <p:extLst>
      <p:ext uri="{BB962C8B-B14F-4D97-AF65-F5344CB8AC3E}">
        <p14:creationId xmlns:p14="http://schemas.microsoft.com/office/powerpoint/2010/main" val="923879735"/>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14D1B56-3E48-1E84-130E-11E53B397564}"/>
            </a:ext>
          </a:extLst>
        </p:cNvPr>
        <p:cNvGrpSpPr/>
        <p:nvPr/>
      </p:nvGrpSpPr>
      <p:grpSpPr>
        <a:xfrm>
          <a:off x="0" y="0"/>
          <a:ext cx="0" cy="0"/>
          <a:chOff x="0" y="0"/>
          <a:chExt cx="0" cy="0"/>
        </a:xfrm>
      </p:grpSpPr>
      <p:sp>
        <p:nvSpPr>
          <p:cNvPr id="24578" name="Rectangle 2">
            <a:extLst>
              <a:ext uri="{FF2B5EF4-FFF2-40B4-BE49-F238E27FC236}">
                <a16:creationId xmlns:a16="http://schemas.microsoft.com/office/drawing/2014/main" id="{2AC8D714-68BD-E100-98C0-C116A08129CB}"/>
              </a:ext>
            </a:extLst>
          </p:cNvPr>
          <p:cNvSpPr>
            <a:spLocks noGrp="1" noChangeArrowheads="1"/>
          </p:cNvSpPr>
          <p:nvPr>
            <p:ph type="body" idx="1"/>
          </p:nvPr>
        </p:nvSpPr>
        <p:spPr>
          <a:xfrm>
            <a:off x="285750" y="161925"/>
            <a:ext cx="3829050" cy="676275"/>
          </a:xfrm>
        </p:spPr>
        <p:txBody>
          <a:bodyPr/>
          <a:lstStyle/>
          <a:p>
            <a:pPr eaLnBrk="1" hangingPunct="1">
              <a:buFontTx/>
              <a:buNone/>
            </a:pPr>
            <a:r>
              <a:rPr lang="en-US" altLang="zh-CN"/>
              <a:t>2 </a:t>
            </a:r>
            <a:r>
              <a:rPr lang="zh-CN" altLang="en-US"/>
              <a:t>排列与组合（续）</a:t>
            </a:r>
            <a:endParaRPr lang="en-US" altLang="zh-CN"/>
          </a:p>
        </p:txBody>
      </p:sp>
      <mc:AlternateContent xmlns:mc="http://schemas.openxmlformats.org/markup-compatibility/2006" xmlns:a14="http://schemas.microsoft.com/office/drawing/2010/main">
        <mc:Choice Requires="a14">
          <p:sp>
            <p:nvSpPr>
              <p:cNvPr id="2" name="内容占位符 2">
                <a:extLst>
                  <a:ext uri="{FF2B5EF4-FFF2-40B4-BE49-F238E27FC236}">
                    <a16:creationId xmlns:a16="http://schemas.microsoft.com/office/drawing/2014/main" id="{271E80DA-475E-6D64-D8A6-822C9AE35981}"/>
                  </a:ext>
                </a:extLst>
              </p:cNvPr>
              <p:cNvSpPr txBox="1">
                <a:spLocks/>
              </p:cNvSpPr>
              <p:nvPr/>
            </p:nvSpPr>
            <p:spPr bwMode="auto">
              <a:xfrm>
                <a:off x="323850" y="661307"/>
                <a:ext cx="8572500" cy="6056539"/>
              </a:xfrm>
              <a:prstGeom prst="rect">
                <a:avLst/>
              </a:prstGeom>
              <a:noFill/>
              <a:ln>
                <a:noFill/>
              </a:ln>
              <a:extLst>
                <a:ext uri="{909E8E84-426E-40DD-AFC4-6F175D3DCCD1}">
                  <a14:hiddenFill>
                    <a:solidFill>
                      <a:srgbClr val="FFFFFF"/>
                    </a:solidFill>
                  </a14:hiddenFill>
                </a:ext>
                <a:ext uri="{91240B29-F687-4F45-9708-019B960494DF}">
                  <a14:hiddenLine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vl6pPr marL="2514600" indent="-228600" algn="l" rtl="0" fontAlgn="base">
                  <a:spcBef>
                    <a:spcPct val="20000"/>
                  </a:spcBef>
                  <a:spcAft>
                    <a:spcPct val="0"/>
                  </a:spcAft>
                  <a:buChar char="»"/>
                  <a:defRPr sz="2000">
                    <a:solidFill>
                      <a:schemeClr val="tx1"/>
                    </a:solidFill>
                    <a:latin typeface="+mn-lt"/>
                    <a:ea typeface="+mn-ea"/>
                  </a:defRPr>
                </a:lvl6pPr>
                <a:lvl7pPr marL="2971800" indent="-228600" algn="l" rtl="0" fontAlgn="base">
                  <a:spcBef>
                    <a:spcPct val="20000"/>
                  </a:spcBef>
                  <a:spcAft>
                    <a:spcPct val="0"/>
                  </a:spcAft>
                  <a:buChar char="»"/>
                  <a:defRPr sz="2000">
                    <a:solidFill>
                      <a:schemeClr val="tx1"/>
                    </a:solidFill>
                    <a:latin typeface="+mn-lt"/>
                    <a:ea typeface="+mn-ea"/>
                  </a:defRPr>
                </a:lvl7pPr>
                <a:lvl8pPr marL="3429000" indent="-228600" algn="l" rtl="0" fontAlgn="base">
                  <a:spcBef>
                    <a:spcPct val="20000"/>
                  </a:spcBef>
                  <a:spcAft>
                    <a:spcPct val="0"/>
                  </a:spcAft>
                  <a:buChar char="»"/>
                  <a:defRPr sz="2000">
                    <a:solidFill>
                      <a:schemeClr val="tx1"/>
                    </a:solidFill>
                    <a:latin typeface="+mn-lt"/>
                    <a:ea typeface="+mn-ea"/>
                  </a:defRPr>
                </a:lvl8pPr>
                <a:lvl9pPr marL="3886200" indent="-228600" algn="l" rtl="0" fontAlgn="base">
                  <a:spcBef>
                    <a:spcPct val="20000"/>
                  </a:spcBef>
                  <a:spcAft>
                    <a:spcPct val="0"/>
                  </a:spcAft>
                  <a:buChar char="»"/>
                  <a:defRPr sz="2000">
                    <a:solidFill>
                      <a:schemeClr val="tx1"/>
                    </a:solidFill>
                    <a:latin typeface="+mn-lt"/>
                    <a:ea typeface="+mn-ea"/>
                  </a:defRPr>
                </a:lvl9pPr>
              </a:lstStyle>
              <a:p>
                <a:pPr marL="0" indent="0" eaLnBrk="1" hangingPunct="1">
                  <a:buNone/>
                </a:pPr>
                <a:r>
                  <a:rPr lang="zh-CN" altLang="zh-CN" sz="3000" b="1" dirty="0">
                    <a:latin typeface="+mn-ea"/>
                  </a:rPr>
                  <a:t>定理</a:t>
                </a:r>
                <a:r>
                  <a:rPr lang="en-US" altLang="zh-CN" sz="3000" b="1" dirty="0">
                    <a:latin typeface="+mn-ea"/>
                  </a:rPr>
                  <a:t>3</a:t>
                </a:r>
              </a:p>
              <a:p>
                <a:pPr marL="0" indent="0">
                  <a:lnSpc>
                    <a:spcPct val="130000"/>
                  </a:lnSpc>
                  <a:buNone/>
                </a:pPr>
                <a:r>
                  <a:rPr lang="zh-CN" altLang="en-US" dirty="0">
                    <a:solidFill>
                      <a:srgbClr val="000000"/>
                    </a:solidFill>
                  </a:rPr>
                  <a:t>具有</a:t>
                </a:r>
                <a14:m>
                  <m:oMath xmlns:m="http://schemas.openxmlformats.org/officeDocument/2006/math">
                    <m:r>
                      <a:rPr lang="en-US" altLang="zh-CN" dirty="0">
                        <a:solidFill>
                          <a:srgbClr val="000000"/>
                        </a:solidFill>
                        <a:latin typeface="Cambria Math"/>
                      </a:rPr>
                      <m:t> </m:t>
                    </m:r>
                    <m:r>
                      <a:rPr lang="en-US" altLang="zh-CN" i="1" dirty="0">
                        <a:solidFill>
                          <a:srgbClr val="000000"/>
                        </a:solidFill>
                        <a:latin typeface="Cambria Math"/>
                      </a:rPr>
                      <m:t>𝑛</m:t>
                    </m:r>
                    <m:r>
                      <a:rPr lang="en-US" altLang="zh-CN" i="1" dirty="0">
                        <a:solidFill>
                          <a:srgbClr val="000000"/>
                        </a:solidFill>
                        <a:latin typeface="Cambria Math"/>
                      </a:rPr>
                      <m:t> </m:t>
                    </m:r>
                  </m:oMath>
                </a14:m>
                <a:r>
                  <a:rPr lang="zh-CN" altLang="en-US" dirty="0">
                    <a:solidFill>
                      <a:srgbClr val="000000"/>
                    </a:solidFill>
                  </a:rPr>
                  <a:t>个对象的集合</a:t>
                </a:r>
                <a:r>
                  <a:rPr lang="zh-CN" altLang="en-US" i="1" dirty="0">
                    <a:solidFill>
                      <a:srgbClr val="000000"/>
                    </a:solidFill>
                  </a:rPr>
                  <a:t>允许重复</a:t>
                </a:r>
                <a:r>
                  <a:rPr lang="zh-CN" altLang="en-US" dirty="0">
                    <a:solidFill>
                      <a:srgbClr val="000000"/>
                    </a:solidFill>
                  </a:rPr>
                  <a:t>的</a:t>
                </a:r>
                <a14:m>
                  <m:oMath xmlns:m="http://schemas.openxmlformats.org/officeDocument/2006/math">
                    <m:r>
                      <a:rPr lang="en-US" altLang="zh-CN" i="1">
                        <a:solidFill>
                          <a:srgbClr val="000000"/>
                        </a:solidFill>
                        <a:latin typeface="Cambria Math"/>
                      </a:rPr>
                      <m:t>𝑟</m:t>
                    </m:r>
                  </m:oMath>
                </a14:m>
                <a:r>
                  <a:rPr lang="zh-CN" altLang="en-US" dirty="0">
                    <a:solidFill>
                      <a:srgbClr val="000000"/>
                    </a:solidFill>
                  </a:rPr>
                  <a:t>组合数是</a:t>
                </a:r>
                <a:endParaRPr lang="en-US" altLang="zh-CN" dirty="0">
                  <a:solidFill>
                    <a:srgbClr val="000000"/>
                  </a:solidFill>
                </a:endParaRPr>
              </a:p>
              <a:p>
                <a:pPr marL="0" indent="0">
                  <a:lnSpc>
                    <a:spcPct val="130000"/>
                  </a:lnSpc>
                  <a:buNone/>
                </a:pPr>
                <a14:m>
                  <m:oMathPara xmlns:m="http://schemas.openxmlformats.org/officeDocument/2006/math">
                    <m:oMathParaPr>
                      <m:jc m:val="centerGroup"/>
                    </m:oMathParaPr>
                    <m:oMath xmlns:m="http://schemas.openxmlformats.org/officeDocument/2006/math">
                      <m:r>
                        <a:rPr lang="en-US" altLang="zh-CN" i="1" dirty="0">
                          <a:solidFill>
                            <a:srgbClr val="000000"/>
                          </a:solidFill>
                          <a:latin typeface="Cambria Math"/>
                        </a:rPr>
                        <m:t>𝐶</m:t>
                      </m:r>
                      <m:d>
                        <m:dPr>
                          <m:ctrlPr>
                            <a:rPr lang="en-US" altLang="zh-CN" i="1" dirty="0">
                              <a:solidFill>
                                <a:srgbClr val="000000"/>
                              </a:solidFill>
                              <a:latin typeface="Cambria Math" panose="02040503050406030204" pitchFamily="18" charset="0"/>
                            </a:rPr>
                          </m:ctrlPr>
                        </m:dPr>
                        <m:e>
                          <m:r>
                            <a:rPr lang="en-US" altLang="zh-CN" i="1" dirty="0">
                              <a:solidFill>
                                <a:srgbClr val="000000"/>
                              </a:solidFill>
                              <a:latin typeface="Cambria Math"/>
                            </a:rPr>
                            <m:t>𝑛</m:t>
                          </m:r>
                          <m:r>
                            <a:rPr lang="en-US" altLang="zh-CN" i="1" dirty="0">
                              <a:solidFill>
                                <a:srgbClr val="000000"/>
                              </a:solidFill>
                              <a:latin typeface="Cambria Math"/>
                            </a:rPr>
                            <m:t>+</m:t>
                          </m:r>
                          <m:r>
                            <a:rPr lang="en-US" altLang="zh-CN" i="1" dirty="0">
                              <a:solidFill>
                                <a:srgbClr val="000000"/>
                              </a:solidFill>
                              <a:latin typeface="Cambria Math"/>
                            </a:rPr>
                            <m:t>𝑟</m:t>
                          </m:r>
                          <m:r>
                            <a:rPr lang="en-US" altLang="zh-CN" i="1" dirty="0">
                              <a:solidFill>
                                <a:srgbClr val="000000"/>
                              </a:solidFill>
                              <a:latin typeface="Cambria Math"/>
                            </a:rPr>
                            <m:t>−1</m:t>
                          </m:r>
                          <m:r>
                            <a:rPr lang="zh-CN" altLang="en-US" i="1" dirty="0" smtClean="0">
                              <a:solidFill>
                                <a:srgbClr val="000000"/>
                              </a:solidFill>
                              <a:latin typeface="Cambria Math" panose="02040503050406030204" pitchFamily="18" charset="0"/>
                            </a:rPr>
                            <m:t>，</m:t>
                          </m:r>
                          <m:r>
                            <a:rPr lang="en-US" altLang="zh-CN" i="1" dirty="0">
                              <a:solidFill>
                                <a:srgbClr val="000000"/>
                              </a:solidFill>
                              <a:latin typeface="Cambria Math"/>
                            </a:rPr>
                            <m:t>𝑟</m:t>
                          </m:r>
                        </m:e>
                      </m:d>
                      <m:r>
                        <a:rPr lang="en-US" altLang="zh-CN" i="1" dirty="0">
                          <a:solidFill>
                            <a:srgbClr val="000000"/>
                          </a:solidFill>
                          <a:latin typeface="Cambria Math"/>
                        </a:rPr>
                        <m:t>=</m:t>
                      </m:r>
                      <m:r>
                        <a:rPr lang="en-US" altLang="zh-CN" i="1" dirty="0">
                          <a:solidFill>
                            <a:srgbClr val="000000"/>
                          </a:solidFill>
                          <a:latin typeface="Cambria Math"/>
                        </a:rPr>
                        <m:t>𝐶</m:t>
                      </m:r>
                      <m:d>
                        <m:dPr>
                          <m:ctrlPr>
                            <a:rPr lang="en-US" altLang="zh-CN" i="1" dirty="0">
                              <a:solidFill>
                                <a:srgbClr val="000000"/>
                              </a:solidFill>
                              <a:latin typeface="Cambria Math" panose="02040503050406030204" pitchFamily="18" charset="0"/>
                            </a:rPr>
                          </m:ctrlPr>
                        </m:dPr>
                        <m:e>
                          <m:r>
                            <a:rPr lang="en-US" altLang="zh-CN" i="1" dirty="0">
                              <a:solidFill>
                                <a:srgbClr val="000000"/>
                              </a:solidFill>
                              <a:latin typeface="Cambria Math"/>
                            </a:rPr>
                            <m:t>𝑛</m:t>
                          </m:r>
                          <m:r>
                            <a:rPr lang="en-US" altLang="zh-CN" i="1" dirty="0">
                              <a:solidFill>
                                <a:srgbClr val="000000"/>
                              </a:solidFill>
                              <a:latin typeface="Cambria Math"/>
                            </a:rPr>
                            <m:t>+</m:t>
                          </m:r>
                          <m:r>
                            <a:rPr lang="en-US" altLang="zh-CN" i="1" dirty="0">
                              <a:solidFill>
                                <a:srgbClr val="000000"/>
                              </a:solidFill>
                              <a:latin typeface="Cambria Math"/>
                            </a:rPr>
                            <m:t>𝑟</m:t>
                          </m:r>
                          <m:r>
                            <a:rPr lang="en-US" altLang="zh-CN" i="1" dirty="0">
                              <a:solidFill>
                                <a:srgbClr val="000000"/>
                              </a:solidFill>
                              <a:latin typeface="Cambria Math"/>
                            </a:rPr>
                            <m:t>−1</m:t>
                          </m:r>
                          <m:r>
                            <a:rPr lang="zh-CN" altLang="en-US" i="1" dirty="0" smtClean="0">
                              <a:solidFill>
                                <a:srgbClr val="000000"/>
                              </a:solidFill>
                              <a:latin typeface="Cambria Math" panose="02040503050406030204" pitchFamily="18" charset="0"/>
                            </a:rPr>
                            <m:t>，</m:t>
                          </m:r>
                          <m:r>
                            <a:rPr lang="en-US" altLang="zh-CN" i="1" dirty="0">
                              <a:solidFill>
                                <a:srgbClr val="000000"/>
                              </a:solidFill>
                              <a:latin typeface="Cambria Math"/>
                            </a:rPr>
                            <m:t>𝑛</m:t>
                          </m:r>
                          <m:r>
                            <a:rPr lang="en-US" altLang="zh-CN" i="1" dirty="0">
                              <a:solidFill>
                                <a:srgbClr val="000000"/>
                              </a:solidFill>
                              <a:latin typeface="Cambria Math"/>
                            </a:rPr>
                            <m:t>−1</m:t>
                          </m:r>
                        </m:e>
                      </m:d>
                      <m:r>
                        <a:rPr lang="zh-CN" altLang="en-US" i="1" dirty="0">
                          <a:solidFill>
                            <a:srgbClr val="000000"/>
                          </a:solidFill>
                          <a:latin typeface="Cambria Math" panose="02040503050406030204" pitchFamily="18" charset="0"/>
                        </a:rPr>
                        <m:t>。</m:t>
                      </m:r>
                    </m:oMath>
                  </m:oMathPara>
                </a14:m>
                <a:endParaRPr lang="en-US" altLang="zh-CN" i="1" dirty="0">
                  <a:solidFill>
                    <a:srgbClr val="000000"/>
                  </a:solidFill>
                </a:endParaRPr>
              </a:p>
              <a:p>
                <a:pPr marL="0" indent="0" eaLnBrk="1" hangingPunct="1">
                  <a:lnSpc>
                    <a:spcPct val="130000"/>
                  </a:lnSpc>
                  <a:buNone/>
                </a:pPr>
                <a:r>
                  <a:rPr lang="zh-CN" altLang="zh-CN" b="1" dirty="0">
                    <a:latin typeface="+mn-ea"/>
                  </a:rPr>
                  <a:t>定理</a:t>
                </a:r>
                <a:r>
                  <a:rPr lang="en-US" altLang="zh-CN" b="1" dirty="0">
                    <a:latin typeface="+mn-ea"/>
                  </a:rPr>
                  <a:t>3</a:t>
                </a:r>
                <a:r>
                  <a:rPr lang="zh-CN" altLang="en-US" b="1" dirty="0">
                    <a:latin typeface="+mn-ea"/>
                  </a:rPr>
                  <a:t>证明</a:t>
                </a:r>
                <a:r>
                  <a:rPr lang="en-US" altLang="zh-CN" b="1" dirty="0">
                    <a:latin typeface="+mn-ea"/>
                  </a:rPr>
                  <a:t>.</a:t>
                </a:r>
              </a:p>
              <a:p>
                <a:pPr marL="0" indent="0" eaLnBrk="1" hangingPunct="1">
                  <a:buNone/>
                </a:pPr>
                <a:r>
                  <a:rPr lang="zh-CN" altLang="en-US" sz="2800" dirty="0">
                    <a:latin typeface="+mn-ea"/>
                  </a:rPr>
                  <a:t>不妨假设</a:t>
                </a:r>
                <a14:m>
                  <m:oMath xmlns:m="http://schemas.openxmlformats.org/officeDocument/2006/math">
                    <m:r>
                      <a:rPr lang="en-US" altLang="zh-CN" sz="2800" i="1" dirty="0">
                        <a:solidFill>
                          <a:srgbClr val="000000"/>
                        </a:solidFill>
                        <a:latin typeface="Cambria Math"/>
                      </a:rPr>
                      <m:t>𝑛</m:t>
                    </m:r>
                  </m:oMath>
                </a14:m>
                <a:r>
                  <a:rPr lang="zh-CN" altLang="en-US" sz="2800" dirty="0">
                    <a:latin typeface="+mn-ea"/>
                  </a:rPr>
                  <a:t>个元素分别是</a:t>
                </a:r>
                <a14:m>
                  <m:oMath xmlns:m="http://schemas.openxmlformats.org/officeDocument/2006/math">
                    <m:r>
                      <a:rPr lang="en-US" altLang="zh-CN" sz="2800" i="1" dirty="0">
                        <a:solidFill>
                          <a:srgbClr val="000000"/>
                        </a:solidFill>
                        <a:latin typeface="Cambria Math"/>
                      </a:rPr>
                      <m:t>1</m:t>
                    </m:r>
                    <m:r>
                      <a:rPr lang="zh-CN" altLang="en-US" sz="2800" i="1" dirty="0">
                        <a:solidFill>
                          <a:srgbClr val="000000"/>
                        </a:solidFill>
                        <a:latin typeface="Cambria Math" panose="02040503050406030204" pitchFamily="18" charset="0"/>
                      </a:rPr>
                      <m:t>，</m:t>
                    </m:r>
                    <m:r>
                      <a:rPr lang="en-US" altLang="zh-CN" sz="2800" i="1" dirty="0" smtClean="0">
                        <a:solidFill>
                          <a:srgbClr val="000000"/>
                        </a:solidFill>
                        <a:latin typeface="Cambria Math" panose="02040503050406030204" pitchFamily="18" charset="0"/>
                      </a:rPr>
                      <m:t>2</m:t>
                    </m:r>
                    <m:r>
                      <a:rPr lang="zh-CN" altLang="en-US" sz="2800" i="1" dirty="0">
                        <a:solidFill>
                          <a:srgbClr val="000000"/>
                        </a:solidFill>
                        <a:latin typeface="Cambria Math" panose="02040503050406030204" pitchFamily="18" charset="0"/>
                      </a:rPr>
                      <m:t>，</m:t>
                    </m:r>
                    <m:r>
                      <a:rPr lang="zh-CN" altLang="en-US" sz="2800" i="1" dirty="0" smtClean="0">
                        <a:solidFill>
                          <a:srgbClr val="000000"/>
                        </a:solidFill>
                        <a:latin typeface="Cambria Math" panose="02040503050406030204" pitchFamily="18" charset="0"/>
                      </a:rPr>
                      <m:t>⋯</m:t>
                    </m:r>
                    <m:r>
                      <a:rPr lang="zh-CN" altLang="en-US" sz="2800" i="1" dirty="0">
                        <a:solidFill>
                          <a:srgbClr val="000000"/>
                        </a:solidFill>
                        <a:latin typeface="Cambria Math" panose="02040503050406030204" pitchFamily="18" charset="0"/>
                      </a:rPr>
                      <m:t>，</m:t>
                    </m:r>
                    <m:r>
                      <a:rPr lang="en-US" altLang="zh-CN" sz="2800" b="0" i="1" dirty="0" smtClean="0">
                        <a:solidFill>
                          <a:srgbClr val="000000"/>
                        </a:solidFill>
                        <a:latin typeface="Cambria Math" panose="02040503050406030204" pitchFamily="18" charset="0"/>
                      </a:rPr>
                      <m:t>𝑛</m:t>
                    </m:r>
                  </m:oMath>
                </a14:m>
                <a:r>
                  <a:rPr lang="zh-CN" altLang="en-US" sz="2800" dirty="0">
                    <a:latin typeface="+mn-ea"/>
                  </a:rPr>
                  <a:t>。如果</a:t>
                </a:r>
                <a14:m>
                  <m:oMath xmlns:m="http://schemas.openxmlformats.org/officeDocument/2006/math">
                    <m:r>
                      <a:rPr lang="en-US" altLang="zh-CN" sz="2800" i="1" dirty="0" smtClean="0">
                        <a:solidFill>
                          <a:srgbClr val="000000"/>
                        </a:solidFill>
                        <a:latin typeface="Cambria Math" panose="02040503050406030204" pitchFamily="18" charset="0"/>
                      </a:rPr>
                      <m:t>{</m:t>
                    </m:r>
                    <m:sSub>
                      <m:sSubPr>
                        <m:ctrlPr>
                          <a:rPr lang="en-US" altLang="zh-CN" sz="2800" i="1" dirty="0" smtClean="0">
                            <a:solidFill>
                              <a:srgbClr val="000000"/>
                            </a:solidFill>
                            <a:latin typeface="Cambria Math" panose="02040503050406030204" pitchFamily="18" charset="0"/>
                          </a:rPr>
                        </m:ctrlPr>
                      </m:sSubPr>
                      <m:e>
                        <m:r>
                          <a:rPr lang="en-US" altLang="zh-CN" sz="2800" b="0" i="1" dirty="0" smtClean="0">
                            <a:solidFill>
                              <a:srgbClr val="000000"/>
                            </a:solidFill>
                            <a:latin typeface="Cambria Math" panose="02040503050406030204" pitchFamily="18" charset="0"/>
                          </a:rPr>
                          <m:t>𝑎</m:t>
                        </m:r>
                      </m:e>
                      <m:sub>
                        <m:r>
                          <a:rPr lang="en-US" altLang="zh-CN" sz="2800" b="0" i="1" dirty="0" smtClean="0">
                            <a:solidFill>
                              <a:srgbClr val="000000"/>
                            </a:solidFill>
                            <a:latin typeface="Cambria Math" panose="02040503050406030204" pitchFamily="18" charset="0"/>
                          </a:rPr>
                          <m:t>1</m:t>
                        </m:r>
                      </m:sub>
                    </m:sSub>
                    <m:r>
                      <a:rPr lang="zh-CN" altLang="en-US" sz="2800" i="1" dirty="0">
                        <a:solidFill>
                          <a:srgbClr val="000000"/>
                        </a:solidFill>
                        <a:latin typeface="Cambria Math" panose="02040503050406030204" pitchFamily="18" charset="0"/>
                      </a:rPr>
                      <m:t>，</m:t>
                    </m:r>
                    <m:sSub>
                      <m:sSubPr>
                        <m:ctrlPr>
                          <a:rPr lang="en-US" altLang="zh-CN" sz="2800" i="1" dirty="0">
                            <a:solidFill>
                              <a:srgbClr val="000000"/>
                            </a:solidFill>
                            <a:latin typeface="Cambria Math" panose="02040503050406030204" pitchFamily="18" charset="0"/>
                          </a:rPr>
                        </m:ctrlPr>
                      </m:sSubPr>
                      <m:e>
                        <m:r>
                          <a:rPr lang="en-US" altLang="zh-CN" sz="2800" i="1" dirty="0">
                            <a:solidFill>
                              <a:srgbClr val="000000"/>
                            </a:solidFill>
                            <a:latin typeface="Cambria Math" panose="02040503050406030204" pitchFamily="18" charset="0"/>
                          </a:rPr>
                          <m:t>𝑎</m:t>
                        </m:r>
                      </m:e>
                      <m:sub>
                        <m:r>
                          <a:rPr lang="en-US" altLang="zh-CN" sz="2800" b="0" i="1" dirty="0" smtClean="0">
                            <a:solidFill>
                              <a:srgbClr val="000000"/>
                            </a:solidFill>
                            <a:latin typeface="Cambria Math" panose="02040503050406030204" pitchFamily="18" charset="0"/>
                          </a:rPr>
                          <m:t>2</m:t>
                        </m:r>
                      </m:sub>
                    </m:sSub>
                    <m:r>
                      <a:rPr lang="zh-CN" altLang="en-US" sz="2800" i="1" dirty="0" smtClean="0">
                        <a:solidFill>
                          <a:srgbClr val="000000"/>
                        </a:solidFill>
                        <a:latin typeface="Cambria Math" panose="02040503050406030204" pitchFamily="18" charset="0"/>
                      </a:rPr>
                      <m:t>，</m:t>
                    </m:r>
                    <m:r>
                      <a:rPr lang="zh-CN" altLang="en-US" sz="2800" i="1" dirty="0">
                        <a:solidFill>
                          <a:srgbClr val="000000"/>
                        </a:solidFill>
                        <a:latin typeface="Cambria Math" panose="02040503050406030204" pitchFamily="18" charset="0"/>
                      </a:rPr>
                      <m:t>⋯</m:t>
                    </m:r>
                    <m:sSub>
                      <m:sSubPr>
                        <m:ctrlPr>
                          <a:rPr lang="en-US" altLang="zh-CN" sz="2800" i="1" dirty="0">
                            <a:solidFill>
                              <a:srgbClr val="000000"/>
                            </a:solidFill>
                            <a:latin typeface="Cambria Math" panose="02040503050406030204" pitchFamily="18" charset="0"/>
                          </a:rPr>
                        </m:ctrlPr>
                      </m:sSubPr>
                      <m:e>
                        <m:r>
                          <a:rPr lang="zh-CN" altLang="en-US" sz="2800" i="1" dirty="0" smtClean="0">
                            <a:solidFill>
                              <a:srgbClr val="000000"/>
                            </a:solidFill>
                            <a:latin typeface="Cambria Math" panose="02040503050406030204" pitchFamily="18" charset="0"/>
                          </a:rPr>
                          <m:t>，</m:t>
                        </m:r>
                        <m:r>
                          <a:rPr lang="en-US" altLang="zh-CN" sz="2800" i="1" dirty="0">
                            <a:solidFill>
                              <a:srgbClr val="000000"/>
                            </a:solidFill>
                            <a:latin typeface="Cambria Math" panose="02040503050406030204" pitchFamily="18" charset="0"/>
                          </a:rPr>
                          <m:t>𝑎</m:t>
                        </m:r>
                      </m:e>
                      <m:sub>
                        <m:r>
                          <a:rPr lang="en-US" altLang="zh-CN" sz="2800" b="0" i="1" dirty="0" smtClean="0">
                            <a:solidFill>
                              <a:srgbClr val="000000"/>
                            </a:solidFill>
                            <a:latin typeface="Cambria Math" panose="02040503050406030204" pitchFamily="18" charset="0"/>
                          </a:rPr>
                          <m:t>𝑟</m:t>
                        </m:r>
                      </m:sub>
                    </m:sSub>
                    <m:r>
                      <a:rPr lang="en-US" altLang="zh-CN" sz="2800" b="0" i="1" dirty="0" smtClean="0">
                        <a:solidFill>
                          <a:srgbClr val="000000"/>
                        </a:solidFill>
                        <a:latin typeface="Cambria Math" panose="02040503050406030204" pitchFamily="18" charset="0"/>
                      </a:rPr>
                      <m:t>}</m:t>
                    </m:r>
                  </m:oMath>
                </a14:m>
                <a:r>
                  <a:rPr lang="zh-CN" altLang="en-US" sz="2800" dirty="0">
                    <a:latin typeface="+mn-ea"/>
                  </a:rPr>
                  <a:t>是</a:t>
                </a:r>
                <a14:m>
                  <m:oMath xmlns:m="http://schemas.openxmlformats.org/officeDocument/2006/math">
                    <m:r>
                      <a:rPr lang="en-US" altLang="zh-CN" sz="2800" i="1" dirty="0">
                        <a:solidFill>
                          <a:srgbClr val="000000"/>
                        </a:solidFill>
                        <a:latin typeface="Cambria Math"/>
                      </a:rPr>
                      <m:t>𝑛</m:t>
                    </m:r>
                  </m:oMath>
                </a14:m>
                <a:r>
                  <a:rPr lang="zh-CN" altLang="en-US" sz="2800" dirty="0">
                    <a:latin typeface="+mn-ea"/>
                  </a:rPr>
                  <a:t>个元素集合</a:t>
                </a:r>
                <a14:m>
                  <m:oMath xmlns:m="http://schemas.openxmlformats.org/officeDocument/2006/math">
                    <m:r>
                      <a:rPr lang="en-US" altLang="zh-CN" sz="2800" b="0" i="0" dirty="0" smtClean="0">
                        <a:solidFill>
                          <a:srgbClr val="000000"/>
                        </a:solidFill>
                        <a:latin typeface="Cambria Math" panose="02040503050406030204" pitchFamily="18" charset="0"/>
                      </a:rPr>
                      <m:t>{</m:t>
                    </m:r>
                    <m:r>
                      <a:rPr lang="en-US" altLang="zh-CN" sz="2800" i="1" dirty="0">
                        <a:solidFill>
                          <a:srgbClr val="000000"/>
                        </a:solidFill>
                        <a:latin typeface="Cambria Math"/>
                      </a:rPr>
                      <m:t>1</m:t>
                    </m:r>
                    <m:r>
                      <a:rPr lang="zh-CN" altLang="en-US" sz="2800" i="1" dirty="0">
                        <a:solidFill>
                          <a:srgbClr val="000000"/>
                        </a:solidFill>
                        <a:latin typeface="Cambria Math" panose="02040503050406030204" pitchFamily="18" charset="0"/>
                      </a:rPr>
                      <m:t>，</m:t>
                    </m:r>
                    <m:r>
                      <a:rPr lang="en-US" altLang="zh-CN" sz="2800" i="1" dirty="0">
                        <a:solidFill>
                          <a:srgbClr val="000000"/>
                        </a:solidFill>
                        <a:latin typeface="Cambria Math" panose="02040503050406030204" pitchFamily="18" charset="0"/>
                      </a:rPr>
                      <m:t>2</m:t>
                    </m:r>
                    <m:r>
                      <a:rPr lang="zh-CN" altLang="en-US" sz="2800" i="1" dirty="0">
                        <a:solidFill>
                          <a:srgbClr val="000000"/>
                        </a:solidFill>
                        <a:latin typeface="Cambria Math" panose="02040503050406030204" pitchFamily="18" charset="0"/>
                      </a:rPr>
                      <m:t>，</m:t>
                    </m:r>
                    <m:r>
                      <a:rPr lang="zh-CN" altLang="en-US" sz="2800" i="1" dirty="0">
                        <a:solidFill>
                          <a:srgbClr val="000000"/>
                        </a:solidFill>
                        <a:latin typeface="Cambria Math" panose="02040503050406030204" pitchFamily="18" charset="0"/>
                      </a:rPr>
                      <m:t>⋯</m:t>
                    </m:r>
                    <m:r>
                      <a:rPr lang="zh-CN" altLang="en-US" sz="2800" i="1" dirty="0">
                        <a:solidFill>
                          <a:srgbClr val="000000"/>
                        </a:solidFill>
                        <a:latin typeface="Cambria Math" panose="02040503050406030204" pitchFamily="18" charset="0"/>
                      </a:rPr>
                      <m:t>，</m:t>
                    </m:r>
                    <m:r>
                      <a:rPr lang="en-US" altLang="zh-CN" sz="2800" i="1" dirty="0">
                        <a:solidFill>
                          <a:srgbClr val="000000"/>
                        </a:solidFill>
                        <a:latin typeface="Cambria Math" panose="02040503050406030204" pitchFamily="18" charset="0"/>
                      </a:rPr>
                      <m:t>𝑛</m:t>
                    </m:r>
                    <m:r>
                      <a:rPr lang="en-US" altLang="zh-CN" sz="2800" b="0" i="1" dirty="0" smtClean="0">
                        <a:solidFill>
                          <a:srgbClr val="000000"/>
                        </a:solidFill>
                        <a:latin typeface="Cambria Math" panose="02040503050406030204" pitchFamily="18" charset="0"/>
                      </a:rPr>
                      <m:t>}</m:t>
                    </m:r>
                  </m:oMath>
                </a14:m>
                <a:r>
                  <a:rPr lang="zh-CN" altLang="en-US" sz="2800" dirty="0">
                    <a:latin typeface="+mn-ea"/>
                  </a:rPr>
                  <a:t>上的一个可重复个元素的组合，不妨假设</a:t>
                </a:r>
                <a14:m>
                  <m:oMath xmlns:m="http://schemas.openxmlformats.org/officeDocument/2006/math">
                    <m:sSub>
                      <m:sSubPr>
                        <m:ctrlPr>
                          <a:rPr lang="en-US" altLang="zh-CN" sz="2800" i="1" dirty="0">
                            <a:solidFill>
                              <a:srgbClr val="000000"/>
                            </a:solidFill>
                            <a:latin typeface="Cambria Math" panose="02040503050406030204" pitchFamily="18" charset="0"/>
                          </a:rPr>
                        </m:ctrlPr>
                      </m:sSubPr>
                      <m:e>
                        <m:r>
                          <a:rPr lang="en-US" altLang="zh-CN" sz="2800" i="1" dirty="0">
                            <a:solidFill>
                              <a:srgbClr val="000000"/>
                            </a:solidFill>
                            <a:latin typeface="Cambria Math" panose="02040503050406030204" pitchFamily="18" charset="0"/>
                          </a:rPr>
                          <m:t>𝑎</m:t>
                        </m:r>
                      </m:e>
                      <m:sub>
                        <m:r>
                          <a:rPr lang="en-US" altLang="zh-CN" sz="2800" i="1" dirty="0">
                            <a:solidFill>
                              <a:srgbClr val="000000"/>
                            </a:solidFill>
                            <a:latin typeface="Cambria Math" panose="02040503050406030204" pitchFamily="18" charset="0"/>
                          </a:rPr>
                          <m:t>1</m:t>
                        </m:r>
                      </m:sub>
                    </m:sSub>
                    <m:r>
                      <a:rPr lang="zh-CN" altLang="en-US" sz="2800" i="1" dirty="0" smtClean="0">
                        <a:solidFill>
                          <a:srgbClr val="000000"/>
                        </a:solidFill>
                        <a:latin typeface="Cambria Math" panose="02040503050406030204" pitchFamily="18" charset="0"/>
                      </a:rPr>
                      <m:t>≤</m:t>
                    </m:r>
                    <m:sSub>
                      <m:sSubPr>
                        <m:ctrlPr>
                          <a:rPr lang="en-US" altLang="zh-CN" sz="2800" i="1" dirty="0">
                            <a:solidFill>
                              <a:srgbClr val="000000"/>
                            </a:solidFill>
                            <a:latin typeface="Cambria Math" panose="02040503050406030204" pitchFamily="18" charset="0"/>
                          </a:rPr>
                        </m:ctrlPr>
                      </m:sSubPr>
                      <m:e>
                        <m:r>
                          <a:rPr lang="en-US" altLang="zh-CN" sz="2800" i="1" dirty="0">
                            <a:solidFill>
                              <a:srgbClr val="000000"/>
                            </a:solidFill>
                            <a:latin typeface="Cambria Math" panose="02040503050406030204" pitchFamily="18" charset="0"/>
                          </a:rPr>
                          <m:t>𝑎</m:t>
                        </m:r>
                      </m:e>
                      <m:sub>
                        <m:r>
                          <a:rPr lang="en-US" altLang="zh-CN" sz="2800" i="1" dirty="0">
                            <a:solidFill>
                              <a:srgbClr val="000000"/>
                            </a:solidFill>
                            <a:latin typeface="Cambria Math" panose="02040503050406030204" pitchFamily="18" charset="0"/>
                          </a:rPr>
                          <m:t>2</m:t>
                        </m:r>
                      </m:sub>
                    </m:sSub>
                    <m:r>
                      <a:rPr lang="zh-CN" altLang="en-US" sz="2800" i="1" dirty="0" smtClean="0">
                        <a:solidFill>
                          <a:srgbClr val="000000"/>
                        </a:solidFill>
                        <a:latin typeface="Cambria Math" panose="02040503050406030204" pitchFamily="18" charset="0"/>
                      </a:rPr>
                      <m:t>≤</m:t>
                    </m:r>
                    <m:r>
                      <a:rPr lang="zh-CN" altLang="en-US" sz="2800" i="1" dirty="0">
                        <a:solidFill>
                          <a:srgbClr val="000000"/>
                        </a:solidFill>
                        <a:latin typeface="Cambria Math" panose="02040503050406030204" pitchFamily="18" charset="0"/>
                      </a:rPr>
                      <m:t>⋯</m:t>
                    </m:r>
                    <m:sSub>
                      <m:sSubPr>
                        <m:ctrlPr>
                          <a:rPr lang="en-US" altLang="zh-CN" sz="2800" i="1" dirty="0">
                            <a:solidFill>
                              <a:srgbClr val="000000"/>
                            </a:solidFill>
                            <a:latin typeface="Cambria Math" panose="02040503050406030204" pitchFamily="18" charset="0"/>
                          </a:rPr>
                        </m:ctrlPr>
                      </m:sSubPr>
                      <m:e>
                        <m:r>
                          <a:rPr lang="zh-CN" altLang="en-US" sz="2800" i="1" dirty="0" smtClean="0">
                            <a:solidFill>
                              <a:srgbClr val="000000"/>
                            </a:solidFill>
                            <a:latin typeface="Cambria Math" panose="02040503050406030204" pitchFamily="18" charset="0"/>
                          </a:rPr>
                          <m:t>≤</m:t>
                        </m:r>
                        <m:r>
                          <a:rPr lang="en-US" altLang="zh-CN" sz="2800" i="1" dirty="0">
                            <a:solidFill>
                              <a:srgbClr val="000000"/>
                            </a:solidFill>
                            <a:latin typeface="Cambria Math" panose="02040503050406030204" pitchFamily="18" charset="0"/>
                          </a:rPr>
                          <m:t>𝑎</m:t>
                        </m:r>
                      </m:e>
                      <m:sub>
                        <m:r>
                          <a:rPr lang="en-US" altLang="zh-CN" sz="2800" i="1" dirty="0">
                            <a:solidFill>
                              <a:srgbClr val="000000"/>
                            </a:solidFill>
                            <a:latin typeface="Cambria Math" panose="02040503050406030204" pitchFamily="18" charset="0"/>
                          </a:rPr>
                          <m:t>𝑟</m:t>
                        </m:r>
                      </m:sub>
                    </m:sSub>
                  </m:oMath>
                </a14:m>
                <a:r>
                  <a:rPr lang="zh-CN" altLang="en-US" sz="2800" dirty="0">
                    <a:latin typeface="+mn-ea"/>
                  </a:rPr>
                  <a:t>，从这</a:t>
                </a:r>
                <a14:m>
                  <m:oMath xmlns:m="http://schemas.openxmlformats.org/officeDocument/2006/math">
                    <m:r>
                      <a:rPr lang="en-US" altLang="zh-CN" sz="2800" i="1" dirty="0">
                        <a:solidFill>
                          <a:srgbClr val="000000"/>
                        </a:solidFill>
                        <a:latin typeface="Cambria Math"/>
                      </a:rPr>
                      <m:t>𝑟</m:t>
                    </m:r>
                  </m:oMath>
                </a14:m>
                <a:r>
                  <a:rPr lang="zh-CN" altLang="en-US" sz="2800" dirty="0">
                    <a:latin typeface="+mn-ea"/>
                  </a:rPr>
                  <a:t>个元素的组合可以构造</a:t>
                </a:r>
                <a14:m>
                  <m:oMath xmlns:m="http://schemas.openxmlformats.org/officeDocument/2006/math">
                    <m:r>
                      <a:rPr lang="en-US" altLang="zh-CN" sz="2800" i="1" dirty="0">
                        <a:solidFill>
                          <a:srgbClr val="000000"/>
                        </a:solidFill>
                        <a:latin typeface="Cambria Math"/>
                      </a:rPr>
                      <m:t>𝑛</m:t>
                    </m:r>
                    <m:r>
                      <a:rPr lang="en-US" altLang="zh-CN" sz="2800" i="1" dirty="0">
                        <a:solidFill>
                          <a:srgbClr val="000000"/>
                        </a:solidFill>
                        <a:latin typeface="Cambria Math"/>
                      </a:rPr>
                      <m:t>+</m:t>
                    </m:r>
                    <m:r>
                      <a:rPr lang="en-US" altLang="zh-CN" sz="2800" i="1" dirty="0">
                        <a:solidFill>
                          <a:srgbClr val="000000"/>
                        </a:solidFill>
                        <a:latin typeface="Cambria Math"/>
                      </a:rPr>
                      <m:t>𝑟</m:t>
                    </m:r>
                    <m:r>
                      <a:rPr lang="en-US" altLang="zh-CN" sz="2800" i="1" dirty="0">
                        <a:solidFill>
                          <a:srgbClr val="000000"/>
                        </a:solidFill>
                        <a:latin typeface="Cambria Math"/>
                      </a:rPr>
                      <m:t>−1</m:t>
                    </m:r>
                  </m:oMath>
                </a14:m>
                <a:r>
                  <a:rPr lang="zh-CN" altLang="en-US" sz="2800" dirty="0">
                    <a:latin typeface="+mn-ea"/>
                  </a:rPr>
                  <a:t>个元素的集合</a:t>
                </a:r>
                <a14:m>
                  <m:oMath xmlns:m="http://schemas.openxmlformats.org/officeDocument/2006/math">
                    <m:r>
                      <a:rPr lang="en-US" altLang="zh-CN" sz="2800" dirty="0">
                        <a:solidFill>
                          <a:srgbClr val="000000"/>
                        </a:solidFill>
                        <a:latin typeface="Cambria Math" panose="02040503050406030204" pitchFamily="18" charset="0"/>
                      </a:rPr>
                      <m:t>{</m:t>
                    </m:r>
                    <m:r>
                      <a:rPr lang="en-US" altLang="zh-CN" sz="2800" i="1" dirty="0">
                        <a:solidFill>
                          <a:srgbClr val="000000"/>
                        </a:solidFill>
                        <a:latin typeface="Cambria Math"/>
                      </a:rPr>
                      <m:t>1</m:t>
                    </m:r>
                    <m:r>
                      <a:rPr lang="zh-CN" altLang="en-US" sz="2800" i="1" dirty="0">
                        <a:solidFill>
                          <a:srgbClr val="000000"/>
                        </a:solidFill>
                        <a:latin typeface="Cambria Math" panose="02040503050406030204" pitchFamily="18" charset="0"/>
                      </a:rPr>
                      <m:t>，</m:t>
                    </m:r>
                    <m:r>
                      <a:rPr lang="en-US" altLang="zh-CN" sz="2800" i="1" dirty="0">
                        <a:solidFill>
                          <a:srgbClr val="000000"/>
                        </a:solidFill>
                        <a:latin typeface="Cambria Math" panose="02040503050406030204" pitchFamily="18" charset="0"/>
                      </a:rPr>
                      <m:t>2</m:t>
                    </m:r>
                    <m:r>
                      <a:rPr lang="zh-CN" altLang="en-US" sz="2800" i="1" dirty="0">
                        <a:solidFill>
                          <a:srgbClr val="000000"/>
                        </a:solidFill>
                        <a:latin typeface="Cambria Math" panose="02040503050406030204" pitchFamily="18" charset="0"/>
                      </a:rPr>
                      <m:t>，</m:t>
                    </m:r>
                    <m:r>
                      <a:rPr lang="zh-CN" altLang="en-US" sz="2800" i="1" dirty="0">
                        <a:solidFill>
                          <a:srgbClr val="000000"/>
                        </a:solidFill>
                        <a:latin typeface="Cambria Math" panose="02040503050406030204" pitchFamily="18" charset="0"/>
                      </a:rPr>
                      <m:t>⋯</m:t>
                    </m:r>
                    <m:r>
                      <a:rPr lang="zh-CN" altLang="en-US" sz="2800" i="1" dirty="0">
                        <a:solidFill>
                          <a:srgbClr val="000000"/>
                        </a:solidFill>
                        <a:latin typeface="Cambria Math" panose="02040503050406030204" pitchFamily="18" charset="0"/>
                      </a:rPr>
                      <m:t>，</m:t>
                    </m:r>
                    <m:r>
                      <a:rPr lang="en-US" altLang="zh-CN" sz="2800" i="1" dirty="0">
                        <a:solidFill>
                          <a:srgbClr val="000000"/>
                        </a:solidFill>
                        <a:latin typeface="Cambria Math" panose="02040503050406030204" pitchFamily="18" charset="0"/>
                      </a:rPr>
                      <m:t>𝑛</m:t>
                    </m:r>
                    <m:r>
                      <a:rPr lang="en-US" altLang="zh-CN" sz="2800" i="1" dirty="0">
                        <a:solidFill>
                          <a:srgbClr val="000000"/>
                        </a:solidFill>
                        <a:latin typeface="Cambria Math" panose="02040503050406030204" pitchFamily="18" charset="0"/>
                      </a:rPr>
                      <m:t>+</m:t>
                    </m:r>
                    <m:r>
                      <a:rPr lang="en-US" altLang="zh-CN" sz="2800" b="0" i="1" dirty="0" smtClean="0">
                        <a:solidFill>
                          <a:srgbClr val="000000"/>
                        </a:solidFill>
                        <a:latin typeface="Cambria Math" panose="02040503050406030204" pitchFamily="18" charset="0"/>
                      </a:rPr>
                      <m:t>𝑟</m:t>
                    </m:r>
                    <m:r>
                      <a:rPr lang="en-US" altLang="zh-CN" sz="2800" b="0" i="1" dirty="0" smtClean="0">
                        <a:solidFill>
                          <a:srgbClr val="000000"/>
                        </a:solidFill>
                        <a:latin typeface="Cambria Math" panose="02040503050406030204" pitchFamily="18" charset="0"/>
                      </a:rPr>
                      <m:t>−1}</m:t>
                    </m:r>
                  </m:oMath>
                </a14:m>
                <a:r>
                  <a:rPr lang="zh-CN" altLang="en-US" sz="2800" dirty="0">
                    <a:latin typeface="+mn-ea"/>
                  </a:rPr>
                  <a:t>上的不可重复</a:t>
                </a:r>
                <a14:m>
                  <m:oMath xmlns:m="http://schemas.openxmlformats.org/officeDocument/2006/math">
                    <m:r>
                      <a:rPr lang="en-US" altLang="zh-CN" sz="2800" i="1" dirty="0">
                        <a:solidFill>
                          <a:srgbClr val="000000"/>
                        </a:solidFill>
                        <a:latin typeface="Cambria Math"/>
                      </a:rPr>
                      <m:t>𝑟</m:t>
                    </m:r>
                  </m:oMath>
                </a14:m>
                <a:r>
                  <a:rPr lang="zh-CN" altLang="en-US" sz="2800" dirty="0">
                    <a:latin typeface="+mn-ea"/>
                  </a:rPr>
                  <a:t>个元素的组合</a:t>
                </a:r>
                <a:endParaRPr lang="en-US" altLang="zh-CN" sz="2800" dirty="0">
                  <a:latin typeface="+mn-ea"/>
                </a:endParaRPr>
              </a:p>
              <a:p>
                <a:pPr marL="0" indent="0" eaLnBrk="1" hangingPunct="1">
                  <a:buNone/>
                </a:pPr>
                <a14:m>
                  <m:oMathPara xmlns:m="http://schemas.openxmlformats.org/officeDocument/2006/math">
                    <m:oMathParaPr>
                      <m:jc m:val="centerGroup"/>
                    </m:oMathParaPr>
                    <m:oMath xmlns:m="http://schemas.openxmlformats.org/officeDocument/2006/math">
                      <m:d>
                        <m:dPr>
                          <m:begChr m:val="{"/>
                          <m:endChr m:val="}"/>
                          <m:ctrlPr>
                            <a:rPr lang="en-US" altLang="zh-CN" sz="2800" i="1" dirty="0">
                              <a:solidFill>
                                <a:srgbClr val="000000"/>
                              </a:solidFill>
                              <a:latin typeface="Cambria Math" panose="02040503050406030204" pitchFamily="18" charset="0"/>
                            </a:rPr>
                          </m:ctrlPr>
                        </m:dPr>
                        <m:e>
                          <m:sSub>
                            <m:sSubPr>
                              <m:ctrlPr>
                                <a:rPr lang="en-US" altLang="zh-CN" sz="2800" i="1" dirty="0">
                                  <a:solidFill>
                                    <a:srgbClr val="000000"/>
                                  </a:solidFill>
                                  <a:latin typeface="Cambria Math" panose="02040503050406030204" pitchFamily="18" charset="0"/>
                                </a:rPr>
                              </m:ctrlPr>
                            </m:sSubPr>
                            <m:e>
                              <m:r>
                                <a:rPr lang="en-US" altLang="zh-CN" sz="2800" b="0" i="1" dirty="0" smtClean="0">
                                  <a:solidFill>
                                    <a:srgbClr val="000000"/>
                                  </a:solidFill>
                                  <a:latin typeface="Cambria Math" panose="02040503050406030204" pitchFamily="18" charset="0"/>
                                </a:rPr>
                                <m:t>𝑏</m:t>
                              </m:r>
                            </m:e>
                            <m:sub>
                              <m:r>
                                <a:rPr lang="en-US" altLang="zh-CN" sz="2800" i="1" dirty="0">
                                  <a:solidFill>
                                    <a:srgbClr val="000000"/>
                                  </a:solidFill>
                                  <a:latin typeface="Cambria Math" panose="02040503050406030204" pitchFamily="18" charset="0"/>
                                </a:rPr>
                                <m:t>1</m:t>
                              </m:r>
                            </m:sub>
                          </m:sSub>
                          <m:r>
                            <a:rPr lang="zh-CN" altLang="en-US" sz="2800" i="1" dirty="0">
                              <a:solidFill>
                                <a:srgbClr val="000000"/>
                              </a:solidFill>
                              <a:latin typeface="Cambria Math" panose="02040503050406030204" pitchFamily="18" charset="0"/>
                            </a:rPr>
                            <m:t>，</m:t>
                          </m:r>
                          <m:sSub>
                            <m:sSubPr>
                              <m:ctrlPr>
                                <a:rPr lang="en-US" altLang="zh-CN" sz="2800" i="1" dirty="0">
                                  <a:solidFill>
                                    <a:srgbClr val="000000"/>
                                  </a:solidFill>
                                  <a:latin typeface="Cambria Math" panose="02040503050406030204" pitchFamily="18" charset="0"/>
                                </a:rPr>
                              </m:ctrlPr>
                            </m:sSubPr>
                            <m:e>
                              <m:r>
                                <a:rPr lang="en-US" altLang="zh-CN" sz="2800" b="0" i="1" dirty="0" smtClean="0">
                                  <a:solidFill>
                                    <a:srgbClr val="000000"/>
                                  </a:solidFill>
                                  <a:latin typeface="Cambria Math" panose="02040503050406030204" pitchFamily="18" charset="0"/>
                                </a:rPr>
                                <m:t>𝑏</m:t>
                              </m:r>
                            </m:e>
                            <m:sub>
                              <m:r>
                                <a:rPr lang="en-US" altLang="zh-CN" sz="2800" i="1" dirty="0">
                                  <a:solidFill>
                                    <a:srgbClr val="000000"/>
                                  </a:solidFill>
                                  <a:latin typeface="Cambria Math" panose="02040503050406030204" pitchFamily="18" charset="0"/>
                                </a:rPr>
                                <m:t>2</m:t>
                              </m:r>
                            </m:sub>
                          </m:sSub>
                          <m:r>
                            <a:rPr lang="zh-CN" altLang="en-US" sz="2800" i="1" dirty="0">
                              <a:solidFill>
                                <a:srgbClr val="000000"/>
                              </a:solidFill>
                              <a:latin typeface="Cambria Math" panose="02040503050406030204" pitchFamily="18" charset="0"/>
                            </a:rPr>
                            <m:t>，</m:t>
                          </m:r>
                          <m:sSub>
                            <m:sSubPr>
                              <m:ctrlPr>
                                <a:rPr lang="en-US" altLang="zh-CN" sz="2800" i="1" dirty="0">
                                  <a:solidFill>
                                    <a:srgbClr val="000000"/>
                                  </a:solidFill>
                                  <a:latin typeface="Cambria Math" panose="02040503050406030204" pitchFamily="18" charset="0"/>
                                </a:rPr>
                              </m:ctrlPr>
                            </m:sSubPr>
                            <m:e>
                              <m:r>
                                <a:rPr lang="en-US" altLang="zh-CN" sz="2800" i="1" dirty="0">
                                  <a:solidFill>
                                    <a:srgbClr val="000000"/>
                                  </a:solidFill>
                                  <a:latin typeface="Cambria Math" panose="02040503050406030204" pitchFamily="18" charset="0"/>
                                </a:rPr>
                                <m:t>𝑏</m:t>
                              </m:r>
                            </m:e>
                            <m:sub>
                              <m:r>
                                <a:rPr lang="en-US" altLang="zh-CN" sz="2800" i="1" dirty="0" smtClean="0">
                                  <a:solidFill>
                                    <a:srgbClr val="000000"/>
                                  </a:solidFill>
                                  <a:latin typeface="Cambria Math" panose="02040503050406030204" pitchFamily="18" charset="0"/>
                                </a:rPr>
                                <m:t>3</m:t>
                              </m:r>
                            </m:sub>
                          </m:sSub>
                          <m:r>
                            <a:rPr lang="zh-CN" altLang="en-US" sz="2800" i="1" dirty="0">
                              <a:solidFill>
                                <a:srgbClr val="000000"/>
                              </a:solidFill>
                              <a:latin typeface="Cambria Math" panose="02040503050406030204" pitchFamily="18" charset="0"/>
                            </a:rPr>
                            <m:t>，</m:t>
                          </m:r>
                          <m:r>
                            <a:rPr lang="zh-CN" altLang="en-US" sz="2800" i="1" dirty="0">
                              <a:solidFill>
                                <a:srgbClr val="000000"/>
                              </a:solidFill>
                              <a:latin typeface="Cambria Math" panose="02040503050406030204" pitchFamily="18" charset="0"/>
                            </a:rPr>
                            <m:t>⋯</m:t>
                          </m:r>
                          <m:sSub>
                            <m:sSubPr>
                              <m:ctrlPr>
                                <a:rPr lang="en-US" altLang="zh-CN" sz="2800" i="1" dirty="0">
                                  <a:solidFill>
                                    <a:srgbClr val="000000"/>
                                  </a:solidFill>
                                  <a:latin typeface="Cambria Math" panose="02040503050406030204" pitchFamily="18" charset="0"/>
                                </a:rPr>
                              </m:ctrlPr>
                            </m:sSubPr>
                            <m:e>
                              <m:r>
                                <a:rPr lang="zh-CN" altLang="en-US" sz="2800" i="1" dirty="0">
                                  <a:solidFill>
                                    <a:srgbClr val="000000"/>
                                  </a:solidFill>
                                  <a:latin typeface="Cambria Math" panose="02040503050406030204" pitchFamily="18" charset="0"/>
                                </a:rPr>
                                <m:t>，</m:t>
                              </m:r>
                              <m:r>
                                <a:rPr lang="en-US" altLang="zh-CN" sz="2800" b="0" i="1" dirty="0" smtClean="0">
                                  <a:solidFill>
                                    <a:srgbClr val="000000"/>
                                  </a:solidFill>
                                  <a:latin typeface="Cambria Math" panose="02040503050406030204" pitchFamily="18" charset="0"/>
                                </a:rPr>
                                <m:t>𝑏</m:t>
                              </m:r>
                            </m:e>
                            <m:sub>
                              <m:r>
                                <a:rPr lang="en-US" altLang="zh-CN" sz="2800" i="1" dirty="0">
                                  <a:solidFill>
                                    <a:srgbClr val="000000"/>
                                  </a:solidFill>
                                  <a:latin typeface="Cambria Math" panose="02040503050406030204" pitchFamily="18" charset="0"/>
                                </a:rPr>
                                <m:t>𝑟</m:t>
                              </m:r>
                            </m:sub>
                          </m:sSub>
                        </m:e>
                      </m:d>
                      <m:r>
                        <a:rPr lang="en-US" altLang="zh-CN" sz="2800" b="0" i="0" dirty="0" smtClean="0">
                          <a:solidFill>
                            <a:srgbClr val="000000"/>
                          </a:solidFill>
                          <a:latin typeface="Cambria Math" panose="02040503050406030204" pitchFamily="18" charset="0"/>
                        </a:rPr>
                        <m:t>=</m:t>
                      </m:r>
                      <m:r>
                        <a:rPr lang="en-US" altLang="zh-CN" sz="2800" i="1" dirty="0">
                          <a:solidFill>
                            <a:srgbClr val="000000"/>
                          </a:solidFill>
                          <a:latin typeface="Cambria Math" panose="02040503050406030204" pitchFamily="18" charset="0"/>
                        </a:rPr>
                        <m:t>{</m:t>
                      </m:r>
                      <m:sSub>
                        <m:sSubPr>
                          <m:ctrlPr>
                            <a:rPr lang="en-US" altLang="zh-CN" sz="2800" i="1" dirty="0">
                              <a:solidFill>
                                <a:srgbClr val="000000"/>
                              </a:solidFill>
                              <a:latin typeface="Cambria Math" panose="02040503050406030204" pitchFamily="18" charset="0"/>
                            </a:rPr>
                          </m:ctrlPr>
                        </m:sSubPr>
                        <m:e>
                          <m:r>
                            <a:rPr lang="en-US" altLang="zh-CN" sz="2800" i="1" dirty="0">
                              <a:solidFill>
                                <a:srgbClr val="000000"/>
                              </a:solidFill>
                              <a:latin typeface="Cambria Math" panose="02040503050406030204" pitchFamily="18" charset="0"/>
                            </a:rPr>
                            <m:t>𝑎</m:t>
                          </m:r>
                        </m:e>
                        <m:sub>
                          <m:r>
                            <a:rPr lang="en-US" altLang="zh-CN" sz="2800" i="1" dirty="0">
                              <a:solidFill>
                                <a:srgbClr val="000000"/>
                              </a:solidFill>
                              <a:latin typeface="Cambria Math" panose="02040503050406030204" pitchFamily="18" charset="0"/>
                            </a:rPr>
                            <m:t>1</m:t>
                          </m:r>
                        </m:sub>
                      </m:sSub>
                      <m:r>
                        <a:rPr lang="zh-CN" altLang="en-US" sz="2800" i="1" dirty="0">
                          <a:solidFill>
                            <a:srgbClr val="000000"/>
                          </a:solidFill>
                          <a:latin typeface="Cambria Math" panose="02040503050406030204" pitchFamily="18" charset="0"/>
                        </a:rPr>
                        <m:t>，</m:t>
                      </m:r>
                      <m:sSub>
                        <m:sSubPr>
                          <m:ctrlPr>
                            <a:rPr lang="en-US" altLang="zh-CN" sz="2800" i="1" dirty="0">
                              <a:solidFill>
                                <a:srgbClr val="000000"/>
                              </a:solidFill>
                              <a:latin typeface="Cambria Math" panose="02040503050406030204" pitchFamily="18" charset="0"/>
                            </a:rPr>
                          </m:ctrlPr>
                        </m:sSubPr>
                        <m:e>
                          <m:r>
                            <a:rPr lang="en-US" altLang="zh-CN" sz="2800" i="1" dirty="0">
                              <a:solidFill>
                                <a:srgbClr val="000000"/>
                              </a:solidFill>
                              <a:latin typeface="Cambria Math" panose="02040503050406030204" pitchFamily="18" charset="0"/>
                            </a:rPr>
                            <m:t>𝑎</m:t>
                          </m:r>
                        </m:e>
                        <m:sub>
                          <m:r>
                            <a:rPr lang="en-US" altLang="zh-CN" sz="2800" i="1" dirty="0">
                              <a:solidFill>
                                <a:srgbClr val="000000"/>
                              </a:solidFill>
                              <a:latin typeface="Cambria Math" panose="02040503050406030204" pitchFamily="18" charset="0"/>
                            </a:rPr>
                            <m:t>2</m:t>
                          </m:r>
                        </m:sub>
                      </m:sSub>
                      <m:r>
                        <a:rPr lang="en-US" altLang="zh-CN" sz="2800" b="0" i="1" dirty="0" smtClean="0">
                          <a:solidFill>
                            <a:srgbClr val="000000"/>
                          </a:solidFill>
                          <a:latin typeface="Cambria Math" panose="02040503050406030204" pitchFamily="18" charset="0"/>
                        </a:rPr>
                        <m:t>+1</m:t>
                      </m:r>
                      <m:r>
                        <a:rPr lang="zh-CN" altLang="en-US" sz="2800" i="1" dirty="0">
                          <a:solidFill>
                            <a:srgbClr val="000000"/>
                          </a:solidFill>
                          <a:latin typeface="Cambria Math" panose="02040503050406030204" pitchFamily="18" charset="0"/>
                        </a:rPr>
                        <m:t>，</m:t>
                      </m:r>
                      <m:sSub>
                        <m:sSubPr>
                          <m:ctrlPr>
                            <a:rPr lang="en-US" altLang="zh-CN" sz="2800" i="1" dirty="0">
                              <a:solidFill>
                                <a:srgbClr val="000000"/>
                              </a:solidFill>
                              <a:latin typeface="Cambria Math" panose="02040503050406030204" pitchFamily="18" charset="0"/>
                            </a:rPr>
                          </m:ctrlPr>
                        </m:sSubPr>
                        <m:e>
                          <m:r>
                            <a:rPr lang="en-US" altLang="zh-CN" sz="2800" i="1" dirty="0">
                              <a:solidFill>
                                <a:srgbClr val="000000"/>
                              </a:solidFill>
                              <a:latin typeface="Cambria Math" panose="02040503050406030204" pitchFamily="18" charset="0"/>
                            </a:rPr>
                            <m:t>𝑎</m:t>
                          </m:r>
                        </m:e>
                        <m:sub>
                          <m:r>
                            <a:rPr lang="en-US" altLang="zh-CN" sz="2800" i="1" dirty="0">
                              <a:solidFill>
                                <a:srgbClr val="000000"/>
                              </a:solidFill>
                              <a:latin typeface="Cambria Math" panose="02040503050406030204" pitchFamily="18" charset="0"/>
                            </a:rPr>
                            <m:t>3</m:t>
                          </m:r>
                        </m:sub>
                      </m:sSub>
                      <m:r>
                        <a:rPr lang="en-US" altLang="zh-CN" sz="2800" i="1" dirty="0">
                          <a:solidFill>
                            <a:srgbClr val="000000"/>
                          </a:solidFill>
                          <a:latin typeface="Cambria Math" panose="02040503050406030204" pitchFamily="18" charset="0"/>
                        </a:rPr>
                        <m:t>+</m:t>
                      </m:r>
                      <m:r>
                        <a:rPr lang="en-US" altLang="zh-CN" sz="2800" i="1" dirty="0" smtClean="0">
                          <a:solidFill>
                            <a:srgbClr val="000000"/>
                          </a:solidFill>
                          <a:latin typeface="Cambria Math" panose="02040503050406030204" pitchFamily="18" charset="0"/>
                        </a:rPr>
                        <m:t>2</m:t>
                      </m:r>
                      <m:r>
                        <a:rPr lang="zh-CN" altLang="en-US" sz="2800" i="1" dirty="0">
                          <a:solidFill>
                            <a:srgbClr val="000000"/>
                          </a:solidFill>
                          <a:latin typeface="Cambria Math" panose="02040503050406030204" pitchFamily="18" charset="0"/>
                        </a:rPr>
                        <m:t>，</m:t>
                      </m:r>
                      <m:r>
                        <a:rPr lang="zh-CN" altLang="en-US" sz="2800" i="1" dirty="0">
                          <a:solidFill>
                            <a:srgbClr val="000000"/>
                          </a:solidFill>
                          <a:latin typeface="Cambria Math" panose="02040503050406030204" pitchFamily="18" charset="0"/>
                        </a:rPr>
                        <m:t>⋯</m:t>
                      </m:r>
                      <m:sSub>
                        <m:sSubPr>
                          <m:ctrlPr>
                            <a:rPr lang="en-US" altLang="zh-CN" sz="2800" i="1" dirty="0">
                              <a:solidFill>
                                <a:srgbClr val="000000"/>
                              </a:solidFill>
                              <a:latin typeface="Cambria Math" panose="02040503050406030204" pitchFamily="18" charset="0"/>
                            </a:rPr>
                          </m:ctrlPr>
                        </m:sSubPr>
                        <m:e>
                          <m:r>
                            <a:rPr lang="zh-CN" altLang="en-US" sz="2800" i="1" dirty="0">
                              <a:solidFill>
                                <a:srgbClr val="000000"/>
                              </a:solidFill>
                              <a:latin typeface="Cambria Math" panose="02040503050406030204" pitchFamily="18" charset="0"/>
                            </a:rPr>
                            <m:t>，</m:t>
                          </m:r>
                          <m:r>
                            <a:rPr lang="en-US" altLang="zh-CN" sz="2800" i="1" dirty="0">
                              <a:solidFill>
                                <a:srgbClr val="000000"/>
                              </a:solidFill>
                              <a:latin typeface="Cambria Math" panose="02040503050406030204" pitchFamily="18" charset="0"/>
                            </a:rPr>
                            <m:t>𝑎</m:t>
                          </m:r>
                        </m:e>
                        <m:sub>
                          <m:r>
                            <a:rPr lang="en-US" altLang="zh-CN" sz="2800" i="1" dirty="0">
                              <a:solidFill>
                                <a:srgbClr val="000000"/>
                              </a:solidFill>
                              <a:latin typeface="Cambria Math" panose="02040503050406030204" pitchFamily="18" charset="0"/>
                            </a:rPr>
                            <m:t>𝑟</m:t>
                          </m:r>
                        </m:sub>
                      </m:sSub>
                      <m:r>
                        <a:rPr lang="en-US" altLang="zh-CN" sz="2800" b="0" i="1" dirty="0" smtClean="0">
                          <a:solidFill>
                            <a:srgbClr val="000000"/>
                          </a:solidFill>
                          <a:latin typeface="Cambria Math" panose="02040503050406030204" pitchFamily="18" charset="0"/>
                        </a:rPr>
                        <m:t>+(</m:t>
                      </m:r>
                      <m:r>
                        <a:rPr lang="en-US" altLang="zh-CN" sz="2800" b="0" i="1" dirty="0" smtClean="0">
                          <a:solidFill>
                            <a:srgbClr val="000000"/>
                          </a:solidFill>
                          <a:latin typeface="Cambria Math" panose="02040503050406030204" pitchFamily="18" charset="0"/>
                        </a:rPr>
                        <m:t>𝑟</m:t>
                      </m:r>
                      <m:r>
                        <a:rPr lang="en-US" altLang="zh-CN" sz="2800" b="0" i="1" dirty="0" smtClean="0">
                          <a:solidFill>
                            <a:srgbClr val="000000"/>
                          </a:solidFill>
                          <a:latin typeface="Cambria Math" panose="02040503050406030204" pitchFamily="18" charset="0"/>
                        </a:rPr>
                        <m:t>−1)}</m:t>
                      </m:r>
                      <m:r>
                        <a:rPr lang="zh-CN" altLang="en-US" sz="2800" i="1" dirty="0" smtClean="0">
                          <a:solidFill>
                            <a:srgbClr val="000000"/>
                          </a:solidFill>
                          <a:latin typeface="Cambria Math" panose="02040503050406030204" pitchFamily="18" charset="0"/>
                        </a:rPr>
                        <m:t>。</m:t>
                      </m:r>
                    </m:oMath>
                  </m:oMathPara>
                </a14:m>
                <a:endParaRPr lang="en-US" altLang="zh-CN" sz="2800" dirty="0">
                  <a:latin typeface="+mn-ea"/>
                </a:endParaRPr>
              </a:p>
              <a:p>
                <a:pPr marL="0" indent="0" eaLnBrk="1" hangingPunct="1">
                  <a:buNone/>
                </a:pPr>
                <a:endParaRPr lang="en-US" altLang="zh-CN" sz="2900" dirty="0">
                  <a:latin typeface="+mn-ea"/>
                </a:endParaRPr>
              </a:p>
            </p:txBody>
          </p:sp>
        </mc:Choice>
        <mc:Fallback xmlns="">
          <p:sp>
            <p:nvSpPr>
              <p:cNvPr id="2" name="内容占位符 2">
                <a:extLst>
                  <a:ext uri="{FF2B5EF4-FFF2-40B4-BE49-F238E27FC236}">
                    <a16:creationId xmlns:a16="http://schemas.microsoft.com/office/drawing/2014/main" id="{271E80DA-475E-6D64-D8A6-822C9AE35981}"/>
                  </a:ext>
                </a:extLst>
              </p:cNvPr>
              <p:cNvSpPr txBox="1">
                <a:spLocks noRot="1" noChangeAspect="1" noMove="1" noResize="1" noEditPoints="1" noAdjustHandles="1" noChangeArrowheads="1" noChangeShapeType="1" noTextEdit="1"/>
              </p:cNvSpPr>
              <p:nvPr/>
            </p:nvSpPr>
            <p:spPr bwMode="auto">
              <a:xfrm>
                <a:off x="323850" y="661307"/>
                <a:ext cx="8572500" cy="6056539"/>
              </a:xfrm>
              <a:prstGeom prst="rect">
                <a:avLst/>
              </a:prstGeom>
              <a:blipFill>
                <a:blip r:embed="rId3"/>
                <a:stretch>
                  <a:fillRect l="-1778" t="-1308"/>
                </a:stretch>
              </a:blip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zh-CN" altLang="en-US">
                    <a:noFill/>
                  </a:rPr>
                  <a:t> </a:t>
                </a:r>
              </a:p>
            </p:txBody>
          </p:sp>
        </mc:Fallback>
      </mc:AlternateContent>
    </p:spTree>
    <p:extLst>
      <p:ext uri="{BB962C8B-B14F-4D97-AF65-F5344CB8AC3E}">
        <p14:creationId xmlns:p14="http://schemas.microsoft.com/office/powerpoint/2010/main" val="863709053"/>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A06F994-2339-DE1C-2137-4A325C7CD13C}"/>
            </a:ext>
          </a:extLst>
        </p:cNvPr>
        <p:cNvGrpSpPr/>
        <p:nvPr/>
      </p:nvGrpSpPr>
      <p:grpSpPr>
        <a:xfrm>
          <a:off x="0" y="0"/>
          <a:ext cx="0" cy="0"/>
          <a:chOff x="0" y="0"/>
          <a:chExt cx="0" cy="0"/>
        </a:xfrm>
      </p:grpSpPr>
      <p:sp>
        <p:nvSpPr>
          <p:cNvPr id="24578" name="Rectangle 2">
            <a:extLst>
              <a:ext uri="{FF2B5EF4-FFF2-40B4-BE49-F238E27FC236}">
                <a16:creationId xmlns:a16="http://schemas.microsoft.com/office/drawing/2014/main" id="{67831050-002C-22B3-60EE-D59AE67FBC92}"/>
              </a:ext>
            </a:extLst>
          </p:cNvPr>
          <p:cNvSpPr>
            <a:spLocks noGrp="1" noChangeArrowheads="1"/>
          </p:cNvSpPr>
          <p:nvPr>
            <p:ph type="body" idx="1"/>
          </p:nvPr>
        </p:nvSpPr>
        <p:spPr>
          <a:xfrm>
            <a:off x="285750" y="161925"/>
            <a:ext cx="3829050" cy="676275"/>
          </a:xfrm>
        </p:spPr>
        <p:txBody>
          <a:bodyPr/>
          <a:lstStyle/>
          <a:p>
            <a:pPr eaLnBrk="1" hangingPunct="1">
              <a:buFontTx/>
              <a:buNone/>
            </a:pPr>
            <a:r>
              <a:rPr lang="en-US" altLang="zh-CN"/>
              <a:t>2 </a:t>
            </a:r>
            <a:r>
              <a:rPr lang="zh-CN" altLang="en-US"/>
              <a:t>排列与组合（续）</a:t>
            </a:r>
            <a:endParaRPr lang="en-US" altLang="zh-CN"/>
          </a:p>
        </p:txBody>
      </p:sp>
      <mc:AlternateContent xmlns:mc="http://schemas.openxmlformats.org/markup-compatibility/2006" xmlns:a14="http://schemas.microsoft.com/office/drawing/2010/main">
        <mc:Choice Requires="a14">
          <p:sp>
            <p:nvSpPr>
              <p:cNvPr id="2" name="内容占位符 2">
                <a:extLst>
                  <a:ext uri="{FF2B5EF4-FFF2-40B4-BE49-F238E27FC236}">
                    <a16:creationId xmlns:a16="http://schemas.microsoft.com/office/drawing/2014/main" id="{5AE5B57E-7B69-9CEC-E818-1420C8E69F54}"/>
                  </a:ext>
                </a:extLst>
              </p:cNvPr>
              <p:cNvSpPr txBox="1">
                <a:spLocks/>
              </p:cNvSpPr>
              <p:nvPr/>
            </p:nvSpPr>
            <p:spPr bwMode="auto">
              <a:xfrm>
                <a:off x="285750" y="723900"/>
                <a:ext cx="8572500" cy="5972175"/>
              </a:xfrm>
              <a:prstGeom prst="rect">
                <a:avLst/>
              </a:prstGeom>
              <a:noFill/>
              <a:ln>
                <a:noFill/>
              </a:ln>
              <a:extLst>
                <a:ext uri="{909E8E84-426E-40DD-AFC4-6F175D3DCCD1}">
                  <a14:hiddenFill>
                    <a:solidFill>
                      <a:srgbClr val="FFFFFF"/>
                    </a:solidFill>
                  </a14:hiddenFill>
                </a:ext>
                <a:ext uri="{91240B29-F687-4F45-9708-019B960494DF}">
                  <a14:hiddenLine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vl6pPr marL="2514600" indent="-228600" algn="l" rtl="0" fontAlgn="base">
                  <a:spcBef>
                    <a:spcPct val="20000"/>
                  </a:spcBef>
                  <a:spcAft>
                    <a:spcPct val="0"/>
                  </a:spcAft>
                  <a:buChar char="»"/>
                  <a:defRPr sz="2000">
                    <a:solidFill>
                      <a:schemeClr val="tx1"/>
                    </a:solidFill>
                    <a:latin typeface="+mn-lt"/>
                    <a:ea typeface="+mn-ea"/>
                  </a:defRPr>
                </a:lvl6pPr>
                <a:lvl7pPr marL="2971800" indent="-228600" algn="l" rtl="0" fontAlgn="base">
                  <a:spcBef>
                    <a:spcPct val="20000"/>
                  </a:spcBef>
                  <a:spcAft>
                    <a:spcPct val="0"/>
                  </a:spcAft>
                  <a:buChar char="»"/>
                  <a:defRPr sz="2000">
                    <a:solidFill>
                      <a:schemeClr val="tx1"/>
                    </a:solidFill>
                    <a:latin typeface="+mn-lt"/>
                    <a:ea typeface="+mn-ea"/>
                  </a:defRPr>
                </a:lvl7pPr>
                <a:lvl8pPr marL="3429000" indent="-228600" algn="l" rtl="0" fontAlgn="base">
                  <a:spcBef>
                    <a:spcPct val="20000"/>
                  </a:spcBef>
                  <a:spcAft>
                    <a:spcPct val="0"/>
                  </a:spcAft>
                  <a:buChar char="»"/>
                  <a:defRPr sz="2000">
                    <a:solidFill>
                      <a:schemeClr val="tx1"/>
                    </a:solidFill>
                    <a:latin typeface="+mn-lt"/>
                    <a:ea typeface="+mn-ea"/>
                  </a:defRPr>
                </a:lvl8pPr>
                <a:lvl9pPr marL="3886200" indent="-228600" algn="l" rtl="0" fontAlgn="base">
                  <a:spcBef>
                    <a:spcPct val="20000"/>
                  </a:spcBef>
                  <a:spcAft>
                    <a:spcPct val="0"/>
                  </a:spcAft>
                  <a:buChar char="»"/>
                  <a:defRPr sz="2000">
                    <a:solidFill>
                      <a:schemeClr val="tx1"/>
                    </a:solidFill>
                    <a:latin typeface="+mn-lt"/>
                    <a:ea typeface="+mn-ea"/>
                  </a:defRPr>
                </a:lvl9pPr>
              </a:lstStyle>
              <a:p>
                <a:pPr marL="0" indent="0" eaLnBrk="1" hangingPunct="1">
                  <a:lnSpc>
                    <a:spcPct val="130000"/>
                  </a:lnSpc>
                  <a:buNone/>
                </a:pPr>
                <a:r>
                  <a:rPr lang="zh-CN" altLang="zh-CN" b="1" dirty="0">
                    <a:latin typeface="+mn-ea"/>
                  </a:rPr>
                  <a:t>定理</a:t>
                </a:r>
                <a:r>
                  <a:rPr lang="en-US" altLang="zh-CN" b="1" dirty="0">
                    <a:latin typeface="+mn-ea"/>
                  </a:rPr>
                  <a:t>3</a:t>
                </a:r>
                <a:r>
                  <a:rPr lang="zh-CN" altLang="en-US" b="1" dirty="0">
                    <a:latin typeface="+mn-ea"/>
                  </a:rPr>
                  <a:t>证明</a:t>
                </a:r>
                <a:r>
                  <a:rPr lang="en-US" altLang="zh-CN" b="1" dirty="0">
                    <a:latin typeface="+mn-ea"/>
                  </a:rPr>
                  <a:t>.</a:t>
                </a:r>
                <a:r>
                  <a:rPr lang="zh-CN" altLang="en-US" dirty="0">
                    <a:latin typeface="+mn-ea"/>
                  </a:rPr>
                  <a:t>（续）</a:t>
                </a:r>
                <a:endParaRPr lang="en-US" altLang="zh-CN" dirty="0">
                  <a:latin typeface="+mn-ea"/>
                </a:endParaRPr>
              </a:p>
              <a:p>
                <a:pPr marL="0" indent="0" eaLnBrk="1" hangingPunct="1">
                  <a:buNone/>
                </a:pPr>
                <a:r>
                  <a:rPr lang="zh-CN" altLang="en-US" dirty="0">
                    <a:latin typeface="+mn-ea"/>
                  </a:rPr>
                  <a:t>反之，给定集合</a:t>
                </a:r>
                <a14:m>
                  <m:oMath xmlns:m="http://schemas.openxmlformats.org/officeDocument/2006/math">
                    <m:r>
                      <a:rPr lang="en-US" altLang="zh-CN" dirty="0">
                        <a:solidFill>
                          <a:srgbClr val="000000"/>
                        </a:solidFill>
                        <a:latin typeface="Cambria Math" panose="02040503050406030204" pitchFamily="18" charset="0"/>
                      </a:rPr>
                      <m:t>{</m:t>
                    </m:r>
                    <m:r>
                      <a:rPr lang="en-US" altLang="zh-CN" i="1" dirty="0">
                        <a:solidFill>
                          <a:srgbClr val="000000"/>
                        </a:solidFill>
                        <a:latin typeface="Cambria Math"/>
                      </a:rPr>
                      <m:t>1</m:t>
                    </m:r>
                    <m:r>
                      <a:rPr lang="zh-CN" altLang="en-US" i="1" dirty="0">
                        <a:solidFill>
                          <a:srgbClr val="000000"/>
                        </a:solidFill>
                        <a:latin typeface="Cambria Math" panose="02040503050406030204" pitchFamily="18" charset="0"/>
                      </a:rPr>
                      <m:t>，</m:t>
                    </m:r>
                    <m:r>
                      <a:rPr lang="en-US" altLang="zh-CN" i="1" dirty="0">
                        <a:solidFill>
                          <a:srgbClr val="000000"/>
                        </a:solidFill>
                        <a:latin typeface="Cambria Math" panose="02040503050406030204" pitchFamily="18" charset="0"/>
                      </a:rPr>
                      <m:t>2</m:t>
                    </m:r>
                    <m:r>
                      <a:rPr lang="zh-CN" altLang="en-US" i="1" dirty="0">
                        <a:solidFill>
                          <a:srgbClr val="000000"/>
                        </a:solidFill>
                        <a:latin typeface="Cambria Math" panose="02040503050406030204" pitchFamily="18" charset="0"/>
                      </a:rPr>
                      <m:t>，</m:t>
                    </m:r>
                    <m:r>
                      <a:rPr lang="zh-CN" altLang="en-US" i="1" dirty="0">
                        <a:solidFill>
                          <a:srgbClr val="000000"/>
                        </a:solidFill>
                        <a:latin typeface="Cambria Math" panose="02040503050406030204" pitchFamily="18" charset="0"/>
                      </a:rPr>
                      <m:t>⋯</m:t>
                    </m:r>
                    <m:r>
                      <a:rPr lang="zh-CN" altLang="en-US" i="1" dirty="0">
                        <a:solidFill>
                          <a:srgbClr val="000000"/>
                        </a:solidFill>
                        <a:latin typeface="Cambria Math" panose="02040503050406030204" pitchFamily="18" charset="0"/>
                      </a:rPr>
                      <m:t>，</m:t>
                    </m:r>
                    <m:r>
                      <a:rPr lang="en-US" altLang="zh-CN" i="1" dirty="0">
                        <a:solidFill>
                          <a:srgbClr val="000000"/>
                        </a:solidFill>
                        <a:latin typeface="Cambria Math" panose="02040503050406030204" pitchFamily="18" charset="0"/>
                      </a:rPr>
                      <m:t>𝑛</m:t>
                    </m:r>
                    <m:r>
                      <a:rPr lang="en-US" altLang="zh-CN" i="1" dirty="0">
                        <a:solidFill>
                          <a:srgbClr val="000000"/>
                        </a:solidFill>
                        <a:latin typeface="Cambria Math" panose="02040503050406030204" pitchFamily="18" charset="0"/>
                      </a:rPr>
                      <m:t>+</m:t>
                    </m:r>
                    <m:r>
                      <a:rPr lang="en-US" altLang="zh-CN" i="1" dirty="0">
                        <a:solidFill>
                          <a:srgbClr val="000000"/>
                        </a:solidFill>
                        <a:latin typeface="Cambria Math" panose="02040503050406030204" pitchFamily="18" charset="0"/>
                      </a:rPr>
                      <m:t>𝑟</m:t>
                    </m:r>
                    <m:r>
                      <a:rPr lang="en-US" altLang="zh-CN" i="1" dirty="0">
                        <a:solidFill>
                          <a:srgbClr val="000000"/>
                        </a:solidFill>
                        <a:latin typeface="Cambria Math" panose="02040503050406030204" pitchFamily="18" charset="0"/>
                      </a:rPr>
                      <m:t>−1}</m:t>
                    </m:r>
                  </m:oMath>
                </a14:m>
                <a:r>
                  <a:rPr lang="zh-CN" altLang="en-US" dirty="0">
                    <a:latin typeface="+mn-ea"/>
                  </a:rPr>
                  <a:t>上的一个不可重复的</a:t>
                </a:r>
                <a14:m>
                  <m:oMath xmlns:m="http://schemas.openxmlformats.org/officeDocument/2006/math">
                    <m:r>
                      <a:rPr lang="en-US" altLang="zh-CN" i="1" dirty="0">
                        <a:solidFill>
                          <a:srgbClr val="000000"/>
                        </a:solidFill>
                        <a:latin typeface="Cambria Math" panose="02040503050406030204" pitchFamily="18" charset="0"/>
                      </a:rPr>
                      <m:t>𝑟</m:t>
                    </m:r>
                  </m:oMath>
                </a14:m>
                <a:r>
                  <a:rPr lang="zh-CN" altLang="en-US" dirty="0">
                    <a:latin typeface="+mn-ea"/>
                  </a:rPr>
                  <a:t>个元素的组合数</a:t>
                </a:r>
                <a14:m>
                  <m:oMath xmlns:m="http://schemas.openxmlformats.org/officeDocument/2006/math">
                    <m:d>
                      <m:dPr>
                        <m:begChr m:val="{"/>
                        <m:endChr m:val="}"/>
                        <m:ctrlPr>
                          <a:rPr lang="en-US" altLang="zh-CN" i="1" dirty="0">
                            <a:solidFill>
                              <a:srgbClr val="000000"/>
                            </a:solidFill>
                            <a:latin typeface="Cambria Math" panose="02040503050406030204" pitchFamily="18" charset="0"/>
                          </a:rPr>
                        </m:ctrlPr>
                      </m:dPr>
                      <m:e>
                        <m:sSub>
                          <m:sSubPr>
                            <m:ctrlPr>
                              <a:rPr lang="en-US" altLang="zh-CN" i="1" dirty="0">
                                <a:solidFill>
                                  <a:srgbClr val="000000"/>
                                </a:solidFill>
                                <a:latin typeface="Cambria Math" panose="02040503050406030204" pitchFamily="18" charset="0"/>
                              </a:rPr>
                            </m:ctrlPr>
                          </m:sSubPr>
                          <m:e>
                            <m:r>
                              <a:rPr lang="en-US" altLang="zh-CN" i="1" dirty="0">
                                <a:solidFill>
                                  <a:srgbClr val="000000"/>
                                </a:solidFill>
                                <a:latin typeface="Cambria Math" panose="02040503050406030204" pitchFamily="18" charset="0"/>
                              </a:rPr>
                              <m:t>𝑏</m:t>
                            </m:r>
                          </m:e>
                          <m:sub>
                            <m:r>
                              <a:rPr lang="en-US" altLang="zh-CN" i="1" dirty="0">
                                <a:solidFill>
                                  <a:srgbClr val="000000"/>
                                </a:solidFill>
                                <a:latin typeface="Cambria Math" panose="02040503050406030204" pitchFamily="18" charset="0"/>
                              </a:rPr>
                              <m:t>1</m:t>
                            </m:r>
                          </m:sub>
                        </m:sSub>
                        <m:r>
                          <a:rPr lang="zh-CN" altLang="en-US" i="1" dirty="0">
                            <a:solidFill>
                              <a:srgbClr val="000000"/>
                            </a:solidFill>
                            <a:latin typeface="Cambria Math" panose="02040503050406030204" pitchFamily="18" charset="0"/>
                          </a:rPr>
                          <m:t>，</m:t>
                        </m:r>
                        <m:sSub>
                          <m:sSubPr>
                            <m:ctrlPr>
                              <a:rPr lang="en-US" altLang="zh-CN" i="1" dirty="0">
                                <a:solidFill>
                                  <a:srgbClr val="000000"/>
                                </a:solidFill>
                                <a:latin typeface="Cambria Math" panose="02040503050406030204" pitchFamily="18" charset="0"/>
                              </a:rPr>
                            </m:ctrlPr>
                          </m:sSubPr>
                          <m:e>
                            <m:r>
                              <a:rPr lang="en-US" altLang="zh-CN" i="1" dirty="0">
                                <a:solidFill>
                                  <a:srgbClr val="000000"/>
                                </a:solidFill>
                                <a:latin typeface="Cambria Math" panose="02040503050406030204" pitchFamily="18" charset="0"/>
                              </a:rPr>
                              <m:t>𝑏</m:t>
                            </m:r>
                          </m:e>
                          <m:sub>
                            <m:r>
                              <a:rPr lang="en-US" altLang="zh-CN" i="1" dirty="0">
                                <a:solidFill>
                                  <a:srgbClr val="000000"/>
                                </a:solidFill>
                                <a:latin typeface="Cambria Math" panose="02040503050406030204" pitchFamily="18" charset="0"/>
                              </a:rPr>
                              <m:t>2</m:t>
                            </m:r>
                          </m:sub>
                        </m:sSub>
                        <m:r>
                          <a:rPr lang="zh-CN" altLang="en-US" i="1" dirty="0">
                            <a:solidFill>
                              <a:srgbClr val="000000"/>
                            </a:solidFill>
                            <a:latin typeface="Cambria Math" panose="02040503050406030204" pitchFamily="18" charset="0"/>
                          </a:rPr>
                          <m:t>，</m:t>
                        </m:r>
                        <m:sSub>
                          <m:sSubPr>
                            <m:ctrlPr>
                              <a:rPr lang="en-US" altLang="zh-CN" i="1" dirty="0">
                                <a:solidFill>
                                  <a:srgbClr val="000000"/>
                                </a:solidFill>
                                <a:latin typeface="Cambria Math" panose="02040503050406030204" pitchFamily="18" charset="0"/>
                              </a:rPr>
                            </m:ctrlPr>
                          </m:sSubPr>
                          <m:e>
                            <m:r>
                              <a:rPr lang="en-US" altLang="zh-CN" i="1" dirty="0">
                                <a:solidFill>
                                  <a:srgbClr val="000000"/>
                                </a:solidFill>
                                <a:latin typeface="Cambria Math" panose="02040503050406030204" pitchFamily="18" charset="0"/>
                              </a:rPr>
                              <m:t>𝑏</m:t>
                            </m:r>
                          </m:e>
                          <m:sub>
                            <m:r>
                              <a:rPr lang="en-US" altLang="zh-CN" i="1" dirty="0">
                                <a:solidFill>
                                  <a:srgbClr val="000000"/>
                                </a:solidFill>
                                <a:latin typeface="Cambria Math" panose="02040503050406030204" pitchFamily="18" charset="0"/>
                              </a:rPr>
                              <m:t>3</m:t>
                            </m:r>
                          </m:sub>
                        </m:sSub>
                        <m:r>
                          <a:rPr lang="zh-CN" altLang="en-US" i="1" dirty="0" smtClean="0">
                            <a:solidFill>
                              <a:srgbClr val="000000"/>
                            </a:solidFill>
                            <a:latin typeface="Cambria Math" panose="02040503050406030204" pitchFamily="18" charset="0"/>
                          </a:rPr>
                          <m:t>，</m:t>
                        </m:r>
                        <m:r>
                          <a:rPr lang="zh-CN" altLang="en-US" i="1" dirty="0">
                            <a:solidFill>
                              <a:srgbClr val="000000"/>
                            </a:solidFill>
                            <a:latin typeface="Cambria Math" panose="02040503050406030204" pitchFamily="18" charset="0"/>
                          </a:rPr>
                          <m:t>⋯</m:t>
                        </m:r>
                        <m:sSub>
                          <m:sSubPr>
                            <m:ctrlPr>
                              <a:rPr lang="en-US" altLang="zh-CN" i="1" dirty="0">
                                <a:solidFill>
                                  <a:srgbClr val="000000"/>
                                </a:solidFill>
                                <a:latin typeface="Cambria Math" panose="02040503050406030204" pitchFamily="18" charset="0"/>
                              </a:rPr>
                            </m:ctrlPr>
                          </m:sSubPr>
                          <m:e>
                            <m:r>
                              <a:rPr lang="zh-CN" altLang="en-US" i="1" dirty="0">
                                <a:solidFill>
                                  <a:srgbClr val="000000"/>
                                </a:solidFill>
                                <a:latin typeface="Cambria Math" panose="02040503050406030204" pitchFamily="18" charset="0"/>
                              </a:rPr>
                              <m:t>，</m:t>
                            </m:r>
                            <m:r>
                              <a:rPr lang="en-US" altLang="zh-CN" i="1" dirty="0">
                                <a:solidFill>
                                  <a:srgbClr val="000000"/>
                                </a:solidFill>
                                <a:latin typeface="Cambria Math" panose="02040503050406030204" pitchFamily="18" charset="0"/>
                              </a:rPr>
                              <m:t>𝑏</m:t>
                            </m:r>
                          </m:e>
                          <m:sub>
                            <m:r>
                              <a:rPr lang="en-US" altLang="zh-CN" i="1" dirty="0">
                                <a:solidFill>
                                  <a:srgbClr val="000000"/>
                                </a:solidFill>
                                <a:latin typeface="Cambria Math" panose="02040503050406030204" pitchFamily="18" charset="0"/>
                              </a:rPr>
                              <m:t>𝑟</m:t>
                            </m:r>
                          </m:sub>
                        </m:sSub>
                      </m:e>
                    </m:d>
                    <m:r>
                      <a:rPr lang="zh-CN" altLang="en-US" i="1" dirty="0">
                        <a:solidFill>
                          <a:srgbClr val="000000"/>
                        </a:solidFill>
                        <a:latin typeface="Cambria Math" panose="02040503050406030204" pitchFamily="18" charset="0"/>
                      </a:rPr>
                      <m:t>，</m:t>
                    </m:r>
                  </m:oMath>
                </a14:m>
                <a:r>
                  <a:rPr lang="zh-CN" altLang="en-US" dirty="0">
                    <a:latin typeface="+mn-ea"/>
                  </a:rPr>
                  <a:t>这里</a:t>
                </a:r>
                <a14:m>
                  <m:oMath xmlns:m="http://schemas.openxmlformats.org/officeDocument/2006/math">
                    <m:sSub>
                      <m:sSubPr>
                        <m:ctrlPr>
                          <a:rPr lang="en-US" altLang="zh-CN" i="1" dirty="0">
                            <a:solidFill>
                              <a:srgbClr val="000000"/>
                            </a:solidFill>
                            <a:latin typeface="Cambria Math" panose="02040503050406030204" pitchFamily="18" charset="0"/>
                          </a:rPr>
                        </m:ctrlPr>
                      </m:sSubPr>
                      <m:e>
                        <m:r>
                          <a:rPr lang="en-US" altLang="zh-CN" b="0" i="1" dirty="0" smtClean="0">
                            <a:solidFill>
                              <a:srgbClr val="000000"/>
                            </a:solidFill>
                            <a:latin typeface="Cambria Math" panose="02040503050406030204" pitchFamily="18" charset="0"/>
                          </a:rPr>
                          <m:t>𝑏</m:t>
                        </m:r>
                      </m:e>
                      <m:sub>
                        <m:r>
                          <a:rPr lang="en-US" altLang="zh-CN" i="1" dirty="0">
                            <a:solidFill>
                              <a:srgbClr val="000000"/>
                            </a:solidFill>
                            <a:latin typeface="Cambria Math" panose="02040503050406030204" pitchFamily="18" charset="0"/>
                          </a:rPr>
                          <m:t>1</m:t>
                        </m:r>
                      </m:sub>
                    </m:sSub>
                    <m:r>
                      <a:rPr lang="en-US" altLang="zh-CN" b="0" i="1" dirty="0" smtClean="0">
                        <a:solidFill>
                          <a:srgbClr val="000000"/>
                        </a:solidFill>
                        <a:latin typeface="Cambria Math" panose="02040503050406030204" pitchFamily="18" charset="0"/>
                      </a:rPr>
                      <m:t>&lt;</m:t>
                    </m:r>
                    <m:sSub>
                      <m:sSubPr>
                        <m:ctrlPr>
                          <a:rPr lang="en-US" altLang="zh-CN" i="1" dirty="0">
                            <a:solidFill>
                              <a:srgbClr val="000000"/>
                            </a:solidFill>
                            <a:latin typeface="Cambria Math" panose="02040503050406030204" pitchFamily="18" charset="0"/>
                          </a:rPr>
                        </m:ctrlPr>
                      </m:sSubPr>
                      <m:e>
                        <m:r>
                          <a:rPr lang="en-US" altLang="zh-CN" b="0" i="1" dirty="0" smtClean="0">
                            <a:solidFill>
                              <a:srgbClr val="000000"/>
                            </a:solidFill>
                            <a:latin typeface="Cambria Math" panose="02040503050406030204" pitchFamily="18" charset="0"/>
                          </a:rPr>
                          <m:t>𝑏</m:t>
                        </m:r>
                      </m:e>
                      <m:sub>
                        <m:r>
                          <a:rPr lang="en-US" altLang="zh-CN" i="1" dirty="0">
                            <a:solidFill>
                              <a:srgbClr val="000000"/>
                            </a:solidFill>
                            <a:latin typeface="Cambria Math" panose="02040503050406030204" pitchFamily="18" charset="0"/>
                          </a:rPr>
                          <m:t>2</m:t>
                        </m:r>
                      </m:sub>
                    </m:sSub>
                    <m:r>
                      <a:rPr lang="en-US" altLang="zh-CN" b="0" i="1" dirty="0" smtClean="0">
                        <a:solidFill>
                          <a:srgbClr val="000000"/>
                        </a:solidFill>
                        <a:latin typeface="Cambria Math" panose="02040503050406030204" pitchFamily="18" charset="0"/>
                      </a:rPr>
                      <m:t>&lt;</m:t>
                    </m:r>
                    <m:sSub>
                      <m:sSubPr>
                        <m:ctrlPr>
                          <a:rPr lang="en-US" altLang="zh-CN" i="1" dirty="0">
                            <a:solidFill>
                              <a:srgbClr val="000000"/>
                            </a:solidFill>
                            <a:latin typeface="Cambria Math" panose="02040503050406030204" pitchFamily="18" charset="0"/>
                          </a:rPr>
                        </m:ctrlPr>
                      </m:sSubPr>
                      <m:e>
                        <m:r>
                          <a:rPr lang="en-US" altLang="zh-CN" i="1" dirty="0">
                            <a:solidFill>
                              <a:srgbClr val="000000"/>
                            </a:solidFill>
                            <a:latin typeface="Cambria Math" panose="02040503050406030204" pitchFamily="18" charset="0"/>
                          </a:rPr>
                          <m:t>𝑏</m:t>
                        </m:r>
                      </m:e>
                      <m:sub>
                        <m:r>
                          <a:rPr lang="en-US" altLang="zh-CN" i="1" dirty="0" smtClean="0">
                            <a:solidFill>
                              <a:srgbClr val="000000"/>
                            </a:solidFill>
                            <a:latin typeface="Cambria Math" panose="02040503050406030204" pitchFamily="18" charset="0"/>
                          </a:rPr>
                          <m:t>3</m:t>
                        </m:r>
                      </m:sub>
                    </m:sSub>
                    <m:r>
                      <a:rPr lang="en-US" altLang="zh-CN" i="1" dirty="0">
                        <a:solidFill>
                          <a:srgbClr val="000000"/>
                        </a:solidFill>
                        <a:latin typeface="Cambria Math" panose="02040503050406030204" pitchFamily="18" charset="0"/>
                      </a:rPr>
                      <m:t>&lt;</m:t>
                    </m:r>
                    <m:r>
                      <a:rPr lang="zh-CN" altLang="en-US" i="1" dirty="0">
                        <a:solidFill>
                          <a:srgbClr val="000000"/>
                        </a:solidFill>
                        <a:latin typeface="Cambria Math" panose="02040503050406030204" pitchFamily="18" charset="0"/>
                      </a:rPr>
                      <m:t>⋯</m:t>
                    </m:r>
                    <m:sSub>
                      <m:sSubPr>
                        <m:ctrlPr>
                          <a:rPr lang="en-US" altLang="zh-CN" i="1" dirty="0">
                            <a:solidFill>
                              <a:srgbClr val="000000"/>
                            </a:solidFill>
                            <a:latin typeface="Cambria Math" panose="02040503050406030204" pitchFamily="18" charset="0"/>
                          </a:rPr>
                        </m:ctrlPr>
                      </m:sSubPr>
                      <m:e>
                        <m:r>
                          <a:rPr lang="en-US" altLang="zh-CN" b="0" i="1" dirty="0" smtClean="0">
                            <a:solidFill>
                              <a:srgbClr val="000000"/>
                            </a:solidFill>
                            <a:latin typeface="Cambria Math" panose="02040503050406030204" pitchFamily="18" charset="0"/>
                          </a:rPr>
                          <m:t>&lt;</m:t>
                        </m:r>
                        <m:r>
                          <a:rPr lang="en-US" altLang="zh-CN" b="0" i="1" dirty="0" smtClean="0">
                            <a:solidFill>
                              <a:srgbClr val="000000"/>
                            </a:solidFill>
                            <a:latin typeface="Cambria Math" panose="02040503050406030204" pitchFamily="18" charset="0"/>
                          </a:rPr>
                          <m:t>𝑏</m:t>
                        </m:r>
                      </m:e>
                      <m:sub>
                        <m:r>
                          <a:rPr lang="en-US" altLang="zh-CN" i="1" dirty="0">
                            <a:solidFill>
                              <a:srgbClr val="000000"/>
                            </a:solidFill>
                            <a:latin typeface="Cambria Math" panose="02040503050406030204" pitchFamily="18" charset="0"/>
                          </a:rPr>
                          <m:t>𝑟</m:t>
                        </m:r>
                      </m:sub>
                    </m:sSub>
                  </m:oMath>
                </a14:m>
                <a:r>
                  <a:rPr lang="zh-CN" altLang="en-US" dirty="0">
                    <a:solidFill>
                      <a:srgbClr val="000000"/>
                    </a:solidFill>
                  </a:rPr>
                  <a:t> </a:t>
                </a:r>
                <a14:m>
                  <m:oMath xmlns:m="http://schemas.openxmlformats.org/officeDocument/2006/math">
                    <m:r>
                      <a:rPr lang="zh-CN" altLang="en-US" i="1" dirty="0">
                        <a:solidFill>
                          <a:srgbClr val="000000"/>
                        </a:solidFill>
                        <a:latin typeface="Cambria Math" panose="02040503050406030204" pitchFamily="18" charset="0"/>
                      </a:rPr>
                      <m:t>≤</m:t>
                    </m:r>
                  </m:oMath>
                </a14:m>
                <a:r>
                  <a:rPr lang="en-US" altLang="zh-CN" dirty="0">
                    <a:solidFill>
                      <a:srgbClr val="000000"/>
                    </a:solidFill>
                  </a:rPr>
                  <a:t> </a:t>
                </a:r>
                <a14:m>
                  <m:oMath xmlns:m="http://schemas.openxmlformats.org/officeDocument/2006/math">
                    <m:r>
                      <a:rPr lang="en-US" altLang="zh-CN" i="1" dirty="0">
                        <a:solidFill>
                          <a:srgbClr val="000000"/>
                        </a:solidFill>
                        <a:latin typeface="Cambria Math" panose="02040503050406030204" pitchFamily="18" charset="0"/>
                      </a:rPr>
                      <m:t>𝑛</m:t>
                    </m:r>
                    <m:r>
                      <a:rPr lang="en-US" altLang="zh-CN" i="1" dirty="0">
                        <a:solidFill>
                          <a:srgbClr val="000000"/>
                        </a:solidFill>
                        <a:latin typeface="Cambria Math" panose="02040503050406030204" pitchFamily="18" charset="0"/>
                      </a:rPr>
                      <m:t>+</m:t>
                    </m:r>
                    <m:r>
                      <a:rPr lang="en-US" altLang="zh-CN" i="1" dirty="0">
                        <a:solidFill>
                          <a:srgbClr val="000000"/>
                        </a:solidFill>
                        <a:latin typeface="Cambria Math" panose="02040503050406030204" pitchFamily="18" charset="0"/>
                      </a:rPr>
                      <m:t>𝑟</m:t>
                    </m:r>
                    <m:r>
                      <a:rPr lang="en-US" altLang="zh-CN" i="1" dirty="0">
                        <a:solidFill>
                          <a:srgbClr val="000000"/>
                        </a:solidFill>
                        <a:latin typeface="Cambria Math" panose="02040503050406030204" pitchFamily="18" charset="0"/>
                      </a:rPr>
                      <m:t>−1</m:t>
                    </m:r>
                  </m:oMath>
                </a14:m>
                <a:r>
                  <a:rPr lang="zh-CN" altLang="en-US" dirty="0">
                    <a:latin typeface="+mn-ea"/>
                  </a:rPr>
                  <a:t>。这个组合数按如下方式可以得到集合</a:t>
                </a:r>
                <a14:m>
                  <m:oMath xmlns:m="http://schemas.openxmlformats.org/officeDocument/2006/math">
                    <m:r>
                      <a:rPr lang="en-US" altLang="zh-CN" dirty="0">
                        <a:solidFill>
                          <a:srgbClr val="000000"/>
                        </a:solidFill>
                        <a:latin typeface="Cambria Math" panose="02040503050406030204" pitchFamily="18" charset="0"/>
                      </a:rPr>
                      <m:t>{</m:t>
                    </m:r>
                    <m:r>
                      <a:rPr lang="en-US" altLang="zh-CN" i="1" dirty="0">
                        <a:solidFill>
                          <a:srgbClr val="000000"/>
                        </a:solidFill>
                        <a:latin typeface="Cambria Math"/>
                      </a:rPr>
                      <m:t>1</m:t>
                    </m:r>
                    <m:r>
                      <a:rPr lang="zh-CN" altLang="en-US" i="1" dirty="0">
                        <a:solidFill>
                          <a:srgbClr val="000000"/>
                        </a:solidFill>
                        <a:latin typeface="Cambria Math" panose="02040503050406030204" pitchFamily="18" charset="0"/>
                      </a:rPr>
                      <m:t>，</m:t>
                    </m:r>
                    <m:r>
                      <a:rPr lang="en-US" altLang="zh-CN" i="1" dirty="0">
                        <a:solidFill>
                          <a:srgbClr val="000000"/>
                        </a:solidFill>
                        <a:latin typeface="Cambria Math" panose="02040503050406030204" pitchFamily="18" charset="0"/>
                      </a:rPr>
                      <m:t>2</m:t>
                    </m:r>
                    <m:r>
                      <a:rPr lang="zh-CN" altLang="en-US" i="1" dirty="0">
                        <a:solidFill>
                          <a:srgbClr val="000000"/>
                        </a:solidFill>
                        <a:latin typeface="Cambria Math" panose="02040503050406030204" pitchFamily="18" charset="0"/>
                      </a:rPr>
                      <m:t>，</m:t>
                    </m:r>
                    <m:r>
                      <a:rPr lang="zh-CN" altLang="en-US" i="1" dirty="0">
                        <a:solidFill>
                          <a:srgbClr val="000000"/>
                        </a:solidFill>
                        <a:latin typeface="Cambria Math" panose="02040503050406030204" pitchFamily="18" charset="0"/>
                      </a:rPr>
                      <m:t>⋯</m:t>
                    </m:r>
                    <m:r>
                      <a:rPr lang="zh-CN" altLang="en-US" i="1" dirty="0">
                        <a:solidFill>
                          <a:srgbClr val="000000"/>
                        </a:solidFill>
                        <a:latin typeface="Cambria Math" panose="02040503050406030204" pitchFamily="18" charset="0"/>
                      </a:rPr>
                      <m:t>，</m:t>
                    </m:r>
                    <m:r>
                      <a:rPr lang="en-US" altLang="zh-CN" i="1" dirty="0">
                        <a:solidFill>
                          <a:srgbClr val="000000"/>
                        </a:solidFill>
                        <a:latin typeface="Cambria Math" panose="02040503050406030204" pitchFamily="18" charset="0"/>
                      </a:rPr>
                      <m:t>𝑛</m:t>
                    </m:r>
                    <m:r>
                      <a:rPr lang="en-US" altLang="zh-CN" i="1" dirty="0">
                        <a:solidFill>
                          <a:srgbClr val="000000"/>
                        </a:solidFill>
                        <a:latin typeface="Cambria Math" panose="02040503050406030204" pitchFamily="18" charset="0"/>
                      </a:rPr>
                      <m:t>}</m:t>
                    </m:r>
                  </m:oMath>
                </a14:m>
                <a:r>
                  <a:rPr lang="zh-CN" altLang="en-US" dirty="0">
                    <a:latin typeface="+mn-ea"/>
                  </a:rPr>
                  <a:t>上一个可重复</a:t>
                </a:r>
                <a14:m>
                  <m:oMath xmlns:m="http://schemas.openxmlformats.org/officeDocument/2006/math">
                    <m:r>
                      <a:rPr lang="en-US" altLang="zh-CN" i="1" dirty="0">
                        <a:solidFill>
                          <a:srgbClr val="000000"/>
                        </a:solidFill>
                        <a:latin typeface="Cambria Math" panose="02040503050406030204" pitchFamily="18" charset="0"/>
                      </a:rPr>
                      <m:t>𝑟</m:t>
                    </m:r>
                  </m:oMath>
                </a14:m>
                <a:r>
                  <a:rPr lang="zh-CN" altLang="en-US" dirty="0">
                    <a:latin typeface="+mn-ea"/>
                  </a:rPr>
                  <a:t>个元素的组合</a:t>
                </a:r>
                <a:endParaRPr lang="en-US" altLang="zh-CN" dirty="0">
                  <a:latin typeface="+mn-ea"/>
                </a:endParaRPr>
              </a:p>
              <a:p>
                <a:pPr marL="0" indent="0" eaLnBrk="1" hangingPunct="1">
                  <a:buNone/>
                </a:pPr>
                <a14:m>
                  <m:oMath xmlns:m="http://schemas.openxmlformats.org/officeDocument/2006/math">
                    <m:d>
                      <m:dPr>
                        <m:begChr m:val="{"/>
                        <m:endChr m:val="}"/>
                        <m:ctrlPr>
                          <a:rPr lang="en-US" altLang="zh-CN" i="1" dirty="0" smtClean="0">
                            <a:solidFill>
                              <a:srgbClr val="000000"/>
                            </a:solidFill>
                            <a:latin typeface="Cambria Math" panose="02040503050406030204" pitchFamily="18" charset="0"/>
                          </a:rPr>
                        </m:ctrlPr>
                      </m:dPr>
                      <m:e>
                        <m:sSub>
                          <m:sSubPr>
                            <m:ctrlPr>
                              <a:rPr lang="en-US" altLang="zh-CN" i="1" dirty="0" smtClean="0">
                                <a:solidFill>
                                  <a:srgbClr val="000000"/>
                                </a:solidFill>
                                <a:latin typeface="Cambria Math" panose="02040503050406030204" pitchFamily="18" charset="0"/>
                              </a:rPr>
                            </m:ctrlPr>
                          </m:sSubPr>
                          <m:e>
                            <m:r>
                              <a:rPr lang="en-US" altLang="zh-CN" b="0" i="1" dirty="0" smtClean="0">
                                <a:solidFill>
                                  <a:srgbClr val="000000"/>
                                </a:solidFill>
                                <a:latin typeface="Cambria Math" panose="02040503050406030204" pitchFamily="18" charset="0"/>
                              </a:rPr>
                              <m:t>𝑎</m:t>
                            </m:r>
                          </m:e>
                          <m:sub>
                            <m:r>
                              <a:rPr lang="en-US" altLang="zh-CN" b="0" i="1" dirty="0" smtClean="0">
                                <a:solidFill>
                                  <a:srgbClr val="000000"/>
                                </a:solidFill>
                                <a:latin typeface="Cambria Math" panose="02040503050406030204" pitchFamily="18" charset="0"/>
                              </a:rPr>
                              <m:t>1</m:t>
                            </m:r>
                          </m:sub>
                        </m:sSub>
                        <m:r>
                          <a:rPr lang="zh-CN" altLang="en-US" i="1" dirty="0">
                            <a:solidFill>
                              <a:srgbClr val="000000"/>
                            </a:solidFill>
                            <a:latin typeface="Cambria Math" panose="02040503050406030204" pitchFamily="18" charset="0"/>
                          </a:rPr>
                          <m:t>，</m:t>
                        </m:r>
                        <m:sSub>
                          <m:sSubPr>
                            <m:ctrlPr>
                              <a:rPr lang="en-US" altLang="zh-CN" i="1" dirty="0">
                                <a:solidFill>
                                  <a:srgbClr val="000000"/>
                                </a:solidFill>
                                <a:latin typeface="Cambria Math" panose="02040503050406030204" pitchFamily="18" charset="0"/>
                              </a:rPr>
                            </m:ctrlPr>
                          </m:sSubPr>
                          <m:e>
                            <m:r>
                              <a:rPr lang="en-US" altLang="zh-CN" i="1" dirty="0">
                                <a:solidFill>
                                  <a:srgbClr val="000000"/>
                                </a:solidFill>
                                <a:latin typeface="Cambria Math" panose="02040503050406030204" pitchFamily="18" charset="0"/>
                              </a:rPr>
                              <m:t>𝑎</m:t>
                            </m:r>
                          </m:e>
                          <m:sub>
                            <m:r>
                              <a:rPr lang="en-US" altLang="zh-CN" b="0" i="1" dirty="0" smtClean="0">
                                <a:solidFill>
                                  <a:srgbClr val="000000"/>
                                </a:solidFill>
                                <a:latin typeface="Cambria Math" panose="02040503050406030204" pitchFamily="18" charset="0"/>
                              </a:rPr>
                              <m:t>2</m:t>
                            </m:r>
                          </m:sub>
                        </m:sSub>
                        <m:r>
                          <a:rPr lang="zh-CN" altLang="en-US" i="1" dirty="0" smtClean="0">
                            <a:solidFill>
                              <a:srgbClr val="000000"/>
                            </a:solidFill>
                            <a:latin typeface="Cambria Math" panose="02040503050406030204" pitchFamily="18" charset="0"/>
                          </a:rPr>
                          <m:t>，</m:t>
                        </m:r>
                        <m:sSub>
                          <m:sSubPr>
                            <m:ctrlPr>
                              <a:rPr lang="en-US" altLang="zh-CN" i="1" dirty="0">
                                <a:solidFill>
                                  <a:srgbClr val="000000"/>
                                </a:solidFill>
                                <a:latin typeface="Cambria Math" panose="02040503050406030204" pitchFamily="18" charset="0"/>
                              </a:rPr>
                            </m:ctrlPr>
                          </m:sSubPr>
                          <m:e>
                            <m:r>
                              <a:rPr lang="en-US" altLang="zh-CN" i="1" dirty="0">
                                <a:solidFill>
                                  <a:srgbClr val="000000"/>
                                </a:solidFill>
                                <a:latin typeface="Cambria Math" panose="02040503050406030204" pitchFamily="18" charset="0"/>
                              </a:rPr>
                              <m:t>𝑎</m:t>
                            </m:r>
                          </m:e>
                          <m:sub>
                            <m:r>
                              <a:rPr lang="en-US" altLang="zh-CN" i="1" dirty="0">
                                <a:solidFill>
                                  <a:srgbClr val="000000"/>
                                </a:solidFill>
                                <a:latin typeface="Cambria Math" panose="02040503050406030204" pitchFamily="18" charset="0"/>
                              </a:rPr>
                              <m:t>3</m:t>
                            </m:r>
                          </m:sub>
                        </m:sSub>
                        <m:r>
                          <a:rPr lang="zh-CN" altLang="en-US" i="1" dirty="0">
                            <a:solidFill>
                              <a:srgbClr val="000000"/>
                            </a:solidFill>
                            <a:latin typeface="Cambria Math" panose="02040503050406030204" pitchFamily="18" charset="0"/>
                          </a:rPr>
                          <m:t>，</m:t>
                        </m:r>
                        <m:r>
                          <a:rPr lang="zh-CN" altLang="en-US" i="1" dirty="0">
                            <a:solidFill>
                              <a:srgbClr val="000000"/>
                            </a:solidFill>
                            <a:latin typeface="Cambria Math" panose="02040503050406030204" pitchFamily="18" charset="0"/>
                          </a:rPr>
                          <m:t>⋯</m:t>
                        </m:r>
                        <m:sSub>
                          <m:sSubPr>
                            <m:ctrlPr>
                              <a:rPr lang="en-US" altLang="zh-CN" i="1" dirty="0">
                                <a:solidFill>
                                  <a:srgbClr val="000000"/>
                                </a:solidFill>
                                <a:latin typeface="Cambria Math" panose="02040503050406030204" pitchFamily="18" charset="0"/>
                              </a:rPr>
                            </m:ctrlPr>
                          </m:sSubPr>
                          <m:e>
                            <m:r>
                              <a:rPr lang="zh-CN" altLang="en-US" i="1" dirty="0" smtClean="0">
                                <a:solidFill>
                                  <a:srgbClr val="000000"/>
                                </a:solidFill>
                                <a:latin typeface="Cambria Math" panose="02040503050406030204" pitchFamily="18" charset="0"/>
                              </a:rPr>
                              <m:t>，</m:t>
                            </m:r>
                            <m:r>
                              <a:rPr lang="en-US" altLang="zh-CN" i="1" dirty="0">
                                <a:solidFill>
                                  <a:srgbClr val="000000"/>
                                </a:solidFill>
                                <a:latin typeface="Cambria Math" panose="02040503050406030204" pitchFamily="18" charset="0"/>
                              </a:rPr>
                              <m:t>𝑎</m:t>
                            </m:r>
                          </m:e>
                          <m:sub>
                            <m:r>
                              <a:rPr lang="en-US" altLang="zh-CN" b="0" i="1" dirty="0" smtClean="0">
                                <a:solidFill>
                                  <a:srgbClr val="000000"/>
                                </a:solidFill>
                                <a:latin typeface="Cambria Math" panose="02040503050406030204" pitchFamily="18" charset="0"/>
                              </a:rPr>
                              <m:t>𝑟</m:t>
                            </m:r>
                          </m:sub>
                        </m:sSub>
                      </m:e>
                    </m:d>
                    <m:r>
                      <a:rPr lang="en-US" altLang="zh-CN" dirty="0">
                        <a:solidFill>
                          <a:srgbClr val="000000"/>
                        </a:solidFill>
                        <a:latin typeface="Cambria Math" panose="02040503050406030204" pitchFamily="18" charset="0"/>
                      </a:rPr>
                      <m:t>=</m:t>
                    </m:r>
                    <m:d>
                      <m:dPr>
                        <m:begChr m:val="{"/>
                        <m:endChr m:val="}"/>
                        <m:ctrlPr>
                          <a:rPr lang="en-US" altLang="zh-CN" i="1" dirty="0">
                            <a:solidFill>
                              <a:srgbClr val="000000"/>
                            </a:solidFill>
                            <a:latin typeface="Cambria Math" panose="02040503050406030204" pitchFamily="18" charset="0"/>
                          </a:rPr>
                        </m:ctrlPr>
                      </m:dPr>
                      <m:e>
                        <m:sSub>
                          <m:sSubPr>
                            <m:ctrlPr>
                              <a:rPr lang="en-US" altLang="zh-CN" i="1" dirty="0">
                                <a:solidFill>
                                  <a:srgbClr val="000000"/>
                                </a:solidFill>
                                <a:latin typeface="Cambria Math" panose="02040503050406030204" pitchFamily="18" charset="0"/>
                              </a:rPr>
                            </m:ctrlPr>
                          </m:sSubPr>
                          <m:e>
                            <m:r>
                              <a:rPr lang="en-US" altLang="zh-CN" b="0" i="1" dirty="0" smtClean="0">
                                <a:solidFill>
                                  <a:srgbClr val="000000"/>
                                </a:solidFill>
                                <a:latin typeface="Cambria Math" panose="02040503050406030204" pitchFamily="18" charset="0"/>
                              </a:rPr>
                              <m:t>𝑏</m:t>
                            </m:r>
                          </m:e>
                          <m:sub>
                            <m:r>
                              <a:rPr lang="en-US" altLang="zh-CN" i="1" dirty="0">
                                <a:solidFill>
                                  <a:srgbClr val="000000"/>
                                </a:solidFill>
                                <a:latin typeface="Cambria Math" panose="02040503050406030204" pitchFamily="18" charset="0"/>
                              </a:rPr>
                              <m:t>1</m:t>
                            </m:r>
                          </m:sub>
                        </m:sSub>
                        <m:r>
                          <a:rPr lang="zh-CN" altLang="en-US" i="1" dirty="0">
                            <a:solidFill>
                              <a:srgbClr val="000000"/>
                            </a:solidFill>
                            <a:latin typeface="Cambria Math" panose="02040503050406030204" pitchFamily="18" charset="0"/>
                          </a:rPr>
                          <m:t>，</m:t>
                        </m:r>
                        <m:sSub>
                          <m:sSubPr>
                            <m:ctrlPr>
                              <a:rPr lang="en-US" altLang="zh-CN" i="1" dirty="0">
                                <a:solidFill>
                                  <a:srgbClr val="000000"/>
                                </a:solidFill>
                                <a:latin typeface="Cambria Math" panose="02040503050406030204" pitchFamily="18" charset="0"/>
                              </a:rPr>
                            </m:ctrlPr>
                          </m:sSubPr>
                          <m:e>
                            <m:r>
                              <a:rPr lang="en-US" altLang="zh-CN" b="0" i="1" dirty="0" smtClean="0">
                                <a:solidFill>
                                  <a:srgbClr val="000000"/>
                                </a:solidFill>
                                <a:latin typeface="Cambria Math" panose="02040503050406030204" pitchFamily="18" charset="0"/>
                              </a:rPr>
                              <m:t>𝑏</m:t>
                            </m:r>
                          </m:e>
                          <m:sub>
                            <m:r>
                              <a:rPr lang="en-US" altLang="zh-CN" i="1" dirty="0">
                                <a:solidFill>
                                  <a:srgbClr val="000000"/>
                                </a:solidFill>
                                <a:latin typeface="Cambria Math" panose="02040503050406030204" pitchFamily="18" charset="0"/>
                              </a:rPr>
                              <m:t>2</m:t>
                            </m:r>
                          </m:sub>
                        </m:sSub>
                        <m:r>
                          <a:rPr lang="en-US" altLang="zh-CN" b="0" i="1" dirty="0" smtClean="0">
                            <a:solidFill>
                              <a:srgbClr val="000000"/>
                            </a:solidFill>
                            <a:latin typeface="Cambria Math" panose="02040503050406030204" pitchFamily="18" charset="0"/>
                          </a:rPr>
                          <m:t>−</m:t>
                        </m:r>
                        <m:r>
                          <a:rPr lang="en-US" altLang="zh-CN" i="1" dirty="0">
                            <a:solidFill>
                              <a:srgbClr val="000000"/>
                            </a:solidFill>
                            <a:latin typeface="Cambria Math" panose="02040503050406030204" pitchFamily="18" charset="0"/>
                          </a:rPr>
                          <m:t>1</m:t>
                        </m:r>
                        <m:sSub>
                          <m:sSubPr>
                            <m:ctrlPr>
                              <a:rPr lang="en-US" altLang="zh-CN" i="1" dirty="0">
                                <a:solidFill>
                                  <a:srgbClr val="000000"/>
                                </a:solidFill>
                                <a:latin typeface="Cambria Math" panose="02040503050406030204" pitchFamily="18" charset="0"/>
                              </a:rPr>
                            </m:ctrlPr>
                          </m:sSubPr>
                          <m:e>
                            <m:r>
                              <a:rPr lang="zh-CN" altLang="en-US" i="1" dirty="0" smtClean="0">
                                <a:solidFill>
                                  <a:srgbClr val="000000"/>
                                </a:solidFill>
                                <a:latin typeface="Cambria Math" panose="02040503050406030204" pitchFamily="18" charset="0"/>
                              </a:rPr>
                              <m:t>，</m:t>
                            </m:r>
                            <m:r>
                              <a:rPr lang="en-US" altLang="zh-CN" i="1" dirty="0">
                                <a:solidFill>
                                  <a:srgbClr val="000000"/>
                                </a:solidFill>
                                <a:latin typeface="Cambria Math" panose="02040503050406030204" pitchFamily="18" charset="0"/>
                              </a:rPr>
                              <m:t>𝑏</m:t>
                            </m:r>
                          </m:e>
                          <m:sub>
                            <m:r>
                              <a:rPr lang="en-US" altLang="zh-CN" i="1" dirty="0" smtClean="0">
                                <a:solidFill>
                                  <a:srgbClr val="000000"/>
                                </a:solidFill>
                                <a:latin typeface="Cambria Math" panose="02040503050406030204" pitchFamily="18" charset="0"/>
                              </a:rPr>
                              <m:t>3</m:t>
                            </m:r>
                          </m:sub>
                        </m:sSub>
                        <m:r>
                          <a:rPr lang="en-US" altLang="zh-CN" i="1" dirty="0">
                            <a:solidFill>
                              <a:srgbClr val="000000"/>
                            </a:solidFill>
                            <a:latin typeface="Cambria Math" panose="02040503050406030204" pitchFamily="18" charset="0"/>
                          </a:rPr>
                          <m:t>−</m:t>
                        </m:r>
                        <m:r>
                          <a:rPr lang="en-US" altLang="zh-CN" i="1" dirty="0" smtClean="0">
                            <a:solidFill>
                              <a:srgbClr val="000000"/>
                            </a:solidFill>
                            <a:latin typeface="Cambria Math" panose="02040503050406030204" pitchFamily="18" charset="0"/>
                          </a:rPr>
                          <m:t>2</m:t>
                        </m:r>
                        <m:r>
                          <a:rPr lang="zh-CN" altLang="en-US" i="1" dirty="0">
                            <a:solidFill>
                              <a:srgbClr val="000000"/>
                            </a:solidFill>
                            <a:latin typeface="Cambria Math" panose="02040503050406030204" pitchFamily="18" charset="0"/>
                          </a:rPr>
                          <m:t>，</m:t>
                        </m:r>
                        <m:r>
                          <a:rPr lang="zh-CN" altLang="en-US" i="1" dirty="0">
                            <a:solidFill>
                              <a:srgbClr val="000000"/>
                            </a:solidFill>
                            <a:latin typeface="Cambria Math" panose="02040503050406030204" pitchFamily="18" charset="0"/>
                          </a:rPr>
                          <m:t>⋯</m:t>
                        </m:r>
                        <m:sSub>
                          <m:sSubPr>
                            <m:ctrlPr>
                              <a:rPr lang="en-US" altLang="zh-CN" i="1" dirty="0">
                                <a:solidFill>
                                  <a:srgbClr val="000000"/>
                                </a:solidFill>
                                <a:latin typeface="Cambria Math" panose="02040503050406030204" pitchFamily="18" charset="0"/>
                              </a:rPr>
                            </m:ctrlPr>
                          </m:sSubPr>
                          <m:e>
                            <m:r>
                              <a:rPr lang="zh-CN" altLang="en-US" i="1" dirty="0">
                                <a:solidFill>
                                  <a:srgbClr val="000000"/>
                                </a:solidFill>
                                <a:latin typeface="Cambria Math" panose="02040503050406030204" pitchFamily="18" charset="0"/>
                              </a:rPr>
                              <m:t>，</m:t>
                            </m:r>
                            <m:r>
                              <a:rPr lang="en-US" altLang="zh-CN" b="0" i="1" dirty="0" smtClean="0">
                                <a:solidFill>
                                  <a:srgbClr val="000000"/>
                                </a:solidFill>
                                <a:latin typeface="Cambria Math" panose="02040503050406030204" pitchFamily="18" charset="0"/>
                              </a:rPr>
                              <m:t>𝑏</m:t>
                            </m:r>
                          </m:e>
                          <m:sub>
                            <m:r>
                              <a:rPr lang="en-US" altLang="zh-CN" i="1" dirty="0">
                                <a:solidFill>
                                  <a:srgbClr val="000000"/>
                                </a:solidFill>
                                <a:latin typeface="Cambria Math" panose="02040503050406030204" pitchFamily="18" charset="0"/>
                              </a:rPr>
                              <m:t>𝑟</m:t>
                            </m:r>
                          </m:sub>
                        </m:sSub>
                        <m:r>
                          <a:rPr lang="en-US" altLang="zh-CN" b="0" i="1" dirty="0" smtClean="0">
                            <a:solidFill>
                              <a:srgbClr val="000000"/>
                            </a:solidFill>
                            <a:latin typeface="Cambria Math" panose="02040503050406030204" pitchFamily="18" charset="0"/>
                          </a:rPr>
                          <m:t>−</m:t>
                        </m:r>
                        <m:d>
                          <m:dPr>
                            <m:ctrlPr>
                              <a:rPr lang="en-US" altLang="zh-CN" i="1" dirty="0">
                                <a:solidFill>
                                  <a:srgbClr val="000000"/>
                                </a:solidFill>
                                <a:latin typeface="Cambria Math" panose="02040503050406030204" pitchFamily="18" charset="0"/>
                              </a:rPr>
                            </m:ctrlPr>
                          </m:dPr>
                          <m:e>
                            <m:r>
                              <a:rPr lang="en-US" altLang="zh-CN" i="1" dirty="0">
                                <a:solidFill>
                                  <a:srgbClr val="000000"/>
                                </a:solidFill>
                                <a:latin typeface="Cambria Math" panose="02040503050406030204" pitchFamily="18" charset="0"/>
                              </a:rPr>
                              <m:t>𝑟</m:t>
                            </m:r>
                            <m:r>
                              <a:rPr lang="en-US" altLang="zh-CN" i="1" dirty="0">
                                <a:solidFill>
                                  <a:srgbClr val="000000"/>
                                </a:solidFill>
                                <a:latin typeface="Cambria Math" panose="02040503050406030204" pitchFamily="18" charset="0"/>
                              </a:rPr>
                              <m:t>−1</m:t>
                            </m:r>
                          </m:e>
                        </m:d>
                      </m:e>
                    </m:d>
                  </m:oMath>
                </a14:m>
                <a:r>
                  <a:rPr lang="zh-CN" altLang="en-US" b="0" dirty="0">
                    <a:solidFill>
                      <a:srgbClr val="000000"/>
                    </a:solidFill>
                    <a:latin typeface="+mn-ea"/>
                  </a:rPr>
                  <a:t>。</a:t>
                </a:r>
                <a:endParaRPr lang="en-US" altLang="zh-CN" b="0" dirty="0">
                  <a:solidFill>
                    <a:srgbClr val="000000"/>
                  </a:solidFill>
                  <a:latin typeface="+mn-ea"/>
                </a:endParaRPr>
              </a:p>
              <a:p>
                <a:pPr marL="0" indent="0" eaLnBrk="1" hangingPunct="1">
                  <a:buNone/>
                </a:pPr>
                <a:r>
                  <a:rPr lang="zh-CN" altLang="en-US" dirty="0">
                    <a:solidFill>
                      <a:srgbClr val="000000"/>
                    </a:solidFill>
                    <a:latin typeface="+mn-ea"/>
                  </a:rPr>
                  <a:t>以上表明，</a:t>
                </a:r>
                <a14:m>
                  <m:oMath xmlns:m="http://schemas.openxmlformats.org/officeDocument/2006/math">
                    <m:r>
                      <a:rPr lang="en-US" altLang="zh-CN" i="1" dirty="0" smtClean="0">
                        <a:solidFill>
                          <a:srgbClr val="000000"/>
                        </a:solidFill>
                        <a:latin typeface="Cambria Math"/>
                      </a:rPr>
                      <m:t>𝑛</m:t>
                    </m:r>
                  </m:oMath>
                </a14:m>
                <a:r>
                  <a:rPr lang="zh-CN" altLang="en-US" dirty="0">
                    <a:latin typeface="+mn-ea"/>
                  </a:rPr>
                  <a:t>个元素的</a:t>
                </a:r>
                <a14:m>
                  <m:oMath xmlns:m="http://schemas.openxmlformats.org/officeDocument/2006/math">
                    <m:r>
                      <a:rPr lang="zh-CN" altLang="en-US" i="1" dirty="0">
                        <a:solidFill>
                          <a:srgbClr val="000000"/>
                        </a:solidFill>
                        <a:latin typeface="Cambria Math" panose="02040503050406030204" pitchFamily="18" charset="0"/>
                      </a:rPr>
                      <m:t>可</m:t>
                    </m:r>
                    <m:r>
                      <a:rPr lang="zh-CN" altLang="en-US" i="1" dirty="0" smtClean="0">
                        <a:solidFill>
                          <a:srgbClr val="000000"/>
                        </a:solidFill>
                        <a:latin typeface="Cambria Math" panose="02040503050406030204" pitchFamily="18" charset="0"/>
                      </a:rPr>
                      <m:t>重复</m:t>
                    </m:r>
                    <m:r>
                      <a:rPr lang="en-US" altLang="zh-CN" i="1" dirty="0">
                        <a:solidFill>
                          <a:srgbClr val="000000"/>
                        </a:solidFill>
                        <a:latin typeface="Cambria Math" panose="02040503050406030204" pitchFamily="18" charset="0"/>
                      </a:rPr>
                      <m:t>𝑟</m:t>
                    </m:r>
                  </m:oMath>
                </a14:m>
                <a:r>
                  <a:rPr lang="zh-CN" altLang="en-US" dirty="0">
                    <a:latin typeface="+mn-ea"/>
                  </a:rPr>
                  <a:t>个元素的组合与</a:t>
                </a:r>
                <a14:m>
                  <m:oMath xmlns:m="http://schemas.openxmlformats.org/officeDocument/2006/math">
                    <m:r>
                      <a:rPr lang="en-US" altLang="zh-CN" i="1" dirty="0">
                        <a:solidFill>
                          <a:srgbClr val="000000"/>
                        </a:solidFill>
                        <a:latin typeface="Cambria Math" panose="02040503050406030204" pitchFamily="18" charset="0"/>
                      </a:rPr>
                      <m:t>𝑛</m:t>
                    </m:r>
                    <m:r>
                      <a:rPr lang="en-US" altLang="zh-CN" i="1" dirty="0">
                        <a:solidFill>
                          <a:srgbClr val="000000"/>
                        </a:solidFill>
                        <a:latin typeface="Cambria Math" panose="02040503050406030204" pitchFamily="18" charset="0"/>
                      </a:rPr>
                      <m:t>+</m:t>
                    </m:r>
                    <m:r>
                      <a:rPr lang="en-US" altLang="zh-CN" i="1" dirty="0">
                        <a:solidFill>
                          <a:srgbClr val="000000"/>
                        </a:solidFill>
                        <a:latin typeface="Cambria Math" panose="02040503050406030204" pitchFamily="18" charset="0"/>
                      </a:rPr>
                      <m:t>𝑟</m:t>
                    </m:r>
                    <m:r>
                      <a:rPr lang="en-US" altLang="zh-CN" i="1" dirty="0">
                        <a:solidFill>
                          <a:srgbClr val="000000"/>
                        </a:solidFill>
                        <a:latin typeface="Cambria Math" panose="02040503050406030204" pitchFamily="18" charset="0"/>
                      </a:rPr>
                      <m:t>−1 </m:t>
                    </m:r>
                  </m:oMath>
                </a14:m>
                <a:r>
                  <a:rPr lang="zh-CN" altLang="en-US" dirty="0">
                    <a:latin typeface="+mn-ea"/>
                  </a:rPr>
                  <a:t>个元素的不可重复</a:t>
                </a:r>
                <a14:m>
                  <m:oMath xmlns:m="http://schemas.openxmlformats.org/officeDocument/2006/math">
                    <m:r>
                      <a:rPr lang="en-US" altLang="zh-CN" i="1" dirty="0">
                        <a:solidFill>
                          <a:srgbClr val="000000"/>
                        </a:solidFill>
                        <a:latin typeface="Cambria Math" panose="02040503050406030204" pitchFamily="18" charset="0"/>
                      </a:rPr>
                      <m:t>𝑟</m:t>
                    </m:r>
                  </m:oMath>
                </a14:m>
                <a:r>
                  <a:rPr lang="zh-CN" altLang="en-US" dirty="0">
                    <a:latin typeface="+mn-ea"/>
                  </a:rPr>
                  <a:t>个元素的组合，之间存在一一对应的关系，从而定理得证。</a:t>
                </a:r>
                <a:endParaRPr lang="en-US" altLang="zh-CN" dirty="0">
                  <a:latin typeface="+mn-ea"/>
                </a:endParaRPr>
              </a:p>
            </p:txBody>
          </p:sp>
        </mc:Choice>
        <mc:Fallback xmlns="">
          <p:sp>
            <p:nvSpPr>
              <p:cNvPr id="2" name="内容占位符 2">
                <a:extLst>
                  <a:ext uri="{FF2B5EF4-FFF2-40B4-BE49-F238E27FC236}">
                    <a16:creationId xmlns:a16="http://schemas.microsoft.com/office/drawing/2014/main" id="{5AE5B57E-7B69-9CEC-E818-1420C8E69F54}"/>
                  </a:ext>
                </a:extLst>
              </p:cNvPr>
              <p:cNvSpPr txBox="1">
                <a:spLocks noRot="1" noChangeAspect="1" noMove="1" noResize="1" noEditPoints="1" noAdjustHandles="1" noChangeArrowheads="1" noChangeShapeType="1" noTextEdit="1"/>
              </p:cNvSpPr>
              <p:nvPr/>
            </p:nvSpPr>
            <p:spPr bwMode="auto">
              <a:xfrm>
                <a:off x="285750" y="723900"/>
                <a:ext cx="8572500" cy="5972175"/>
              </a:xfrm>
              <a:prstGeom prst="rect">
                <a:avLst/>
              </a:prstGeom>
              <a:blipFill>
                <a:blip r:embed="rId3"/>
                <a:stretch>
                  <a:fillRect l="-1849" t="-409" b="-1941"/>
                </a:stretch>
              </a:blip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zh-CN" altLang="en-US">
                    <a:noFill/>
                  </a:rPr>
                  <a:t> </a:t>
                </a:r>
              </a:p>
            </p:txBody>
          </p:sp>
        </mc:Fallback>
      </mc:AlternateContent>
    </p:spTree>
    <p:extLst>
      <p:ext uri="{BB962C8B-B14F-4D97-AF65-F5344CB8AC3E}">
        <p14:creationId xmlns:p14="http://schemas.microsoft.com/office/powerpoint/2010/main" val="3245763505"/>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8" name="Rectangle 2">
            <a:extLst>
              <a:ext uri="{FF2B5EF4-FFF2-40B4-BE49-F238E27FC236}">
                <a16:creationId xmlns:a16="http://schemas.microsoft.com/office/drawing/2014/main" id="{4FEA1A4D-702A-CFF8-29C7-0BACC6DFF4FA}"/>
              </a:ext>
            </a:extLst>
          </p:cNvPr>
          <p:cNvSpPr>
            <a:spLocks noGrp="1" noChangeArrowheads="1"/>
          </p:cNvSpPr>
          <p:nvPr>
            <p:ph type="body" idx="4294967295"/>
          </p:nvPr>
        </p:nvSpPr>
        <p:spPr>
          <a:xfrm>
            <a:off x="234950" y="114300"/>
            <a:ext cx="5480050" cy="609600"/>
          </a:xfrm>
        </p:spPr>
        <p:txBody>
          <a:bodyPr/>
          <a:lstStyle/>
          <a:p>
            <a:pPr eaLnBrk="1" hangingPunct="1">
              <a:buFontTx/>
              <a:buNone/>
            </a:pPr>
            <a:r>
              <a:rPr lang="en-US" altLang="zh-CN"/>
              <a:t>2 </a:t>
            </a:r>
            <a:r>
              <a:rPr lang="zh-CN" altLang="en-US"/>
              <a:t>排列与组合（续）</a:t>
            </a:r>
            <a:endParaRPr lang="en-US" altLang="zh-CN"/>
          </a:p>
        </p:txBody>
      </p:sp>
      <mc:AlternateContent xmlns:mc="http://schemas.openxmlformats.org/markup-compatibility/2006" xmlns:a14="http://schemas.microsoft.com/office/drawing/2010/main">
        <mc:Choice Requires="a14">
          <p:sp>
            <p:nvSpPr>
              <p:cNvPr id="3" name="内容占位符 2">
                <a:extLst>
                  <a:ext uri="{FF2B5EF4-FFF2-40B4-BE49-F238E27FC236}">
                    <a16:creationId xmlns:a16="http://schemas.microsoft.com/office/drawing/2014/main" id="{18B46B8C-9636-BBDE-BEE9-A2A84BDF09B4}"/>
                  </a:ext>
                </a:extLst>
              </p:cNvPr>
              <p:cNvSpPr txBox="1">
                <a:spLocks/>
              </p:cNvSpPr>
              <p:nvPr/>
            </p:nvSpPr>
            <p:spPr bwMode="auto">
              <a:xfrm>
                <a:off x="285750" y="801461"/>
                <a:ext cx="8572500" cy="4608739"/>
              </a:xfrm>
              <a:prstGeom prst="rect">
                <a:avLst/>
              </a:prstGeom>
              <a:noFill/>
              <a:ln>
                <a:noFill/>
              </a:ln>
              <a:extLst>
                <a:ext uri="{909E8E84-426E-40DD-AFC4-6F175D3DCCD1}">
                  <a14:hiddenFill>
                    <a:solidFill>
                      <a:srgbClr val="FFFFFF"/>
                    </a:solidFill>
                  </a14:hiddenFill>
                </a:ext>
                <a:ext uri="{91240B29-F687-4F45-9708-019B960494DF}">
                  <a14:hiddenLine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vl6pPr marL="2514600" indent="-228600" algn="l" rtl="0" fontAlgn="base">
                  <a:spcBef>
                    <a:spcPct val="20000"/>
                  </a:spcBef>
                  <a:spcAft>
                    <a:spcPct val="0"/>
                  </a:spcAft>
                  <a:buChar char="»"/>
                  <a:defRPr sz="2000">
                    <a:solidFill>
                      <a:schemeClr val="tx1"/>
                    </a:solidFill>
                    <a:latin typeface="+mn-lt"/>
                    <a:ea typeface="+mn-ea"/>
                  </a:defRPr>
                </a:lvl6pPr>
                <a:lvl7pPr marL="2971800" indent="-228600" algn="l" rtl="0" fontAlgn="base">
                  <a:spcBef>
                    <a:spcPct val="20000"/>
                  </a:spcBef>
                  <a:spcAft>
                    <a:spcPct val="0"/>
                  </a:spcAft>
                  <a:buChar char="»"/>
                  <a:defRPr sz="2000">
                    <a:solidFill>
                      <a:schemeClr val="tx1"/>
                    </a:solidFill>
                    <a:latin typeface="+mn-lt"/>
                    <a:ea typeface="+mn-ea"/>
                  </a:defRPr>
                </a:lvl7pPr>
                <a:lvl8pPr marL="3429000" indent="-228600" algn="l" rtl="0" fontAlgn="base">
                  <a:spcBef>
                    <a:spcPct val="20000"/>
                  </a:spcBef>
                  <a:spcAft>
                    <a:spcPct val="0"/>
                  </a:spcAft>
                  <a:buChar char="»"/>
                  <a:defRPr sz="2000">
                    <a:solidFill>
                      <a:schemeClr val="tx1"/>
                    </a:solidFill>
                    <a:latin typeface="+mn-lt"/>
                    <a:ea typeface="+mn-ea"/>
                  </a:defRPr>
                </a:lvl8pPr>
                <a:lvl9pPr marL="3886200" indent="-228600" algn="l" rtl="0" fontAlgn="base">
                  <a:spcBef>
                    <a:spcPct val="20000"/>
                  </a:spcBef>
                  <a:spcAft>
                    <a:spcPct val="0"/>
                  </a:spcAft>
                  <a:buChar char="»"/>
                  <a:defRPr sz="2000">
                    <a:solidFill>
                      <a:schemeClr val="tx1"/>
                    </a:solidFill>
                    <a:latin typeface="+mn-lt"/>
                    <a:ea typeface="+mn-ea"/>
                  </a:defRPr>
                </a:lvl9pPr>
              </a:lstStyle>
              <a:p>
                <a:pPr marL="0" indent="0" eaLnBrk="1" hangingPunct="1">
                  <a:lnSpc>
                    <a:spcPct val="110000"/>
                  </a:lnSpc>
                  <a:buNone/>
                </a:pPr>
                <a:r>
                  <a:rPr kumimoji="1" lang="zh-CN" altLang="en-US" b="1" dirty="0">
                    <a:solidFill>
                      <a:srgbClr val="000000"/>
                    </a:solidFill>
                    <a:latin typeface="Times New Roman" pitchFamily="18" charset="0"/>
                    <a:cs typeface="Tahoma"/>
                  </a:rPr>
                  <a:t>例子</a:t>
                </a:r>
                <a:r>
                  <a:rPr kumimoji="1" lang="en-US" altLang="zh-CN" b="1" dirty="0">
                    <a:solidFill>
                      <a:srgbClr val="000000"/>
                    </a:solidFill>
                    <a:latin typeface="Times New Roman" pitchFamily="18" charset="0"/>
                    <a:cs typeface="Tahoma"/>
                  </a:rPr>
                  <a:t>6  </a:t>
                </a:r>
                <a:r>
                  <a:rPr kumimoji="1" lang="zh-CN" altLang="en-US" dirty="0">
                    <a:solidFill>
                      <a:srgbClr val="000000"/>
                    </a:solidFill>
                    <a:latin typeface="Times New Roman" pitchFamily="18" charset="0"/>
                    <a:cs typeface="Tahoma"/>
                  </a:rPr>
                  <a:t>从包含苹果、橙子和梨的碗里（当碗中每类水果至少有</a:t>
                </a:r>
                <a:r>
                  <a:rPr kumimoji="1" lang="en-US" altLang="zh-CN" dirty="0">
                    <a:solidFill>
                      <a:srgbClr val="000000"/>
                    </a:solidFill>
                    <a:latin typeface="Times New Roman" pitchFamily="18" charset="0"/>
                    <a:cs typeface="Tahoma"/>
                  </a:rPr>
                  <a:t>4</a:t>
                </a:r>
                <a:r>
                  <a:rPr kumimoji="1" lang="zh-CN" altLang="en-US" dirty="0">
                    <a:solidFill>
                      <a:srgbClr val="000000"/>
                    </a:solidFill>
                    <a:latin typeface="Times New Roman" pitchFamily="18" charset="0"/>
                    <a:cs typeface="Tahoma"/>
                  </a:rPr>
                  <a:t>个时）选 </a:t>
                </a:r>
                <a:r>
                  <a:rPr kumimoji="1" lang="en-US" altLang="zh-CN" dirty="0">
                    <a:solidFill>
                      <a:srgbClr val="000000"/>
                    </a:solidFill>
                    <a:latin typeface="Times New Roman" pitchFamily="18" charset="0"/>
                    <a:cs typeface="Tahoma"/>
                  </a:rPr>
                  <a:t>4 </a:t>
                </a:r>
                <a:r>
                  <a:rPr kumimoji="1" lang="zh-CN" altLang="en-US" dirty="0">
                    <a:solidFill>
                      <a:srgbClr val="000000"/>
                    </a:solidFill>
                    <a:latin typeface="Times New Roman" pitchFamily="18" charset="0"/>
                    <a:cs typeface="Tahoma"/>
                  </a:rPr>
                  <a:t>个水果。如果不计水果顺序，有多少种选法</a:t>
                </a:r>
                <a:r>
                  <a:rPr kumimoji="1" lang="en-US" altLang="zh-CN" dirty="0">
                    <a:solidFill>
                      <a:srgbClr val="000000"/>
                    </a:solidFill>
                    <a:latin typeface="Times New Roman" pitchFamily="18" charset="0"/>
                    <a:cs typeface="Tahoma"/>
                  </a:rPr>
                  <a:t>?</a:t>
                </a:r>
              </a:p>
              <a:p>
                <a:pPr marL="0" indent="0" eaLnBrk="1" hangingPunct="1">
                  <a:lnSpc>
                    <a:spcPct val="130000"/>
                  </a:lnSpc>
                  <a:spcBef>
                    <a:spcPts val="1200"/>
                  </a:spcBef>
                  <a:buNone/>
                </a:pPr>
                <a:r>
                  <a:rPr kumimoji="1" lang="zh-CN" altLang="en-US" dirty="0">
                    <a:solidFill>
                      <a:srgbClr val="000000"/>
                    </a:solidFill>
                    <a:latin typeface="Times New Roman" pitchFamily="18" charset="0"/>
                    <a:cs typeface="Tahoma"/>
                  </a:rPr>
                  <a:t>具有</a:t>
                </a:r>
                <a14:m>
                  <m:oMath xmlns:m="http://schemas.openxmlformats.org/officeDocument/2006/math">
                    <m:r>
                      <a:rPr kumimoji="1" lang="en-US" altLang="zh-CN" b="0" i="1" dirty="0" smtClean="0">
                        <a:solidFill>
                          <a:srgbClr val="000000"/>
                        </a:solidFill>
                        <a:latin typeface="Cambria Math" panose="02040503050406030204" pitchFamily="18" charset="0"/>
                      </a:rPr>
                      <m:t>𝑛</m:t>
                    </m:r>
                    <m:r>
                      <a:rPr kumimoji="1" lang="en-US" altLang="zh-CN" dirty="0" smtClean="0">
                        <a:solidFill>
                          <a:srgbClr val="000000"/>
                        </a:solidFill>
                        <a:latin typeface="Cambria Math" panose="02040503050406030204" pitchFamily="18" charset="0"/>
                      </a:rPr>
                      <m:t>=</m:t>
                    </m:r>
                    <m:r>
                      <a:rPr kumimoji="1" lang="en-US" altLang="zh-CN" i="1" dirty="0">
                        <a:solidFill>
                          <a:srgbClr val="000000"/>
                        </a:solidFill>
                        <a:latin typeface="Cambria Math"/>
                      </a:rPr>
                      <m:t>3 </m:t>
                    </m:r>
                  </m:oMath>
                </a14:m>
                <a:r>
                  <a:rPr kumimoji="1" lang="zh-CN" altLang="en-US" dirty="0">
                    <a:solidFill>
                      <a:srgbClr val="000000"/>
                    </a:solidFill>
                    <a:latin typeface="Times New Roman" pitchFamily="18" charset="0"/>
                    <a:cs typeface="Tahoma"/>
                  </a:rPr>
                  <a:t>个元素（苹果、橙子和梨）的集合允许重复的</a:t>
                </a:r>
                <a14:m>
                  <m:oMath xmlns:m="http://schemas.openxmlformats.org/officeDocument/2006/math">
                    <m:r>
                      <a:rPr kumimoji="1" lang="en-US" altLang="zh-CN" i="1">
                        <a:solidFill>
                          <a:srgbClr val="000000"/>
                        </a:solidFill>
                        <a:latin typeface="Cambria Math" panose="02040503050406030204" pitchFamily="18" charset="0"/>
                      </a:rPr>
                      <m:t>𝑟</m:t>
                    </m:r>
                    <m:r>
                      <a:rPr kumimoji="1" lang="en-US" altLang="zh-CN">
                        <a:solidFill>
                          <a:srgbClr val="000000"/>
                        </a:solidFill>
                        <a:latin typeface="Cambria Math" panose="02040503050406030204" pitchFamily="18" charset="0"/>
                      </a:rPr>
                      <m:t>=</m:t>
                    </m:r>
                    <m:r>
                      <a:rPr kumimoji="1" lang="en-US" altLang="zh-CN" i="1">
                        <a:solidFill>
                          <a:srgbClr val="000000"/>
                        </a:solidFill>
                        <a:latin typeface="Cambria Math"/>
                      </a:rPr>
                      <m:t>4 </m:t>
                    </m:r>
                  </m:oMath>
                </a14:m>
                <a:r>
                  <a:rPr kumimoji="1" lang="zh-CN" altLang="en-US" dirty="0">
                    <a:solidFill>
                      <a:srgbClr val="000000"/>
                    </a:solidFill>
                    <a:latin typeface="Times New Roman" pitchFamily="18" charset="0"/>
                    <a:cs typeface="Tahoma"/>
                  </a:rPr>
                  <a:t>组合数</a:t>
                </a:r>
                <a:endParaRPr kumimoji="1" lang="en-US" altLang="zh-CN" dirty="0">
                  <a:solidFill>
                    <a:srgbClr val="000000"/>
                  </a:solidFill>
                  <a:latin typeface="Times New Roman" pitchFamily="18" charset="0"/>
                  <a:cs typeface="Tahoma"/>
                </a:endParaRPr>
              </a:p>
              <a:p>
                <a:pPr marL="0" indent="0" eaLnBrk="1" hangingPunct="1">
                  <a:lnSpc>
                    <a:spcPct val="130000"/>
                  </a:lnSpc>
                  <a:spcBef>
                    <a:spcPts val="1200"/>
                  </a:spcBef>
                  <a:buNone/>
                </a:pPr>
                <a14:m>
                  <m:oMathPara xmlns:m="http://schemas.openxmlformats.org/officeDocument/2006/math">
                    <m:oMathParaPr>
                      <m:jc m:val="centerGroup"/>
                    </m:oMathParaPr>
                    <m:oMath xmlns:m="http://schemas.openxmlformats.org/officeDocument/2006/math">
                      <m:r>
                        <a:rPr kumimoji="1" lang="en-US" altLang="zh-CN" i="1" dirty="0">
                          <a:solidFill>
                            <a:srgbClr val="000000"/>
                          </a:solidFill>
                          <a:latin typeface="Cambria Math"/>
                        </a:rPr>
                        <m:t>𝐶</m:t>
                      </m:r>
                      <m:d>
                        <m:dPr>
                          <m:ctrlPr>
                            <a:rPr kumimoji="1" lang="en-US" altLang="zh-CN" i="1" dirty="0">
                              <a:solidFill>
                                <a:srgbClr val="000000"/>
                              </a:solidFill>
                              <a:latin typeface="Cambria Math" panose="02040503050406030204" pitchFamily="18" charset="0"/>
                            </a:rPr>
                          </m:ctrlPr>
                        </m:dPr>
                        <m:e>
                          <m:r>
                            <a:rPr kumimoji="1" lang="en-US" altLang="zh-CN" i="1" dirty="0">
                              <a:solidFill>
                                <a:srgbClr val="000000"/>
                              </a:solidFill>
                              <a:latin typeface="Cambria Math" panose="02040503050406030204" pitchFamily="18" charset="0"/>
                            </a:rPr>
                            <m:t>𝑛</m:t>
                          </m:r>
                          <m:r>
                            <a:rPr kumimoji="1" lang="en-US" altLang="zh-CN" i="1" dirty="0">
                              <a:solidFill>
                                <a:srgbClr val="000000"/>
                              </a:solidFill>
                              <a:latin typeface="Cambria Math" panose="02040503050406030204" pitchFamily="18" charset="0"/>
                            </a:rPr>
                            <m:t>+</m:t>
                          </m:r>
                          <m:r>
                            <a:rPr kumimoji="1" lang="en-US" altLang="zh-CN" i="1" dirty="0">
                              <a:solidFill>
                                <a:srgbClr val="000000"/>
                              </a:solidFill>
                              <a:latin typeface="Cambria Math" panose="02040503050406030204" pitchFamily="18" charset="0"/>
                            </a:rPr>
                            <m:t>𝑟</m:t>
                          </m:r>
                          <m:r>
                            <a:rPr kumimoji="1" lang="en-US" altLang="zh-CN" i="1" dirty="0">
                              <a:solidFill>
                                <a:srgbClr val="000000"/>
                              </a:solidFill>
                              <a:latin typeface="Cambria Math"/>
                            </a:rPr>
                            <m:t>−1</m:t>
                          </m:r>
                          <m:r>
                            <a:rPr kumimoji="1" lang="zh-CN" altLang="en-US" i="1" dirty="0">
                              <a:solidFill>
                                <a:srgbClr val="000000"/>
                              </a:solidFill>
                              <a:latin typeface="Cambria Math" panose="02040503050406030204" pitchFamily="18" charset="0"/>
                            </a:rPr>
                            <m:t>，</m:t>
                          </m:r>
                          <m:r>
                            <a:rPr kumimoji="1" lang="en-US" altLang="zh-CN" i="1" dirty="0">
                              <a:solidFill>
                                <a:srgbClr val="000000"/>
                              </a:solidFill>
                              <a:latin typeface="Cambria Math" panose="02040503050406030204" pitchFamily="18" charset="0"/>
                            </a:rPr>
                            <m:t>𝑟</m:t>
                          </m:r>
                        </m:e>
                      </m:d>
                      <m:r>
                        <a:rPr kumimoji="1" lang="en-US" altLang="zh-CN" i="1" dirty="0" smtClean="0">
                          <a:solidFill>
                            <a:srgbClr val="000000"/>
                          </a:solidFill>
                          <a:latin typeface="Cambria Math" panose="02040503050406030204" pitchFamily="18" charset="0"/>
                        </a:rPr>
                        <m:t>=</m:t>
                      </m:r>
                      <m:r>
                        <a:rPr kumimoji="1" lang="en-US" altLang="zh-CN" i="1" dirty="0">
                          <a:solidFill>
                            <a:srgbClr val="000000"/>
                          </a:solidFill>
                          <a:latin typeface="Cambria Math"/>
                        </a:rPr>
                        <m:t>𝐶</m:t>
                      </m:r>
                      <m:d>
                        <m:dPr>
                          <m:ctrlPr>
                            <a:rPr kumimoji="1" lang="en-US" altLang="zh-CN" i="1" dirty="0">
                              <a:solidFill>
                                <a:srgbClr val="000000"/>
                              </a:solidFill>
                              <a:latin typeface="Cambria Math" panose="02040503050406030204" pitchFamily="18" charset="0"/>
                            </a:rPr>
                          </m:ctrlPr>
                        </m:dPr>
                        <m:e>
                          <m:r>
                            <a:rPr kumimoji="1" lang="en-US" altLang="zh-CN" i="1" dirty="0">
                              <a:solidFill>
                                <a:srgbClr val="000000"/>
                              </a:solidFill>
                              <a:latin typeface="Cambria Math" panose="02040503050406030204" pitchFamily="18" charset="0"/>
                            </a:rPr>
                            <m:t>𝑛</m:t>
                          </m:r>
                          <m:r>
                            <a:rPr kumimoji="1" lang="en-US" altLang="zh-CN" i="1" dirty="0">
                              <a:solidFill>
                                <a:srgbClr val="000000"/>
                              </a:solidFill>
                              <a:latin typeface="Cambria Math" panose="02040503050406030204" pitchFamily="18" charset="0"/>
                            </a:rPr>
                            <m:t>+</m:t>
                          </m:r>
                          <m:r>
                            <a:rPr kumimoji="1" lang="en-US" altLang="zh-CN" i="1" dirty="0">
                              <a:solidFill>
                                <a:srgbClr val="000000"/>
                              </a:solidFill>
                              <a:latin typeface="Cambria Math" panose="02040503050406030204" pitchFamily="18" charset="0"/>
                            </a:rPr>
                            <m:t>𝑟</m:t>
                          </m:r>
                          <m:r>
                            <a:rPr kumimoji="1" lang="en-US" altLang="zh-CN" i="1" dirty="0">
                              <a:solidFill>
                                <a:srgbClr val="000000"/>
                              </a:solidFill>
                              <a:latin typeface="Cambria Math"/>
                            </a:rPr>
                            <m:t>−1</m:t>
                          </m:r>
                          <m:r>
                            <a:rPr kumimoji="1" lang="zh-CN" altLang="en-US" i="1" dirty="0">
                              <a:solidFill>
                                <a:srgbClr val="000000"/>
                              </a:solidFill>
                              <a:latin typeface="Cambria Math" panose="02040503050406030204" pitchFamily="18" charset="0"/>
                            </a:rPr>
                            <m:t>，</m:t>
                          </m:r>
                          <m:r>
                            <a:rPr kumimoji="1" lang="en-US" altLang="zh-CN" i="1" dirty="0">
                              <a:solidFill>
                                <a:srgbClr val="000000"/>
                              </a:solidFill>
                              <a:latin typeface="Cambria Math" panose="02040503050406030204" pitchFamily="18" charset="0"/>
                            </a:rPr>
                            <m:t>𝑛</m:t>
                          </m:r>
                          <m:r>
                            <a:rPr kumimoji="1" lang="en-US" altLang="zh-CN" i="1" dirty="0">
                              <a:solidFill>
                                <a:srgbClr val="000000"/>
                              </a:solidFill>
                              <a:latin typeface="Cambria Math" panose="02040503050406030204" pitchFamily="18" charset="0"/>
                            </a:rPr>
                            <m:t>−1</m:t>
                          </m:r>
                        </m:e>
                      </m:d>
                      <m:r>
                        <a:rPr kumimoji="1" lang="en-US" altLang="zh-CN" i="1" dirty="0" smtClean="0">
                          <a:solidFill>
                            <a:srgbClr val="000000"/>
                          </a:solidFill>
                          <a:latin typeface="Cambria Math" panose="02040503050406030204" pitchFamily="18" charset="0"/>
                        </a:rPr>
                        <m:t>=</m:t>
                      </m:r>
                      <m:r>
                        <a:rPr kumimoji="1" lang="en-US" altLang="zh-CN" i="1" dirty="0">
                          <a:solidFill>
                            <a:srgbClr val="000000"/>
                          </a:solidFill>
                          <a:latin typeface="Cambria Math"/>
                        </a:rPr>
                        <m:t>𝐶</m:t>
                      </m:r>
                      <m:d>
                        <m:dPr>
                          <m:ctrlPr>
                            <a:rPr kumimoji="1" lang="en-US" altLang="zh-CN" i="1" dirty="0">
                              <a:solidFill>
                                <a:srgbClr val="000000"/>
                              </a:solidFill>
                              <a:latin typeface="Cambria Math" panose="02040503050406030204" pitchFamily="18" charset="0"/>
                            </a:rPr>
                          </m:ctrlPr>
                        </m:dPr>
                        <m:e>
                          <m:r>
                            <a:rPr kumimoji="1" lang="en-US" altLang="zh-CN" i="1" dirty="0">
                              <a:solidFill>
                                <a:srgbClr val="000000"/>
                              </a:solidFill>
                              <a:latin typeface="Cambria Math" panose="02040503050406030204" pitchFamily="18" charset="0"/>
                            </a:rPr>
                            <m:t>3+4</m:t>
                          </m:r>
                          <m:r>
                            <a:rPr kumimoji="1" lang="en-US" altLang="zh-CN" i="1" dirty="0">
                              <a:solidFill>
                                <a:srgbClr val="000000"/>
                              </a:solidFill>
                              <a:latin typeface="Cambria Math"/>
                            </a:rPr>
                            <m:t>−1</m:t>
                          </m:r>
                          <m:r>
                            <a:rPr kumimoji="1" lang="zh-CN" altLang="en-US" i="1" dirty="0">
                              <a:solidFill>
                                <a:srgbClr val="000000"/>
                              </a:solidFill>
                              <a:latin typeface="Cambria Math" panose="02040503050406030204" pitchFamily="18" charset="0"/>
                            </a:rPr>
                            <m:t>，</m:t>
                          </m:r>
                          <m:r>
                            <a:rPr kumimoji="1" lang="en-US" altLang="zh-CN" i="1" dirty="0">
                              <a:solidFill>
                                <a:srgbClr val="000000"/>
                              </a:solidFill>
                              <a:latin typeface="Cambria Math" panose="02040503050406030204" pitchFamily="18" charset="0"/>
                            </a:rPr>
                            <m:t>2</m:t>
                          </m:r>
                        </m:e>
                      </m:d>
                      <m:r>
                        <a:rPr kumimoji="1" lang="en-US" altLang="zh-CN" i="1" dirty="0">
                          <a:solidFill>
                            <a:srgbClr val="000000"/>
                          </a:solidFill>
                          <a:latin typeface="Cambria Math"/>
                        </a:rPr>
                        <m:t>=</m:t>
                      </m:r>
                      <m:r>
                        <a:rPr kumimoji="1" lang="en-US" altLang="zh-CN" i="1" dirty="0">
                          <a:solidFill>
                            <a:srgbClr val="000000"/>
                          </a:solidFill>
                          <a:latin typeface="Cambria Math"/>
                        </a:rPr>
                        <m:t>𝐶</m:t>
                      </m:r>
                      <m:d>
                        <m:dPr>
                          <m:ctrlPr>
                            <a:rPr kumimoji="1" lang="en-US" altLang="zh-CN" i="1" dirty="0">
                              <a:solidFill>
                                <a:srgbClr val="000000"/>
                              </a:solidFill>
                              <a:latin typeface="Cambria Math" panose="02040503050406030204" pitchFamily="18" charset="0"/>
                            </a:rPr>
                          </m:ctrlPr>
                        </m:dPr>
                        <m:e>
                          <m:r>
                            <a:rPr kumimoji="1" lang="en-US" altLang="zh-CN" i="1" dirty="0">
                              <a:solidFill>
                                <a:srgbClr val="000000"/>
                              </a:solidFill>
                              <a:latin typeface="Cambria Math"/>
                            </a:rPr>
                            <m:t>6</m:t>
                          </m:r>
                          <m:r>
                            <a:rPr kumimoji="1" lang="zh-CN" altLang="en-US" i="1" dirty="0" smtClean="0">
                              <a:solidFill>
                                <a:srgbClr val="000000"/>
                              </a:solidFill>
                              <a:latin typeface="Cambria Math" panose="02040503050406030204" pitchFamily="18" charset="0"/>
                            </a:rPr>
                            <m:t>，</m:t>
                          </m:r>
                          <m:r>
                            <a:rPr kumimoji="1" lang="en-US" altLang="zh-CN" i="1" dirty="0">
                              <a:solidFill>
                                <a:srgbClr val="000000"/>
                              </a:solidFill>
                              <a:latin typeface="Cambria Math" panose="02040503050406030204" pitchFamily="18" charset="0"/>
                            </a:rPr>
                            <m:t>2</m:t>
                          </m:r>
                        </m:e>
                      </m:d>
                      <m:r>
                        <a:rPr kumimoji="1" lang="en-US" altLang="zh-CN" i="1" dirty="0">
                          <a:solidFill>
                            <a:srgbClr val="000000"/>
                          </a:solidFill>
                          <a:latin typeface="Cambria Math"/>
                        </a:rPr>
                        <m:t>=15</m:t>
                      </m:r>
                      <m:r>
                        <a:rPr kumimoji="1" lang="zh-CN" altLang="en-US" i="1" dirty="0">
                          <a:solidFill>
                            <a:srgbClr val="000000"/>
                          </a:solidFill>
                          <a:latin typeface="Cambria Math" panose="02040503050406030204" pitchFamily="18" charset="0"/>
                        </a:rPr>
                        <m:t>。</m:t>
                      </m:r>
                    </m:oMath>
                  </m:oMathPara>
                </a14:m>
                <a:endParaRPr kumimoji="1" lang="en-US" altLang="zh-CN" dirty="0">
                  <a:solidFill>
                    <a:srgbClr val="000000"/>
                  </a:solidFill>
                  <a:latin typeface="Times New Roman" pitchFamily="18" charset="0"/>
                  <a:cs typeface="Tahoma"/>
                </a:endParaRPr>
              </a:p>
            </p:txBody>
          </p:sp>
        </mc:Choice>
        <mc:Fallback xmlns="">
          <p:sp>
            <p:nvSpPr>
              <p:cNvPr id="3" name="内容占位符 2">
                <a:extLst>
                  <a:ext uri="{FF2B5EF4-FFF2-40B4-BE49-F238E27FC236}">
                    <a16:creationId xmlns:a16="http://schemas.microsoft.com/office/drawing/2014/main" id="{18B46B8C-9636-BBDE-BEE9-A2A84BDF09B4}"/>
                  </a:ext>
                </a:extLst>
              </p:cNvPr>
              <p:cNvSpPr txBox="1">
                <a:spLocks noRot="1" noChangeAspect="1" noMove="1" noResize="1" noEditPoints="1" noAdjustHandles="1" noChangeArrowheads="1" noChangeShapeType="1" noTextEdit="1"/>
              </p:cNvSpPr>
              <p:nvPr/>
            </p:nvSpPr>
            <p:spPr bwMode="auto">
              <a:xfrm>
                <a:off x="285750" y="801461"/>
                <a:ext cx="8572500" cy="4608739"/>
              </a:xfrm>
              <a:prstGeom prst="rect">
                <a:avLst/>
              </a:prstGeom>
              <a:blipFill>
                <a:blip r:embed="rId3"/>
                <a:stretch>
                  <a:fillRect l="-1849" t="-2114" r="-1280"/>
                </a:stretch>
              </a:blip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zh-CN" altLang="en-US">
                    <a:noFill/>
                  </a:rPr>
                  <a:t> </a:t>
                </a:r>
              </a:p>
            </p:txBody>
          </p:sp>
        </mc:Fallback>
      </mc:AlternateContent>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6" name="Rectangle 2">
            <a:extLst>
              <a:ext uri="{FF2B5EF4-FFF2-40B4-BE49-F238E27FC236}">
                <a16:creationId xmlns:a16="http://schemas.microsoft.com/office/drawing/2014/main" id="{3A7FEFF7-2B71-CA5C-6BE9-552A1565952F}"/>
              </a:ext>
            </a:extLst>
          </p:cNvPr>
          <p:cNvSpPr>
            <a:spLocks noGrp="1" noChangeArrowheads="1"/>
          </p:cNvSpPr>
          <p:nvPr>
            <p:ph type="body" idx="4294967295"/>
          </p:nvPr>
        </p:nvSpPr>
        <p:spPr>
          <a:xfrm>
            <a:off x="234950" y="114300"/>
            <a:ext cx="5480050" cy="609600"/>
          </a:xfrm>
        </p:spPr>
        <p:txBody>
          <a:bodyPr/>
          <a:lstStyle/>
          <a:p>
            <a:pPr eaLnBrk="1" hangingPunct="1">
              <a:buFontTx/>
              <a:buNone/>
            </a:pPr>
            <a:r>
              <a:rPr lang="en-US" altLang="zh-CN"/>
              <a:t>2 </a:t>
            </a:r>
            <a:r>
              <a:rPr lang="zh-CN" altLang="en-US"/>
              <a:t>排列与组合（续）</a:t>
            </a:r>
            <a:endParaRPr lang="en-US" altLang="zh-CN"/>
          </a:p>
        </p:txBody>
      </p:sp>
      <p:graphicFrame>
        <p:nvGraphicFramePr>
          <p:cNvPr id="8" name="表格 7">
            <a:extLst>
              <a:ext uri="{FF2B5EF4-FFF2-40B4-BE49-F238E27FC236}">
                <a16:creationId xmlns:a16="http://schemas.microsoft.com/office/drawing/2014/main" id="{4A8DE9E9-45EF-D43D-A6EF-1ED95BF4D000}"/>
              </a:ext>
            </a:extLst>
          </p:cNvPr>
          <p:cNvGraphicFramePr>
            <a:graphicFrameLocks noGrp="1"/>
          </p:cNvGraphicFramePr>
          <p:nvPr>
            <p:extLst>
              <p:ext uri="{D42A27DB-BD31-4B8C-83A1-F6EECF244321}">
                <p14:modId xmlns:p14="http://schemas.microsoft.com/office/powerpoint/2010/main" val="2672446610"/>
              </p:ext>
            </p:extLst>
          </p:nvPr>
        </p:nvGraphicFramePr>
        <p:xfrm>
          <a:off x="397329" y="935095"/>
          <a:ext cx="7368720" cy="3926451"/>
        </p:xfrm>
        <a:graphic>
          <a:graphicData uri="http://schemas.openxmlformats.org/drawingml/2006/table">
            <a:tbl>
              <a:tblPr firstRow="1" bandRow="1"/>
              <a:tblGrid>
                <a:gridCol w="2456240">
                  <a:extLst>
                    <a:ext uri="{9D8B030D-6E8A-4147-A177-3AD203B41FA5}">
                      <a16:colId xmlns:a16="http://schemas.microsoft.com/office/drawing/2014/main" val="20000"/>
                    </a:ext>
                  </a:extLst>
                </a:gridCol>
                <a:gridCol w="2456240">
                  <a:extLst>
                    <a:ext uri="{9D8B030D-6E8A-4147-A177-3AD203B41FA5}">
                      <a16:colId xmlns:a16="http://schemas.microsoft.com/office/drawing/2014/main" val="20001"/>
                    </a:ext>
                  </a:extLst>
                </a:gridCol>
                <a:gridCol w="2456240">
                  <a:extLst>
                    <a:ext uri="{9D8B030D-6E8A-4147-A177-3AD203B41FA5}">
                      <a16:colId xmlns:a16="http://schemas.microsoft.com/office/drawing/2014/main" val="20002"/>
                    </a:ext>
                  </a:extLst>
                </a:gridCol>
              </a:tblGrid>
              <a:tr h="503391">
                <a:tc>
                  <a:txBody>
                    <a:bodyPr/>
                    <a:lstStyle>
                      <a:lvl1pPr marL="0" algn="l" defTabSz="914400" rtl="0" eaLnBrk="1" latinLnBrk="0" hangingPunct="1">
                        <a:defRPr sz="1800" b="1" kern="1200">
                          <a:solidFill>
                            <a:schemeClr val="lt1"/>
                          </a:solidFill>
                          <a:latin typeface="굴림"/>
                          <a:ea typeface="굴림"/>
                          <a:cs typeface="Tahoma"/>
                        </a:defRPr>
                      </a:lvl1pPr>
                      <a:lvl2pPr marL="457200" algn="l" defTabSz="914400" rtl="0" eaLnBrk="1" latinLnBrk="0" hangingPunct="1">
                        <a:defRPr sz="1800" b="1" kern="1200">
                          <a:solidFill>
                            <a:schemeClr val="lt1"/>
                          </a:solidFill>
                          <a:latin typeface="굴림"/>
                          <a:ea typeface="굴림"/>
                          <a:cs typeface="Tahoma"/>
                        </a:defRPr>
                      </a:lvl2pPr>
                      <a:lvl3pPr marL="914400" algn="l" defTabSz="914400" rtl="0" eaLnBrk="1" latinLnBrk="0" hangingPunct="1">
                        <a:defRPr sz="1800" b="1" kern="1200">
                          <a:solidFill>
                            <a:schemeClr val="lt1"/>
                          </a:solidFill>
                          <a:latin typeface="굴림"/>
                          <a:ea typeface="굴림"/>
                          <a:cs typeface="Tahoma"/>
                        </a:defRPr>
                      </a:lvl3pPr>
                      <a:lvl4pPr marL="1371600" algn="l" defTabSz="914400" rtl="0" eaLnBrk="1" latinLnBrk="0" hangingPunct="1">
                        <a:defRPr sz="1800" b="1" kern="1200">
                          <a:solidFill>
                            <a:schemeClr val="lt1"/>
                          </a:solidFill>
                          <a:latin typeface="굴림"/>
                          <a:ea typeface="굴림"/>
                          <a:cs typeface="Tahoma"/>
                        </a:defRPr>
                      </a:lvl4pPr>
                      <a:lvl5pPr marL="1828800" algn="l" defTabSz="914400" rtl="0" eaLnBrk="1" latinLnBrk="0" hangingPunct="1">
                        <a:defRPr sz="1800" b="1" kern="1200">
                          <a:solidFill>
                            <a:schemeClr val="lt1"/>
                          </a:solidFill>
                          <a:latin typeface="굴림"/>
                          <a:ea typeface="굴림"/>
                          <a:cs typeface="Tahoma"/>
                        </a:defRPr>
                      </a:lvl5pPr>
                      <a:lvl6pPr marL="2286000" algn="l" defTabSz="914400" rtl="0" eaLnBrk="1" latinLnBrk="0" hangingPunct="1">
                        <a:defRPr sz="1800" b="1" kern="1200">
                          <a:solidFill>
                            <a:schemeClr val="lt1"/>
                          </a:solidFill>
                          <a:latin typeface="굴림"/>
                          <a:ea typeface="굴림"/>
                          <a:cs typeface="Tahoma"/>
                        </a:defRPr>
                      </a:lvl6pPr>
                      <a:lvl7pPr marL="2743200" algn="l" defTabSz="914400" rtl="0" eaLnBrk="1" latinLnBrk="0" hangingPunct="1">
                        <a:defRPr sz="1800" b="1" kern="1200">
                          <a:solidFill>
                            <a:schemeClr val="lt1"/>
                          </a:solidFill>
                          <a:latin typeface="굴림"/>
                          <a:ea typeface="굴림"/>
                          <a:cs typeface="Tahoma"/>
                        </a:defRPr>
                      </a:lvl7pPr>
                      <a:lvl8pPr marL="3200400" algn="l" defTabSz="914400" rtl="0" eaLnBrk="1" latinLnBrk="0" hangingPunct="1">
                        <a:defRPr sz="1800" b="1" kern="1200">
                          <a:solidFill>
                            <a:schemeClr val="lt1"/>
                          </a:solidFill>
                          <a:latin typeface="굴림"/>
                          <a:ea typeface="굴림"/>
                          <a:cs typeface="Tahoma"/>
                        </a:defRPr>
                      </a:lvl8pPr>
                      <a:lvl9pPr marL="3657600" algn="l" defTabSz="914400" rtl="0" eaLnBrk="1" latinLnBrk="0" hangingPunct="1">
                        <a:defRPr sz="1800" b="1" kern="1200">
                          <a:solidFill>
                            <a:schemeClr val="lt1"/>
                          </a:solidFill>
                          <a:latin typeface="굴림"/>
                          <a:ea typeface="굴림"/>
                          <a:cs typeface="Tahoma"/>
                        </a:defRPr>
                      </a:lvl9pPr>
                    </a:lstStyle>
                    <a:p>
                      <a:pPr algn="ctr"/>
                      <a:r>
                        <a:rPr lang="zh-CN" altLang="en-US" sz="2400" dirty="0">
                          <a:solidFill>
                            <a:srgbClr val="000000"/>
                          </a:solidFill>
                        </a:rPr>
                        <a:t>苹果</a:t>
                      </a:r>
                    </a:p>
                  </a:txBody>
                  <a:tcPr>
                    <a:lnL w="12700" cmpd="sng">
                      <a:noFill/>
                    </a:lnL>
                    <a:lnR w="12700" cap="flat" cmpd="sng" algn="ctr">
                      <a:no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noFill/>
                  </a:tcPr>
                </a:tc>
                <a:tc>
                  <a:txBody>
                    <a:bodyPr/>
                    <a:lstStyle>
                      <a:lvl1pPr marL="0" algn="l" defTabSz="914400" rtl="0" eaLnBrk="1" latinLnBrk="0" hangingPunct="1">
                        <a:defRPr sz="1800" b="1" kern="1200">
                          <a:solidFill>
                            <a:schemeClr val="lt1"/>
                          </a:solidFill>
                          <a:latin typeface="굴림"/>
                          <a:ea typeface="굴림"/>
                          <a:cs typeface="Tahoma"/>
                        </a:defRPr>
                      </a:lvl1pPr>
                      <a:lvl2pPr marL="457200" algn="l" defTabSz="914400" rtl="0" eaLnBrk="1" latinLnBrk="0" hangingPunct="1">
                        <a:defRPr sz="1800" b="1" kern="1200">
                          <a:solidFill>
                            <a:schemeClr val="lt1"/>
                          </a:solidFill>
                          <a:latin typeface="굴림"/>
                          <a:ea typeface="굴림"/>
                          <a:cs typeface="Tahoma"/>
                        </a:defRPr>
                      </a:lvl2pPr>
                      <a:lvl3pPr marL="914400" algn="l" defTabSz="914400" rtl="0" eaLnBrk="1" latinLnBrk="0" hangingPunct="1">
                        <a:defRPr sz="1800" b="1" kern="1200">
                          <a:solidFill>
                            <a:schemeClr val="lt1"/>
                          </a:solidFill>
                          <a:latin typeface="굴림"/>
                          <a:ea typeface="굴림"/>
                          <a:cs typeface="Tahoma"/>
                        </a:defRPr>
                      </a:lvl3pPr>
                      <a:lvl4pPr marL="1371600" algn="l" defTabSz="914400" rtl="0" eaLnBrk="1" latinLnBrk="0" hangingPunct="1">
                        <a:defRPr sz="1800" b="1" kern="1200">
                          <a:solidFill>
                            <a:schemeClr val="lt1"/>
                          </a:solidFill>
                          <a:latin typeface="굴림"/>
                          <a:ea typeface="굴림"/>
                          <a:cs typeface="Tahoma"/>
                        </a:defRPr>
                      </a:lvl4pPr>
                      <a:lvl5pPr marL="1828800" algn="l" defTabSz="914400" rtl="0" eaLnBrk="1" latinLnBrk="0" hangingPunct="1">
                        <a:defRPr sz="1800" b="1" kern="1200">
                          <a:solidFill>
                            <a:schemeClr val="lt1"/>
                          </a:solidFill>
                          <a:latin typeface="굴림"/>
                          <a:ea typeface="굴림"/>
                          <a:cs typeface="Tahoma"/>
                        </a:defRPr>
                      </a:lvl5pPr>
                      <a:lvl6pPr marL="2286000" algn="l" defTabSz="914400" rtl="0" eaLnBrk="1" latinLnBrk="0" hangingPunct="1">
                        <a:defRPr sz="1800" b="1" kern="1200">
                          <a:solidFill>
                            <a:schemeClr val="lt1"/>
                          </a:solidFill>
                          <a:latin typeface="굴림"/>
                          <a:ea typeface="굴림"/>
                          <a:cs typeface="Tahoma"/>
                        </a:defRPr>
                      </a:lvl6pPr>
                      <a:lvl7pPr marL="2743200" algn="l" defTabSz="914400" rtl="0" eaLnBrk="1" latinLnBrk="0" hangingPunct="1">
                        <a:defRPr sz="1800" b="1" kern="1200">
                          <a:solidFill>
                            <a:schemeClr val="lt1"/>
                          </a:solidFill>
                          <a:latin typeface="굴림"/>
                          <a:ea typeface="굴림"/>
                          <a:cs typeface="Tahoma"/>
                        </a:defRPr>
                      </a:lvl7pPr>
                      <a:lvl8pPr marL="3200400" algn="l" defTabSz="914400" rtl="0" eaLnBrk="1" latinLnBrk="0" hangingPunct="1">
                        <a:defRPr sz="1800" b="1" kern="1200">
                          <a:solidFill>
                            <a:schemeClr val="lt1"/>
                          </a:solidFill>
                          <a:latin typeface="굴림"/>
                          <a:ea typeface="굴림"/>
                          <a:cs typeface="Tahoma"/>
                        </a:defRPr>
                      </a:lvl8pPr>
                      <a:lvl9pPr marL="3657600" algn="l" defTabSz="914400" rtl="0" eaLnBrk="1" latinLnBrk="0" hangingPunct="1">
                        <a:defRPr sz="1800" b="1" kern="1200">
                          <a:solidFill>
                            <a:schemeClr val="lt1"/>
                          </a:solidFill>
                          <a:latin typeface="굴림"/>
                          <a:ea typeface="굴림"/>
                          <a:cs typeface="Tahoma"/>
                        </a:defRPr>
                      </a:lvl9pPr>
                    </a:lstStyle>
                    <a:p>
                      <a:pPr algn="ctr"/>
                      <a:r>
                        <a:rPr lang="zh-CN" altLang="en-US" sz="2400" dirty="0">
                          <a:solidFill>
                            <a:srgbClr val="000000"/>
                          </a:solidFill>
                        </a:rPr>
                        <a:t>橙子</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noFill/>
                  </a:tcPr>
                </a:tc>
                <a:tc>
                  <a:txBody>
                    <a:bodyPr/>
                    <a:lstStyle>
                      <a:lvl1pPr marL="0" algn="l" defTabSz="914400" rtl="0" eaLnBrk="1" latinLnBrk="0" hangingPunct="1">
                        <a:defRPr sz="1800" b="1" kern="1200">
                          <a:solidFill>
                            <a:schemeClr val="lt1"/>
                          </a:solidFill>
                          <a:latin typeface="굴림"/>
                          <a:ea typeface="굴림"/>
                          <a:cs typeface="Tahoma"/>
                        </a:defRPr>
                      </a:lvl1pPr>
                      <a:lvl2pPr marL="457200" algn="l" defTabSz="914400" rtl="0" eaLnBrk="1" latinLnBrk="0" hangingPunct="1">
                        <a:defRPr sz="1800" b="1" kern="1200">
                          <a:solidFill>
                            <a:schemeClr val="lt1"/>
                          </a:solidFill>
                          <a:latin typeface="굴림"/>
                          <a:ea typeface="굴림"/>
                          <a:cs typeface="Tahoma"/>
                        </a:defRPr>
                      </a:lvl2pPr>
                      <a:lvl3pPr marL="914400" algn="l" defTabSz="914400" rtl="0" eaLnBrk="1" latinLnBrk="0" hangingPunct="1">
                        <a:defRPr sz="1800" b="1" kern="1200">
                          <a:solidFill>
                            <a:schemeClr val="lt1"/>
                          </a:solidFill>
                          <a:latin typeface="굴림"/>
                          <a:ea typeface="굴림"/>
                          <a:cs typeface="Tahoma"/>
                        </a:defRPr>
                      </a:lvl3pPr>
                      <a:lvl4pPr marL="1371600" algn="l" defTabSz="914400" rtl="0" eaLnBrk="1" latinLnBrk="0" hangingPunct="1">
                        <a:defRPr sz="1800" b="1" kern="1200">
                          <a:solidFill>
                            <a:schemeClr val="lt1"/>
                          </a:solidFill>
                          <a:latin typeface="굴림"/>
                          <a:ea typeface="굴림"/>
                          <a:cs typeface="Tahoma"/>
                        </a:defRPr>
                      </a:lvl4pPr>
                      <a:lvl5pPr marL="1828800" algn="l" defTabSz="914400" rtl="0" eaLnBrk="1" latinLnBrk="0" hangingPunct="1">
                        <a:defRPr sz="1800" b="1" kern="1200">
                          <a:solidFill>
                            <a:schemeClr val="lt1"/>
                          </a:solidFill>
                          <a:latin typeface="굴림"/>
                          <a:ea typeface="굴림"/>
                          <a:cs typeface="Tahoma"/>
                        </a:defRPr>
                      </a:lvl5pPr>
                      <a:lvl6pPr marL="2286000" algn="l" defTabSz="914400" rtl="0" eaLnBrk="1" latinLnBrk="0" hangingPunct="1">
                        <a:defRPr sz="1800" b="1" kern="1200">
                          <a:solidFill>
                            <a:schemeClr val="lt1"/>
                          </a:solidFill>
                          <a:latin typeface="굴림"/>
                          <a:ea typeface="굴림"/>
                          <a:cs typeface="Tahoma"/>
                        </a:defRPr>
                      </a:lvl6pPr>
                      <a:lvl7pPr marL="2743200" algn="l" defTabSz="914400" rtl="0" eaLnBrk="1" latinLnBrk="0" hangingPunct="1">
                        <a:defRPr sz="1800" b="1" kern="1200">
                          <a:solidFill>
                            <a:schemeClr val="lt1"/>
                          </a:solidFill>
                          <a:latin typeface="굴림"/>
                          <a:ea typeface="굴림"/>
                          <a:cs typeface="Tahoma"/>
                        </a:defRPr>
                      </a:lvl7pPr>
                      <a:lvl8pPr marL="3200400" algn="l" defTabSz="914400" rtl="0" eaLnBrk="1" latinLnBrk="0" hangingPunct="1">
                        <a:defRPr sz="1800" b="1" kern="1200">
                          <a:solidFill>
                            <a:schemeClr val="lt1"/>
                          </a:solidFill>
                          <a:latin typeface="굴림"/>
                          <a:ea typeface="굴림"/>
                          <a:cs typeface="Tahoma"/>
                        </a:defRPr>
                      </a:lvl8pPr>
                      <a:lvl9pPr marL="3657600" algn="l" defTabSz="914400" rtl="0" eaLnBrk="1" latinLnBrk="0" hangingPunct="1">
                        <a:defRPr sz="1800" b="1" kern="1200">
                          <a:solidFill>
                            <a:schemeClr val="lt1"/>
                          </a:solidFill>
                          <a:latin typeface="굴림"/>
                          <a:ea typeface="굴림"/>
                          <a:cs typeface="Tahoma"/>
                        </a:defRPr>
                      </a:lvl9pPr>
                    </a:lstStyle>
                    <a:p>
                      <a:pPr algn="ctr"/>
                      <a:r>
                        <a:rPr lang="zh-CN" altLang="en-US" sz="2400" dirty="0">
                          <a:solidFill>
                            <a:srgbClr val="000000"/>
                          </a:solidFill>
                        </a:rPr>
                        <a:t>梨</a:t>
                      </a:r>
                    </a:p>
                  </a:txBody>
                  <a:tcPr>
                    <a:lnL w="12700" cap="flat" cmpd="sng" algn="ctr">
                      <a:noFill/>
                      <a:prstDash val="solid"/>
                      <a:round/>
                      <a:headEnd type="none" w="med" len="med"/>
                      <a:tailEnd type="none" w="med" len="med"/>
                    </a:lnL>
                    <a:lnR w="12700" cmpd="sng">
                      <a:noFill/>
                    </a:lnR>
                    <a:lnT w="12700" cmpd="sng">
                      <a:noFill/>
                    </a:lnT>
                    <a:lnB w="381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10000"/>
                  </a:ext>
                </a:extLst>
              </a:tr>
              <a:tr h="570510">
                <a:tc>
                  <a:txBody>
                    <a:bodyPr/>
                    <a:lstStyle/>
                    <a:p>
                      <a:endParaRPr lang="zh-CN"/>
                    </a:p>
                  </a:txBody>
                  <a:tcPr>
                    <a:lnL w="12700" cmpd="sng">
                      <a:solidFill>
                        <a:srgbClr val="FFFFFF"/>
                      </a:solidFill>
                    </a:lnL>
                    <a:lnR w="12700" cap="flat" cmpd="sng" algn="ctr">
                      <a:solidFill>
                        <a:srgbClr val="000000"/>
                      </a:solidFill>
                      <a:prstDash val="solid"/>
                      <a:round/>
                      <a:headEnd type="none" w="med" len="med"/>
                      <a:tailEnd type="none" w="med" len="med"/>
                    </a:lnR>
                    <a:lnT w="38100" cmpd="sng">
                      <a:noFill/>
                    </a:lnT>
                    <a:lnB w="12700" cmpd="sng">
                      <a:solidFill>
                        <a:srgbClr val="FFFFFF"/>
                      </a:solidFill>
                    </a:lnB>
                    <a:lnTlToBr w="12700" cmpd="sng">
                      <a:noFill/>
                      <a:prstDash val="solid"/>
                    </a:lnTlToBr>
                    <a:lnBlToTr w="12700" cmpd="sng">
                      <a:noFill/>
                      <a:prstDash val="solid"/>
                    </a:lnBlToTr>
                    <a:blipFill>
                      <a:blip r:embed="rId3"/>
                      <a:stretch>
                        <a:fillRect l="-599" t="-96471" r="-200299" b="-501176"/>
                      </a:stretch>
                    </a:blipFill>
                  </a:tcPr>
                </a:tc>
                <a:tc>
                  <a:txBody>
                    <a:bodyPr/>
                    <a:lstStyle/>
                    <a:p>
                      <a:endParaRPr lang="zh-CN"/>
                    </a:p>
                  </a:txBody>
                  <a:tcP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38100" cmpd="sng">
                      <a:noFill/>
                    </a:lnT>
                    <a:lnB w="12700" cmpd="sng">
                      <a:solidFill>
                        <a:srgbClr val="FFFFFF"/>
                      </a:solidFill>
                    </a:lnB>
                    <a:lnTlToBr w="12700" cmpd="sng">
                      <a:noFill/>
                      <a:prstDash val="solid"/>
                    </a:lnTlToBr>
                    <a:lnBlToTr w="12700" cmpd="sng">
                      <a:noFill/>
                      <a:prstDash val="solid"/>
                    </a:lnBlToTr>
                    <a:blipFill>
                      <a:blip r:embed="rId3"/>
                      <a:stretch>
                        <a:fillRect l="-100901" t="-96471" r="-100901" b="-501176"/>
                      </a:stretch>
                    </a:blipFill>
                  </a:tcPr>
                </a:tc>
                <a:tc>
                  <a:txBody>
                    <a:bodyPr/>
                    <a:lstStyle>
                      <a:lvl1pPr marL="0" algn="l" defTabSz="914400" rtl="0" eaLnBrk="1" latinLnBrk="0" hangingPunct="1">
                        <a:defRPr sz="1800" kern="1200">
                          <a:solidFill>
                            <a:schemeClr val="dk1"/>
                          </a:solidFill>
                          <a:latin typeface="굴림"/>
                          <a:ea typeface="굴림"/>
                          <a:cs typeface="Tahoma"/>
                        </a:defRPr>
                      </a:lvl1pPr>
                      <a:lvl2pPr marL="457200" algn="l" defTabSz="914400" rtl="0" eaLnBrk="1" latinLnBrk="0" hangingPunct="1">
                        <a:defRPr sz="1800" kern="1200">
                          <a:solidFill>
                            <a:schemeClr val="dk1"/>
                          </a:solidFill>
                          <a:latin typeface="굴림"/>
                          <a:ea typeface="굴림"/>
                          <a:cs typeface="Tahoma"/>
                        </a:defRPr>
                      </a:lvl2pPr>
                      <a:lvl3pPr marL="914400" algn="l" defTabSz="914400" rtl="0" eaLnBrk="1" latinLnBrk="0" hangingPunct="1">
                        <a:defRPr sz="1800" kern="1200">
                          <a:solidFill>
                            <a:schemeClr val="dk1"/>
                          </a:solidFill>
                          <a:latin typeface="굴림"/>
                          <a:ea typeface="굴림"/>
                          <a:cs typeface="Tahoma"/>
                        </a:defRPr>
                      </a:lvl3pPr>
                      <a:lvl4pPr marL="1371600" algn="l" defTabSz="914400" rtl="0" eaLnBrk="1" latinLnBrk="0" hangingPunct="1">
                        <a:defRPr sz="1800" kern="1200">
                          <a:solidFill>
                            <a:schemeClr val="dk1"/>
                          </a:solidFill>
                          <a:latin typeface="굴림"/>
                          <a:ea typeface="굴림"/>
                          <a:cs typeface="Tahoma"/>
                        </a:defRPr>
                      </a:lvl4pPr>
                      <a:lvl5pPr marL="1828800" algn="l" defTabSz="914400" rtl="0" eaLnBrk="1" latinLnBrk="0" hangingPunct="1">
                        <a:defRPr sz="1800" kern="1200">
                          <a:solidFill>
                            <a:schemeClr val="dk1"/>
                          </a:solidFill>
                          <a:latin typeface="굴림"/>
                          <a:ea typeface="굴림"/>
                          <a:cs typeface="Tahoma"/>
                        </a:defRPr>
                      </a:lvl5pPr>
                      <a:lvl6pPr marL="2286000" algn="l" defTabSz="914400" rtl="0" eaLnBrk="1" latinLnBrk="0" hangingPunct="1">
                        <a:defRPr sz="1800" kern="1200">
                          <a:solidFill>
                            <a:schemeClr val="dk1"/>
                          </a:solidFill>
                          <a:latin typeface="굴림"/>
                          <a:ea typeface="굴림"/>
                          <a:cs typeface="Tahoma"/>
                        </a:defRPr>
                      </a:lvl6pPr>
                      <a:lvl7pPr marL="2743200" algn="l" defTabSz="914400" rtl="0" eaLnBrk="1" latinLnBrk="0" hangingPunct="1">
                        <a:defRPr sz="1800" kern="1200">
                          <a:solidFill>
                            <a:schemeClr val="dk1"/>
                          </a:solidFill>
                          <a:latin typeface="굴림"/>
                          <a:ea typeface="굴림"/>
                          <a:cs typeface="Tahoma"/>
                        </a:defRPr>
                      </a:lvl7pPr>
                      <a:lvl8pPr marL="3200400" algn="l" defTabSz="914400" rtl="0" eaLnBrk="1" latinLnBrk="0" hangingPunct="1">
                        <a:defRPr sz="1800" kern="1200">
                          <a:solidFill>
                            <a:schemeClr val="dk1"/>
                          </a:solidFill>
                          <a:latin typeface="굴림"/>
                          <a:ea typeface="굴림"/>
                          <a:cs typeface="Tahoma"/>
                        </a:defRPr>
                      </a:lvl8pPr>
                      <a:lvl9pPr marL="3657600" algn="l" defTabSz="914400" rtl="0" eaLnBrk="1" latinLnBrk="0" hangingPunct="1">
                        <a:defRPr sz="1800" kern="1200">
                          <a:solidFill>
                            <a:schemeClr val="dk1"/>
                          </a:solidFill>
                          <a:latin typeface="굴림"/>
                          <a:ea typeface="굴림"/>
                          <a:cs typeface="Tahoma"/>
                        </a:defRPr>
                      </a:lvl9pPr>
                    </a:lstStyle>
                    <a:p>
                      <a:endParaRPr lang="zh-CN" altLang="en-US" sz="2800" dirty="0">
                        <a:solidFill>
                          <a:srgbClr val="000000"/>
                        </a:solidFill>
                      </a:endParaRPr>
                    </a:p>
                  </a:txBody>
                  <a:tcPr>
                    <a:lnL w="12700" cap="flat" cmpd="sng" algn="ctr">
                      <a:solidFill>
                        <a:srgbClr val="000000"/>
                      </a:solidFill>
                      <a:prstDash val="solid"/>
                      <a:round/>
                      <a:headEnd type="none" w="med" len="med"/>
                      <a:tailEnd type="none" w="med" len="med"/>
                    </a:lnL>
                    <a:lnR w="12700" cmpd="sng">
                      <a:solidFill>
                        <a:srgbClr val="FFFFFF"/>
                      </a:solidFill>
                    </a:lnR>
                    <a:lnT w="38100" cmpd="sng">
                      <a:noFill/>
                    </a:lnT>
                    <a:lnB w="12700" cmpd="sng">
                      <a:solidFill>
                        <a:srgbClr val="FFFFFF"/>
                      </a:solidFill>
                    </a:lnB>
                    <a:lnTlToBr w="12700" cmpd="sng">
                      <a:noFill/>
                      <a:prstDash val="solid"/>
                    </a:lnTlToBr>
                    <a:lnBlToTr w="12700" cmpd="sng">
                      <a:noFill/>
                      <a:prstDash val="solid"/>
                    </a:lnBlToTr>
                    <a:noFill/>
                  </a:tcPr>
                </a:tc>
                <a:extLst>
                  <a:ext uri="{0D108BD9-81ED-4DB2-BD59-A6C34878D82A}">
                    <a16:rowId xmlns:a16="http://schemas.microsoft.com/office/drawing/2014/main" val="10001"/>
                  </a:ext>
                </a:extLst>
              </a:tr>
              <a:tr h="570510">
                <a:tc>
                  <a:txBody>
                    <a:bodyPr/>
                    <a:lstStyle/>
                    <a:p>
                      <a:endParaRPr lang="zh-CN"/>
                    </a:p>
                  </a:txBody>
                  <a:tcPr>
                    <a:lnL w="12700" cmpd="sng">
                      <a:solidFill>
                        <a:srgbClr val="FFFFFF"/>
                      </a:solidFill>
                    </a:lnL>
                    <a:lnR w="12700" cap="flat" cmpd="sng" algn="ctr">
                      <a:solidFill>
                        <a:srgbClr val="000000"/>
                      </a:solidFill>
                      <a:prstDash val="solid"/>
                      <a:round/>
                      <a:headEnd type="none" w="med" len="med"/>
                      <a:tailEnd type="none" w="med" len="med"/>
                    </a:lnR>
                    <a:lnT w="12700" cmpd="sng">
                      <a:solidFill>
                        <a:srgbClr val="FFFFFF"/>
                      </a:solidFill>
                    </a:lnT>
                    <a:lnB w="12700" cmpd="sng">
                      <a:solidFill>
                        <a:srgbClr val="FFFFFF"/>
                      </a:solidFill>
                    </a:lnB>
                    <a:lnTlToBr w="12700" cmpd="sng">
                      <a:noFill/>
                      <a:prstDash val="solid"/>
                    </a:lnTlToBr>
                    <a:lnBlToTr w="12700" cmpd="sng">
                      <a:noFill/>
                      <a:prstDash val="solid"/>
                    </a:lnBlToTr>
                    <a:blipFill>
                      <a:blip r:embed="rId3"/>
                      <a:stretch>
                        <a:fillRect l="-599" t="-196471" r="-200299" b="-401176"/>
                      </a:stretch>
                    </a:blipFill>
                  </a:tcPr>
                </a:tc>
                <a:tc>
                  <a:txBody>
                    <a:bodyPr/>
                    <a:lstStyle/>
                    <a:p>
                      <a:endParaRPr lang="zh-CN"/>
                    </a:p>
                  </a:txBody>
                  <a:tcP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mpd="sng">
                      <a:solidFill>
                        <a:srgbClr val="FFFFFF"/>
                      </a:solidFill>
                    </a:lnT>
                    <a:lnB w="12700" cmpd="sng">
                      <a:solidFill>
                        <a:srgbClr val="FFFFFF"/>
                      </a:solidFill>
                    </a:lnB>
                    <a:lnTlToBr w="12700" cmpd="sng">
                      <a:noFill/>
                      <a:prstDash val="solid"/>
                    </a:lnTlToBr>
                    <a:lnBlToTr w="12700" cmpd="sng">
                      <a:noFill/>
                      <a:prstDash val="solid"/>
                    </a:lnBlToTr>
                    <a:blipFill>
                      <a:blip r:embed="rId3"/>
                      <a:stretch>
                        <a:fillRect l="-100901" t="-196471" r="-100901" b="-401176"/>
                      </a:stretch>
                    </a:blipFill>
                  </a:tcPr>
                </a:tc>
                <a:tc>
                  <a:txBody>
                    <a:bodyPr/>
                    <a:lstStyle/>
                    <a:p>
                      <a:endParaRPr lang="zh-CN" dirty="0"/>
                    </a:p>
                  </a:txBody>
                  <a:tcPr>
                    <a:lnL w="12700" cap="flat" cmpd="sng" algn="ctr">
                      <a:solidFill>
                        <a:srgbClr val="000000"/>
                      </a:solidFill>
                      <a:prstDash val="solid"/>
                      <a:round/>
                      <a:headEnd type="none" w="med" len="med"/>
                      <a:tailEnd type="none" w="med" len="med"/>
                    </a:lnL>
                    <a:lnR w="12700" cmpd="sng">
                      <a:solidFill>
                        <a:srgbClr val="FFFFFF"/>
                      </a:solidFill>
                    </a:lnR>
                    <a:lnT w="12700" cmpd="sng">
                      <a:solidFill>
                        <a:srgbClr val="FFFFFF"/>
                      </a:solidFill>
                    </a:lnT>
                    <a:lnB w="12700" cmpd="sng">
                      <a:solidFill>
                        <a:srgbClr val="FFFFFF"/>
                      </a:solidFill>
                    </a:lnB>
                    <a:lnTlToBr w="12700" cmpd="sng">
                      <a:noFill/>
                      <a:prstDash val="solid"/>
                    </a:lnTlToBr>
                    <a:lnBlToTr w="12700" cmpd="sng">
                      <a:noFill/>
                      <a:prstDash val="solid"/>
                    </a:lnBlToTr>
                    <a:blipFill>
                      <a:blip r:embed="rId3"/>
                      <a:stretch>
                        <a:fillRect l="-200299" t="-196471" r="-599" b="-401176"/>
                      </a:stretch>
                    </a:blipFill>
                  </a:tcPr>
                </a:tc>
                <a:extLst>
                  <a:ext uri="{0D108BD9-81ED-4DB2-BD59-A6C34878D82A}">
                    <a16:rowId xmlns:a16="http://schemas.microsoft.com/office/drawing/2014/main" val="10002"/>
                  </a:ext>
                </a:extLst>
              </a:tr>
              <a:tr h="570510">
                <a:tc>
                  <a:txBody>
                    <a:bodyPr/>
                    <a:lstStyle/>
                    <a:p>
                      <a:endParaRPr lang="zh-CN"/>
                    </a:p>
                  </a:txBody>
                  <a:tcPr>
                    <a:lnL w="12700" cmpd="sng">
                      <a:solidFill>
                        <a:srgbClr val="FFFFFF"/>
                      </a:solidFill>
                    </a:lnL>
                    <a:lnR w="12700" cap="flat" cmpd="sng" algn="ctr">
                      <a:solidFill>
                        <a:srgbClr val="000000"/>
                      </a:solidFill>
                      <a:prstDash val="solid"/>
                      <a:round/>
                      <a:headEnd type="none" w="med" len="med"/>
                      <a:tailEnd type="none" w="med" len="med"/>
                    </a:lnR>
                    <a:lnT w="12700" cmpd="sng">
                      <a:solidFill>
                        <a:srgbClr val="FFFFFF"/>
                      </a:solidFill>
                    </a:lnT>
                    <a:lnB w="12700" cmpd="sng">
                      <a:solidFill>
                        <a:srgbClr val="FFFFFF"/>
                      </a:solidFill>
                    </a:lnB>
                    <a:lnTlToBr w="12700" cmpd="sng">
                      <a:noFill/>
                      <a:prstDash val="solid"/>
                    </a:lnTlToBr>
                    <a:lnBlToTr w="12700" cmpd="sng">
                      <a:noFill/>
                      <a:prstDash val="solid"/>
                    </a:lnBlToTr>
                    <a:blipFill>
                      <a:blip r:embed="rId3"/>
                      <a:stretch>
                        <a:fillRect l="-599" t="-293023" r="-200299" b="-296512"/>
                      </a:stretch>
                    </a:blipFill>
                  </a:tcPr>
                </a:tc>
                <a:tc>
                  <a:txBody>
                    <a:bodyPr/>
                    <a:lstStyle/>
                    <a:p>
                      <a:endParaRPr lang="zh-CN" dirty="0"/>
                    </a:p>
                  </a:txBody>
                  <a:tcP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mpd="sng">
                      <a:solidFill>
                        <a:srgbClr val="FFFFFF"/>
                      </a:solidFill>
                    </a:lnT>
                    <a:lnB w="12700" cmpd="sng">
                      <a:solidFill>
                        <a:srgbClr val="FFFFFF"/>
                      </a:solidFill>
                    </a:lnB>
                    <a:lnTlToBr w="12700" cmpd="sng">
                      <a:noFill/>
                      <a:prstDash val="solid"/>
                    </a:lnTlToBr>
                    <a:lnBlToTr w="12700" cmpd="sng">
                      <a:noFill/>
                      <a:prstDash val="solid"/>
                    </a:lnBlToTr>
                    <a:blipFill>
                      <a:blip r:embed="rId3"/>
                      <a:stretch>
                        <a:fillRect l="-100901" t="-293023" r="-100901" b="-296512"/>
                      </a:stretch>
                    </a:blipFill>
                  </a:tcPr>
                </a:tc>
                <a:tc>
                  <a:txBody>
                    <a:bodyPr/>
                    <a:lstStyle/>
                    <a:p>
                      <a:endParaRPr lang="zh-CN" dirty="0"/>
                    </a:p>
                  </a:txBody>
                  <a:tcPr>
                    <a:lnL w="12700" cap="flat" cmpd="sng" algn="ctr">
                      <a:solidFill>
                        <a:srgbClr val="000000"/>
                      </a:solidFill>
                      <a:prstDash val="solid"/>
                      <a:round/>
                      <a:headEnd type="none" w="med" len="med"/>
                      <a:tailEnd type="none" w="med" len="med"/>
                    </a:lnL>
                    <a:lnR w="12700" cmpd="sng">
                      <a:solidFill>
                        <a:srgbClr val="FFFFFF"/>
                      </a:solidFill>
                    </a:lnR>
                    <a:lnT w="12700" cmpd="sng">
                      <a:solidFill>
                        <a:srgbClr val="FFFFFF"/>
                      </a:solidFill>
                    </a:lnT>
                    <a:lnB w="12700" cmpd="sng">
                      <a:solidFill>
                        <a:srgbClr val="FFFFFF"/>
                      </a:solidFill>
                    </a:lnB>
                    <a:lnTlToBr w="12700" cmpd="sng">
                      <a:noFill/>
                      <a:prstDash val="solid"/>
                    </a:lnTlToBr>
                    <a:lnBlToTr w="12700" cmpd="sng">
                      <a:noFill/>
                      <a:prstDash val="solid"/>
                    </a:lnBlToTr>
                    <a:blipFill>
                      <a:blip r:embed="rId3"/>
                      <a:stretch>
                        <a:fillRect l="-200299" t="-293023" r="-599" b="-296512"/>
                      </a:stretch>
                    </a:blipFill>
                  </a:tcPr>
                </a:tc>
                <a:extLst>
                  <a:ext uri="{0D108BD9-81ED-4DB2-BD59-A6C34878D82A}">
                    <a16:rowId xmlns:a16="http://schemas.microsoft.com/office/drawing/2014/main" val="10003"/>
                  </a:ext>
                </a:extLst>
              </a:tr>
              <a:tr h="570510">
                <a:tc>
                  <a:txBody>
                    <a:bodyPr/>
                    <a:lstStyle/>
                    <a:p>
                      <a:endParaRPr lang="zh-CN"/>
                    </a:p>
                  </a:txBody>
                  <a:tcPr>
                    <a:lnL w="12700" cmpd="sng">
                      <a:solidFill>
                        <a:srgbClr val="FFFFFF"/>
                      </a:solidFill>
                    </a:lnL>
                    <a:lnR w="12700" cap="flat" cmpd="sng" algn="ctr">
                      <a:solidFill>
                        <a:srgbClr val="000000"/>
                      </a:solidFill>
                      <a:prstDash val="solid"/>
                      <a:round/>
                      <a:headEnd type="none" w="med" len="med"/>
                      <a:tailEnd type="none" w="med" len="med"/>
                    </a:lnR>
                    <a:lnT w="12700" cmpd="sng">
                      <a:solidFill>
                        <a:srgbClr val="FFFFFF"/>
                      </a:solidFill>
                    </a:lnT>
                    <a:lnB w="12700" cmpd="sng">
                      <a:solidFill>
                        <a:srgbClr val="FFFFFF"/>
                      </a:solidFill>
                    </a:lnB>
                    <a:lnTlToBr w="12700" cmpd="sng">
                      <a:noFill/>
                      <a:prstDash val="solid"/>
                    </a:lnTlToBr>
                    <a:lnBlToTr w="12700" cmpd="sng">
                      <a:noFill/>
                      <a:prstDash val="solid"/>
                    </a:lnBlToTr>
                    <a:blipFill>
                      <a:blip r:embed="rId3"/>
                      <a:stretch>
                        <a:fillRect l="-599" t="-397647" r="-200299" b="-200000"/>
                      </a:stretch>
                    </a:blipFill>
                  </a:tcPr>
                </a:tc>
                <a:tc>
                  <a:txBody>
                    <a:bodyPr/>
                    <a:lstStyle>
                      <a:lvl1pPr marL="0" algn="l" defTabSz="914400" rtl="0" eaLnBrk="1" latinLnBrk="0" hangingPunct="1">
                        <a:defRPr sz="1800" kern="1200">
                          <a:solidFill>
                            <a:schemeClr val="dk1"/>
                          </a:solidFill>
                          <a:latin typeface="굴림"/>
                          <a:ea typeface="굴림"/>
                          <a:cs typeface="Tahoma"/>
                        </a:defRPr>
                      </a:lvl1pPr>
                      <a:lvl2pPr marL="457200" algn="l" defTabSz="914400" rtl="0" eaLnBrk="1" latinLnBrk="0" hangingPunct="1">
                        <a:defRPr sz="1800" kern="1200">
                          <a:solidFill>
                            <a:schemeClr val="dk1"/>
                          </a:solidFill>
                          <a:latin typeface="굴림"/>
                          <a:ea typeface="굴림"/>
                          <a:cs typeface="Tahoma"/>
                        </a:defRPr>
                      </a:lvl2pPr>
                      <a:lvl3pPr marL="914400" algn="l" defTabSz="914400" rtl="0" eaLnBrk="1" latinLnBrk="0" hangingPunct="1">
                        <a:defRPr sz="1800" kern="1200">
                          <a:solidFill>
                            <a:schemeClr val="dk1"/>
                          </a:solidFill>
                          <a:latin typeface="굴림"/>
                          <a:ea typeface="굴림"/>
                          <a:cs typeface="Tahoma"/>
                        </a:defRPr>
                      </a:lvl3pPr>
                      <a:lvl4pPr marL="1371600" algn="l" defTabSz="914400" rtl="0" eaLnBrk="1" latinLnBrk="0" hangingPunct="1">
                        <a:defRPr sz="1800" kern="1200">
                          <a:solidFill>
                            <a:schemeClr val="dk1"/>
                          </a:solidFill>
                          <a:latin typeface="굴림"/>
                          <a:ea typeface="굴림"/>
                          <a:cs typeface="Tahoma"/>
                        </a:defRPr>
                      </a:lvl4pPr>
                      <a:lvl5pPr marL="1828800" algn="l" defTabSz="914400" rtl="0" eaLnBrk="1" latinLnBrk="0" hangingPunct="1">
                        <a:defRPr sz="1800" kern="1200">
                          <a:solidFill>
                            <a:schemeClr val="dk1"/>
                          </a:solidFill>
                          <a:latin typeface="굴림"/>
                          <a:ea typeface="굴림"/>
                          <a:cs typeface="Tahoma"/>
                        </a:defRPr>
                      </a:lvl5pPr>
                      <a:lvl6pPr marL="2286000" algn="l" defTabSz="914400" rtl="0" eaLnBrk="1" latinLnBrk="0" hangingPunct="1">
                        <a:defRPr sz="1800" kern="1200">
                          <a:solidFill>
                            <a:schemeClr val="dk1"/>
                          </a:solidFill>
                          <a:latin typeface="굴림"/>
                          <a:ea typeface="굴림"/>
                          <a:cs typeface="Tahoma"/>
                        </a:defRPr>
                      </a:lvl6pPr>
                      <a:lvl7pPr marL="2743200" algn="l" defTabSz="914400" rtl="0" eaLnBrk="1" latinLnBrk="0" hangingPunct="1">
                        <a:defRPr sz="1800" kern="1200">
                          <a:solidFill>
                            <a:schemeClr val="dk1"/>
                          </a:solidFill>
                          <a:latin typeface="굴림"/>
                          <a:ea typeface="굴림"/>
                          <a:cs typeface="Tahoma"/>
                        </a:defRPr>
                      </a:lvl7pPr>
                      <a:lvl8pPr marL="3200400" algn="l" defTabSz="914400" rtl="0" eaLnBrk="1" latinLnBrk="0" hangingPunct="1">
                        <a:defRPr sz="1800" kern="1200">
                          <a:solidFill>
                            <a:schemeClr val="dk1"/>
                          </a:solidFill>
                          <a:latin typeface="굴림"/>
                          <a:ea typeface="굴림"/>
                          <a:cs typeface="Tahoma"/>
                        </a:defRPr>
                      </a:lvl8pPr>
                      <a:lvl9pPr marL="3657600" algn="l" defTabSz="914400" rtl="0" eaLnBrk="1" latinLnBrk="0" hangingPunct="1">
                        <a:defRPr sz="1800" kern="1200">
                          <a:solidFill>
                            <a:schemeClr val="dk1"/>
                          </a:solidFill>
                          <a:latin typeface="굴림"/>
                          <a:ea typeface="굴림"/>
                          <a:cs typeface="Tahoma"/>
                        </a:defRPr>
                      </a:lvl9pPr>
                    </a:lstStyle>
                    <a:p>
                      <a:endParaRPr lang="zh-CN" altLang="en-US" sz="2800" dirty="0">
                        <a:solidFill>
                          <a:srgbClr val="000000"/>
                        </a:solidFill>
                      </a:endParaRPr>
                    </a:p>
                  </a:txBody>
                  <a:tcP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mpd="sng">
                      <a:solidFill>
                        <a:srgbClr val="FFFFFF"/>
                      </a:solidFill>
                    </a:lnT>
                    <a:lnB w="12700" cmpd="sng">
                      <a:solidFill>
                        <a:srgbClr val="FFFFFF"/>
                      </a:solidFill>
                    </a:lnB>
                    <a:lnTlToBr w="12700" cmpd="sng">
                      <a:noFill/>
                      <a:prstDash val="solid"/>
                    </a:lnTlToBr>
                    <a:lnBlToTr w="12700" cmpd="sng">
                      <a:noFill/>
                      <a:prstDash val="solid"/>
                    </a:lnBlToTr>
                    <a:noFill/>
                  </a:tcPr>
                </a:tc>
                <a:tc>
                  <a:txBody>
                    <a:bodyPr/>
                    <a:lstStyle/>
                    <a:p>
                      <a:endParaRPr lang="zh-CN" dirty="0"/>
                    </a:p>
                  </a:txBody>
                  <a:tcPr>
                    <a:lnL w="12700" cap="flat" cmpd="sng" algn="ctr">
                      <a:solidFill>
                        <a:srgbClr val="000000"/>
                      </a:solidFill>
                      <a:prstDash val="solid"/>
                      <a:round/>
                      <a:headEnd type="none" w="med" len="med"/>
                      <a:tailEnd type="none" w="med" len="med"/>
                    </a:lnL>
                    <a:lnR w="12700" cmpd="sng">
                      <a:solidFill>
                        <a:srgbClr val="FFFFFF"/>
                      </a:solidFill>
                    </a:lnR>
                    <a:lnT w="12700" cmpd="sng">
                      <a:solidFill>
                        <a:srgbClr val="FFFFFF"/>
                      </a:solidFill>
                    </a:lnT>
                    <a:lnB w="12700" cmpd="sng">
                      <a:solidFill>
                        <a:srgbClr val="FFFFFF"/>
                      </a:solidFill>
                    </a:lnB>
                    <a:lnTlToBr w="12700" cmpd="sng">
                      <a:noFill/>
                      <a:prstDash val="solid"/>
                    </a:lnTlToBr>
                    <a:lnBlToTr w="12700" cmpd="sng">
                      <a:noFill/>
                      <a:prstDash val="solid"/>
                    </a:lnBlToTr>
                    <a:blipFill>
                      <a:blip r:embed="rId3"/>
                      <a:stretch>
                        <a:fillRect l="-200299" t="-397647" r="-599" b="-200000"/>
                      </a:stretch>
                    </a:blipFill>
                  </a:tcPr>
                </a:tc>
                <a:extLst>
                  <a:ext uri="{0D108BD9-81ED-4DB2-BD59-A6C34878D82A}">
                    <a16:rowId xmlns:a16="http://schemas.microsoft.com/office/drawing/2014/main" val="10004"/>
                  </a:ext>
                </a:extLst>
              </a:tr>
              <a:tr h="570510">
                <a:tc>
                  <a:txBody>
                    <a:bodyPr/>
                    <a:lstStyle/>
                    <a:p>
                      <a:endParaRPr lang="zh-CN"/>
                    </a:p>
                  </a:txBody>
                  <a:tcPr>
                    <a:lnL w="12700" cmpd="sng">
                      <a:solidFill>
                        <a:srgbClr val="FFFFFF"/>
                      </a:solidFill>
                    </a:lnL>
                    <a:lnR w="12700" cap="flat" cmpd="sng" algn="ctr">
                      <a:solidFill>
                        <a:srgbClr val="000000"/>
                      </a:solidFill>
                      <a:prstDash val="solid"/>
                      <a:round/>
                      <a:headEnd type="none" w="med" len="med"/>
                      <a:tailEnd type="none" w="med" len="med"/>
                    </a:lnR>
                    <a:lnT w="12700" cmpd="sng">
                      <a:solidFill>
                        <a:srgbClr val="FFFFFF"/>
                      </a:solidFill>
                    </a:lnT>
                    <a:lnB w="12700" cmpd="sng">
                      <a:noFill/>
                    </a:lnB>
                    <a:lnTlToBr w="12700" cmpd="sng">
                      <a:noFill/>
                      <a:prstDash val="solid"/>
                    </a:lnTlToBr>
                    <a:lnBlToTr w="12700" cmpd="sng">
                      <a:noFill/>
                      <a:prstDash val="solid"/>
                    </a:lnBlToTr>
                    <a:blipFill>
                      <a:blip r:embed="rId3"/>
                      <a:stretch>
                        <a:fillRect l="-599" t="-497647" r="-200299" b="-100000"/>
                      </a:stretch>
                    </a:blipFill>
                  </a:tcPr>
                </a:tc>
                <a:tc>
                  <a:txBody>
                    <a:bodyPr/>
                    <a:lstStyle/>
                    <a:p>
                      <a:endParaRPr lang="zh-CN"/>
                    </a:p>
                  </a:txBody>
                  <a:tcP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mpd="sng">
                      <a:solidFill>
                        <a:srgbClr val="FFFFFF"/>
                      </a:solidFill>
                    </a:lnT>
                    <a:lnB w="12700" cmpd="sng">
                      <a:noFill/>
                    </a:lnB>
                    <a:lnTlToBr w="12700" cmpd="sng">
                      <a:noFill/>
                      <a:prstDash val="solid"/>
                    </a:lnTlToBr>
                    <a:lnBlToTr w="12700" cmpd="sng">
                      <a:noFill/>
                      <a:prstDash val="solid"/>
                    </a:lnBlToTr>
                    <a:blipFill>
                      <a:blip r:embed="rId3"/>
                      <a:stretch>
                        <a:fillRect l="-100901" t="-497647" r="-100901" b="-100000"/>
                      </a:stretch>
                    </a:blipFill>
                  </a:tcPr>
                </a:tc>
                <a:tc>
                  <a:txBody>
                    <a:bodyPr/>
                    <a:lstStyle/>
                    <a:p>
                      <a:endParaRPr lang="zh-CN"/>
                    </a:p>
                  </a:txBody>
                  <a:tcPr>
                    <a:lnL w="12700" cap="flat" cmpd="sng" algn="ctr">
                      <a:solidFill>
                        <a:srgbClr val="000000"/>
                      </a:solidFill>
                      <a:prstDash val="solid"/>
                      <a:round/>
                      <a:headEnd type="none" w="med" len="med"/>
                      <a:tailEnd type="none" w="med" len="med"/>
                    </a:lnL>
                    <a:lnR w="12700" cmpd="sng">
                      <a:solidFill>
                        <a:srgbClr val="FFFFFF"/>
                      </a:solidFill>
                    </a:lnR>
                    <a:lnT w="12700" cmpd="sng">
                      <a:solidFill>
                        <a:srgbClr val="FFFFFF"/>
                      </a:solidFill>
                    </a:lnT>
                    <a:lnB w="12700" cmpd="sng">
                      <a:noFill/>
                    </a:lnB>
                    <a:lnTlToBr w="12700" cmpd="sng">
                      <a:noFill/>
                      <a:prstDash val="solid"/>
                    </a:lnTlToBr>
                    <a:lnBlToTr w="12700" cmpd="sng">
                      <a:noFill/>
                      <a:prstDash val="solid"/>
                    </a:lnBlToTr>
                    <a:blipFill>
                      <a:blip r:embed="rId3"/>
                      <a:stretch>
                        <a:fillRect l="-200299" t="-497647" r="-599" b="-100000"/>
                      </a:stretch>
                    </a:blipFill>
                  </a:tcPr>
                </a:tc>
                <a:extLst>
                  <a:ext uri="{0D108BD9-81ED-4DB2-BD59-A6C34878D82A}">
                    <a16:rowId xmlns:a16="http://schemas.microsoft.com/office/drawing/2014/main" val="10005"/>
                  </a:ext>
                </a:extLst>
              </a:tr>
              <a:tr h="570510">
                <a:tc>
                  <a:txBody>
                    <a:bodyPr/>
                    <a:lstStyle/>
                    <a:p>
                      <a:endParaRPr lang="zh-CN"/>
                    </a:p>
                  </a:txBody>
                  <a:tcPr>
                    <a:lnL w="12700" cmpd="sng">
                      <a:noFill/>
                    </a:lnL>
                    <a:lnR w="12700" cap="flat" cmpd="sng" algn="ctr">
                      <a:no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blipFill>
                      <a:blip r:embed="rId3"/>
                      <a:stretch>
                        <a:fillRect l="-599" t="-597647" r="-200299"/>
                      </a:stretch>
                    </a:blipFill>
                  </a:tcPr>
                </a:tc>
                <a:tc>
                  <a:txBody>
                    <a:bodyPr/>
                    <a:lstStyle>
                      <a:lvl1pPr marL="0" algn="l" defTabSz="914400" rtl="0" eaLnBrk="1" latinLnBrk="0" hangingPunct="1">
                        <a:defRPr sz="1800" kern="1200">
                          <a:solidFill>
                            <a:schemeClr val="dk1"/>
                          </a:solidFill>
                          <a:latin typeface="굴림"/>
                          <a:ea typeface="굴림"/>
                          <a:cs typeface="Tahoma"/>
                        </a:defRPr>
                      </a:lvl1pPr>
                      <a:lvl2pPr marL="457200" algn="l" defTabSz="914400" rtl="0" eaLnBrk="1" latinLnBrk="0" hangingPunct="1">
                        <a:defRPr sz="1800" kern="1200">
                          <a:solidFill>
                            <a:schemeClr val="dk1"/>
                          </a:solidFill>
                          <a:latin typeface="굴림"/>
                          <a:ea typeface="굴림"/>
                          <a:cs typeface="Tahoma"/>
                        </a:defRPr>
                      </a:lvl2pPr>
                      <a:lvl3pPr marL="914400" algn="l" defTabSz="914400" rtl="0" eaLnBrk="1" latinLnBrk="0" hangingPunct="1">
                        <a:defRPr sz="1800" kern="1200">
                          <a:solidFill>
                            <a:schemeClr val="dk1"/>
                          </a:solidFill>
                          <a:latin typeface="굴림"/>
                          <a:ea typeface="굴림"/>
                          <a:cs typeface="Tahoma"/>
                        </a:defRPr>
                      </a:lvl3pPr>
                      <a:lvl4pPr marL="1371600" algn="l" defTabSz="914400" rtl="0" eaLnBrk="1" latinLnBrk="0" hangingPunct="1">
                        <a:defRPr sz="1800" kern="1200">
                          <a:solidFill>
                            <a:schemeClr val="dk1"/>
                          </a:solidFill>
                          <a:latin typeface="굴림"/>
                          <a:ea typeface="굴림"/>
                          <a:cs typeface="Tahoma"/>
                        </a:defRPr>
                      </a:lvl4pPr>
                      <a:lvl5pPr marL="1828800" algn="l" defTabSz="914400" rtl="0" eaLnBrk="1" latinLnBrk="0" hangingPunct="1">
                        <a:defRPr sz="1800" kern="1200">
                          <a:solidFill>
                            <a:schemeClr val="dk1"/>
                          </a:solidFill>
                          <a:latin typeface="굴림"/>
                          <a:ea typeface="굴림"/>
                          <a:cs typeface="Tahoma"/>
                        </a:defRPr>
                      </a:lvl5pPr>
                      <a:lvl6pPr marL="2286000" algn="l" defTabSz="914400" rtl="0" eaLnBrk="1" latinLnBrk="0" hangingPunct="1">
                        <a:defRPr sz="1800" kern="1200">
                          <a:solidFill>
                            <a:schemeClr val="dk1"/>
                          </a:solidFill>
                          <a:latin typeface="굴림"/>
                          <a:ea typeface="굴림"/>
                          <a:cs typeface="Tahoma"/>
                        </a:defRPr>
                      </a:lvl6pPr>
                      <a:lvl7pPr marL="2743200" algn="l" defTabSz="914400" rtl="0" eaLnBrk="1" latinLnBrk="0" hangingPunct="1">
                        <a:defRPr sz="1800" kern="1200">
                          <a:solidFill>
                            <a:schemeClr val="dk1"/>
                          </a:solidFill>
                          <a:latin typeface="굴림"/>
                          <a:ea typeface="굴림"/>
                          <a:cs typeface="Tahoma"/>
                        </a:defRPr>
                      </a:lvl7pPr>
                      <a:lvl8pPr marL="3200400" algn="l" defTabSz="914400" rtl="0" eaLnBrk="1" latinLnBrk="0" hangingPunct="1">
                        <a:defRPr sz="1800" kern="1200">
                          <a:solidFill>
                            <a:schemeClr val="dk1"/>
                          </a:solidFill>
                          <a:latin typeface="굴림"/>
                          <a:ea typeface="굴림"/>
                          <a:cs typeface="Tahoma"/>
                        </a:defRPr>
                      </a:lvl8pPr>
                      <a:lvl9pPr marL="3657600" algn="l" defTabSz="914400" rtl="0" eaLnBrk="1" latinLnBrk="0" hangingPunct="1">
                        <a:defRPr sz="1800" kern="1200">
                          <a:solidFill>
                            <a:schemeClr val="dk1"/>
                          </a:solidFill>
                          <a:latin typeface="굴림"/>
                          <a:ea typeface="굴림"/>
                          <a:cs typeface="Tahoma"/>
                        </a:defRPr>
                      </a:lvl9pPr>
                    </a:lstStyle>
                    <a:p>
                      <a:endParaRPr lang="zh-CN" altLang="en-US" sz="2800" dirty="0">
                        <a:solidFill>
                          <a:srgbClr val="000000"/>
                        </a:solidFill>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dk1"/>
                          </a:solidFill>
                          <a:latin typeface="굴림"/>
                          <a:ea typeface="굴림"/>
                          <a:cs typeface="Tahoma"/>
                        </a:defRPr>
                      </a:lvl1pPr>
                      <a:lvl2pPr marL="457200" algn="l" defTabSz="914400" rtl="0" eaLnBrk="1" latinLnBrk="0" hangingPunct="1">
                        <a:defRPr sz="1800" kern="1200">
                          <a:solidFill>
                            <a:schemeClr val="dk1"/>
                          </a:solidFill>
                          <a:latin typeface="굴림"/>
                          <a:ea typeface="굴림"/>
                          <a:cs typeface="Tahoma"/>
                        </a:defRPr>
                      </a:lvl2pPr>
                      <a:lvl3pPr marL="914400" algn="l" defTabSz="914400" rtl="0" eaLnBrk="1" latinLnBrk="0" hangingPunct="1">
                        <a:defRPr sz="1800" kern="1200">
                          <a:solidFill>
                            <a:schemeClr val="dk1"/>
                          </a:solidFill>
                          <a:latin typeface="굴림"/>
                          <a:ea typeface="굴림"/>
                          <a:cs typeface="Tahoma"/>
                        </a:defRPr>
                      </a:lvl3pPr>
                      <a:lvl4pPr marL="1371600" algn="l" defTabSz="914400" rtl="0" eaLnBrk="1" latinLnBrk="0" hangingPunct="1">
                        <a:defRPr sz="1800" kern="1200">
                          <a:solidFill>
                            <a:schemeClr val="dk1"/>
                          </a:solidFill>
                          <a:latin typeface="굴림"/>
                          <a:ea typeface="굴림"/>
                          <a:cs typeface="Tahoma"/>
                        </a:defRPr>
                      </a:lvl4pPr>
                      <a:lvl5pPr marL="1828800" algn="l" defTabSz="914400" rtl="0" eaLnBrk="1" latinLnBrk="0" hangingPunct="1">
                        <a:defRPr sz="1800" kern="1200">
                          <a:solidFill>
                            <a:schemeClr val="dk1"/>
                          </a:solidFill>
                          <a:latin typeface="굴림"/>
                          <a:ea typeface="굴림"/>
                          <a:cs typeface="Tahoma"/>
                        </a:defRPr>
                      </a:lvl5pPr>
                      <a:lvl6pPr marL="2286000" algn="l" defTabSz="914400" rtl="0" eaLnBrk="1" latinLnBrk="0" hangingPunct="1">
                        <a:defRPr sz="1800" kern="1200">
                          <a:solidFill>
                            <a:schemeClr val="dk1"/>
                          </a:solidFill>
                          <a:latin typeface="굴림"/>
                          <a:ea typeface="굴림"/>
                          <a:cs typeface="Tahoma"/>
                        </a:defRPr>
                      </a:lvl6pPr>
                      <a:lvl7pPr marL="2743200" algn="l" defTabSz="914400" rtl="0" eaLnBrk="1" latinLnBrk="0" hangingPunct="1">
                        <a:defRPr sz="1800" kern="1200">
                          <a:solidFill>
                            <a:schemeClr val="dk1"/>
                          </a:solidFill>
                          <a:latin typeface="굴림"/>
                          <a:ea typeface="굴림"/>
                          <a:cs typeface="Tahoma"/>
                        </a:defRPr>
                      </a:lvl7pPr>
                      <a:lvl8pPr marL="3200400" algn="l" defTabSz="914400" rtl="0" eaLnBrk="1" latinLnBrk="0" hangingPunct="1">
                        <a:defRPr sz="1800" kern="1200">
                          <a:solidFill>
                            <a:schemeClr val="dk1"/>
                          </a:solidFill>
                          <a:latin typeface="굴림"/>
                          <a:ea typeface="굴림"/>
                          <a:cs typeface="Tahoma"/>
                        </a:defRPr>
                      </a:lvl8pPr>
                      <a:lvl9pPr marL="3657600" algn="l" defTabSz="914400" rtl="0" eaLnBrk="1" latinLnBrk="0" hangingPunct="1">
                        <a:defRPr sz="1800" kern="1200">
                          <a:solidFill>
                            <a:schemeClr val="dk1"/>
                          </a:solidFill>
                          <a:latin typeface="굴림"/>
                          <a:ea typeface="굴림"/>
                          <a:cs typeface="Tahoma"/>
                        </a:defRPr>
                      </a:lvl9pPr>
                    </a:lstStyle>
                    <a:p>
                      <a:pPr algn="ctr"/>
                      <a:endParaRPr lang="zh-CN" altLang="en-US" sz="2800" dirty="0">
                        <a:solidFill>
                          <a:srgbClr val="000000"/>
                        </a:solidFill>
                      </a:endParaRPr>
                    </a:p>
                  </a:txBody>
                  <a:tcPr>
                    <a:lnL w="12700" cap="flat" cmpd="sng" algn="ctr">
                      <a:noFill/>
                      <a:prstDash val="solid"/>
                      <a:round/>
                      <a:headEnd type="none" w="med" len="med"/>
                      <a:tailEnd type="none" w="med" len="med"/>
                    </a:lnL>
                    <a:lnR w="12700" cmpd="sng">
                      <a:noFill/>
                    </a:lnR>
                    <a:lnT w="127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10006"/>
                  </a:ext>
                </a:extLst>
              </a:tr>
            </a:tbl>
          </a:graphicData>
        </a:graphic>
      </p:graphicFrame>
      <mc:AlternateContent xmlns:mc="http://schemas.openxmlformats.org/markup-compatibility/2006" xmlns:a14="http://schemas.microsoft.com/office/drawing/2010/main">
        <mc:Choice Requires="a14">
          <p:sp>
            <p:nvSpPr>
              <p:cNvPr id="3" name="文本框 2">
                <a:extLst>
                  <a:ext uri="{FF2B5EF4-FFF2-40B4-BE49-F238E27FC236}">
                    <a16:creationId xmlns:a16="http://schemas.microsoft.com/office/drawing/2014/main" id="{416F0D5E-1D5B-CE1E-5A92-C0B828647BFC}"/>
                  </a:ext>
                </a:extLst>
              </p:cNvPr>
              <p:cNvSpPr txBox="1"/>
              <p:nvPr/>
            </p:nvSpPr>
            <p:spPr>
              <a:xfrm>
                <a:off x="419100" y="5105400"/>
                <a:ext cx="8305800" cy="1213730"/>
              </a:xfrm>
              <a:prstGeom prst="rect">
                <a:avLst/>
              </a:prstGeom>
              <a:noFill/>
            </p:spPr>
            <p:txBody>
              <a:bodyPr wrap="square">
                <a:spAutoFit/>
              </a:bodyPr>
              <a:lstStyle/>
              <a:p>
                <a:pPr eaLnBrk="1">
                  <a:lnSpc>
                    <a:spcPct val="120000"/>
                  </a:lnSpc>
                </a:pPr>
                <a:r>
                  <a:rPr lang="zh-CN" altLang="en-US" sz="3200" dirty="0">
                    <a:solidFill>
                      <a:srgbClr val="000000"/>
                    </a:solidFill>
                    <a:latin typeface="+mn-ea"/>
                    <a:ea typeface="+mn-ea"/>
                  </a:rPr>
                  <a:t>因此，当允许重复时，</a:t>
                </a:r>
                <a14:m>
                  <m:oMath xmlns:m="http://schemas.openxmlformats.org/officeDocument/2006/math">
                    <m:r>
                      <a:rPr lang="en-US" altLang="zh-CN" sz="3200" i="1" dirty="0" smtClean="0">
                        <a:solidFill>
                          <a:srgbClr val="000000"/>
                        </a:solidFill>
                        <a:latin typeface="Cambria Math" panose="02040503050406030204" pitchFamily="18" charset="0"/>
                        <a:ea typeface="+mn-ea"/>
                      </a:rPr>
                      <m:t>𝑛</m:t>
                    </m:r>
                  </m:oMath>
                </a14:m>
                <a:r>
                  <a:rPr lang="zh-CN" altLang="en-US" sz="3200" dirty="0">
                    <a:solidFill>
                      <a:srgbClr val="000000"/>
                    </a:solidFill>
                    <a:latin typeface="+mn-ea"/>
                    <a:ea typeface="+mn-ea"/>
                  </a:rPr>
                  <a:t>元素集合的每个</a:t>
                </a:r>
                <a14:m>
                  <m:oMath xmlns:m="http://schemas.openxmlformats.org/officeDocument/2006/math">
                    <m:r>
                      <a:rPr lang="en-US" altLang="zh-CN" sz="3200" i="1" dirty="0" smtClean="0">
                        <a:solidFill>
                          <a:srgbClr val="000000"/>
                        </a:solidFill>
                        <a:latin typeface="Cambria Math" panose="02040503050406030204" pitchFamily="18" charset="0"/>
                        <a:ea typeface="+mn-ea"/>
                      </a:rPr>
                      <m:t>𝑟</m:t>
                    </m:r>
                  </m:oMath>
                </a14:m>
                <a:r>
                  <a:rPr lang="zh-CN" altLang="en-US" sz="3200" dirty="0">
                    <a:solidFill>
                      <a:srgbClr val="000000"/>
                    </a:solidFill>
                    <a:latin typeface="+mn-ea"/>
                    <a:ea typeface="+mn-ea"/>
                  </a:rPr>
                  <a:t>组合可以用</a:t>
                </a:r>
                <a14:m>
                  <m:oMath xmlns:m="http://schemas.openxmlformats.org/officeDocument/2006/math">
                    <m:r>
                      <a:rPr lang="en-US" altLang="zh-CN" sz="3200" i="1" dirty="0" smtClean="0">
                        <a:solidFill>
                          <a:srgbClr val="000000"/>
                        </a:solidFill>
                        <a:latin typeface="Cambria Math" panose="02040503050406030204" pitchFamily="18" charset="0"/>
                        <a:ea typeface="+mn-ea"/>
                      </a:rPr>
                      <m:t>𝑛</m:t>
                    </m:r>
                    <m:r>
                      <a:rPr lang="en-US" altLang="zh-CN" sz="3200" b="0" i="1" dirty="0" smtClean="0">
                        <a:solidFill>
                          <a:srgbClr val="000000"/>
                        </a:solidFill>
                        <a:latin typeface="Cambria Math" panose="02040503050406030204" pitchFamily="18" charset="0"/>
                        <a:ea typeface="+mn-ea"/>
                      </a:rPr>
                      <m:t>−</m:t>
                    </m:r>
                    <m:r>
                      <a:rPr lang="en-US" altLang="zh-CN" sz="3200" i="1" dirty="0">
                        <a:solidFill>
                          <a:srgbClr val="000000"/>
                        </a:solidFill>
                        <a:latin typeface="Cambria Math" panose="02040503050406030204" pitchFamily="18" charset="0"/>
                        <a:ea typeface="+mn-ea"/>
                      </a:rPr>
                      <m:t>1</m:t>
                    </m:r>
                  </m:oMath>
                </a14:m>
                <a:r>
                  <a:rPr lang="zh-CN" altLang="en-US" sz="3200" dirty="0">
                    <a:solidFill>
                      <a:srgbClr val="000000"/>
                    </a:solidFill>
                    <a:latin typeface="+mn-ea"/>
                    <a:ea typeface="+mn-ea"/>
                  </a:rPr>
                  <a:t>条竖线和</a:t>
                </a:r>
                <a14:m>
                  <m:oMath xmlns:m="http://schemas.openxmlformats.org/officeDocument/2006/math">
                    <m:r>
                      <a:rPr lang="en-US" altLang="zh-CN" sz="3200" i="1" dirty="0" smtClean="0">
                        <a:solidFill>
                          <a:srgbClr val="000000"/>
                        </a:solidFill>
                        <a:latin typeface="Cambria Math" panose="02040503050406030204" pitchFamily="18" charset="0"/>
                        <a:ea typeface="+mn-ea"/>
                      </a:rPr>
                      <m:t>𝑟</m:t>
                    </m:r>
                  </m:oMath>
                </a14:m>
                <a:r>
                  <a:rPr lang="zh-CN" altLang="en-US" sz="3200" dirty="0">
                    <a:solidFill>
                      <a:srgbClr val="000000"/>
                    </a:solidFill>
                    <a:latin typeface="+mn-ea"/>
                    <a:ea typeface="+mn-ea"/>
                  </a:rPr>
                  <a:t>颗星的列表来表示。</a:t>
                </a:r>
                <a:endParaRPr lang="en-US" altLang="zh-CN" sz="3200" dirty="0">
                  <a:solidFill>
                    <a:srgbClr val="000000"/>
                  </a:solidFill>
                  <a:latin typeface="+mn-ea"/>
                  <a:ea typeface="+mn-ea"/>
                </a:endParaRPr>
              </a:p>
            </p:txBody>
          </p:sp>
        </mc:Choice>
        <mc:Fallback xmlns="">
          <p:sp>
            <p:nvSpPr>
              <p:cNvPr id="3" name="文本框 2">
                <a:extLst>
                  <a:ext uri="{FF2B5EF4-FFF2-40B4-BE49-F238E27FC236}">
                    <a16:creationId xmlns:a16="http://schemas.microsoft.com/office/drawing/2014/main" id="{416F0D5E-1D5B-CE1E-5A92-C0B828647BFC}"/>
                  </a:ext>
                </a:extLst>
              </p:cNvPr>
              <p:cNvSpPr txBox="1">
                <a:spLocks noRot="1" noChangeAspect="1" noMove="1" noResize="1" noEditPoints="1" noAdjustHandles="1" noChangeArrowheads="1" noChangeShapeType="1" noTextEdit="1"/>
              </p:cNvSpPr>
              <p:nvPr/>
            </p:nvSpPr>
            <p:spPr>
              <a:xfrm>
                <a:off x="419100" y="5105400"/>
                <a:ext cx="8305800" cy="1213730"/>
              </a:xfrm>
              <a:prstGeom prst="rect">
                <a:avLst/>
              </a:prstGeom>
              <a:blipFill>
                <a:blip r:embed="rId4"/>
                <a:stretch>
                  <a:fillRect l="-1909" t="-5025" r="-1322" b="-13568"/>
                </a:stretch>
              </a:blipFill>
            </p:spPr>
            <p:txBody>
              <a:bodyPr/>
              <a:lstStyle/>
              <a:p>
                <a:r>
                  <a:rPr lang="zh-CN" altLang="en-US">
                    <a:noFill/>
                  </a:rPr>
                  <a:t> </a:t>
                </a:r>
              </a:p>
            </p:txBody>
          </p:sp>
        </mc:Fallback>
      </mc:AlternateContent>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4" name="Rectangle 2">
            <a:extLst>
              <a:ext uri="{FF2B5EF4-FFF2-40B4-BE49-F238E27FC236}">
                <a16:creationId xmlns:a16="http://schemas.microsoft.com/office/drawing/2014/main" id="{1990F0A6-1404-9E81-0052-CFE8146035A9}"/>
              </a:ext>
            </a:extLst>
          </p:cNvPr>
          <p:cNvSpPr>
            <a:spLocks noGrp="1" noChangeArrowheads="1"/>
          </p:cNvSpPr>
          <p:nvPr>
            <p:ph type="body" idx="1"/>
          </p:nvPr>
        </p:nvSpPr>
        <p:spPr>
          <a:xfrm>
            <a:off x="228600" y="144463"/>
            <a:ext cx="6172200" cy="609600"/>
          </a:xfrm>
        </p:spPr>
        <p:txBody>
          <a:bodyPr/>
          <a:lstStyle/>
          <a:p>
            <a:pPr eaLnBrk="1" hangingPunct="1">
              <a:buFontTx/>
              <a:buNone/>
            </a:pPr>
            <a:r>
              <a:rPr lang="en-US" altLang="zh-CN"/>
              <a:t>2 </a:t>
            </a:r>
            <a:r>
              <a:rPr lang="zh-CN" altLang="en-US"/>
              <a:t>排列与组合（续）</a:t>
            </a:r>
            <a:endParaRPr lang="en-US" altLang="zh-CN"/>
          </a:p>
        </p:txBody>
      </p:sp>
      <mc:AlternateContent xmlns:mc="http://schemas.openxmlformats.org/markup-compatibility/2006" xmlns:a14="http://schemas.microsoft.com/office/drawing/2010/main">
        <mc:Choice Requires="a14">
          <p:sp>
            <p:nvSpPr>
              <p:cNvPr id="3" name="内容占位符 2">
                <a:extLst>
                  <a:ext uri="{FF2B5EF4-FFF2-40B4-BE49-F238E27FC236}">
                    <a16:creationId xmlns:a16="http://schemas.microsoft.com/office/drawing/2014/main" id="{75A62F09-6405-7639-E72C-921797F956C6}"/>
                  </a:ext>
                </a:extLst>
              </p:cNvPr>
              <p:cNvSpPr txBox="1">
                <a:spLocks/>
              </p:cNvSpPr>
              <p:nvPr/>
            </p:nvSpPr>
            <p:spPr bwMode="auto">
              <a:xfrm>
                <a:off x="285750" y="801461"/>
                <a:ext cx="8572500" cy="5446939"/>
              </a:xfrm>
              <a:prstGeom prst="rect">
                <a:avLst/>
              </a:prstGeom>
              <a:noFill/>
              <a:ln>
                <a:noFill/>
              </a:ln>
              <a:extLst>
                <a:ext uri="{909E8E84-426E-40DD-AFC4-6F175D3DCCD1}">
                  <a14:hiddenFill>
                    <a:solidFill>
                      <a:srgbClr val="FFFFFF"/>
                    </a:solidFill>
                  </a14:hiddenFill>
                </a:ext>
                <a:ext uri="{91240B29-F687-4F45-9708-019B960494DF}">
                  <a14:hiddenLine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vl6pPr marL="2514600" indent="-228600" algn="l" rtl="0" fontAlgn="base">
                  <a:spcBef>
                    <a:spcPct val="20000"/>
                  </a:spcBef>
                  <a:spcAft>
                    <a:spcPct val="0"/>
                  </a:spcAft>
                  <a:buChar char="»"/>
                  <a:defRPr sz="2000">
                    <a:solidFill>
                      <a:schemeClr val="tx1"/>
                    </a:solidFill>
                    <a:latin typeface="+mn-lt"/>
                    <a:ea typeface="+mn-ea"/>
                  </a:defRPr>
                </a:lvl6pPr>
                <a:lvl7pPr marL="2971800" indent="-228600" algn="l" rtl="0" fontAlgn="base">
                  <a:spcBef>
                    <a:spcPct val="20000"/>
                  </a:spcBef>
                  <a:spcAft>
                    <a:spcPct val="0"/>
                  </a:spcAft>
                  <a:buChar char="»"/>
                  <a:defRPr sz="2000">
                    <a:solidFill>
                      <a:schemeClr val="tx1"/>
                    </a:solidFill>
                    <a:latin typeface="+mn-lt"/>
                    <a:ea typeface="+mn-ea"/>
                  </a:defRPr>
                </a:lvl7pPr>
                <a:lvl8pPr marL="3429000" indent="-228600" algn="l" rtl="0" fontAlgn="base">
                  <a:spcBef>
                    <a:spcPct val="20000"/>
                  </a:spcBef>
                  <a:spcAft>
                    <a:spcPct val="0"/>
                  </a:spcAft>
                  <a:buChar char="»"/>
                  <a:defRPr sz="2000">
                    <a:solidFill>
                      <a:schemeClr val="tx1"/>
                    </a:solidFill>
                    <a:latin typeface="+mn-lt"/>
                    <a:ea typeface="+mn-ea"/>
                  </a:defRPr>
                </a:lvl8pPr>
                <a:lvl9pPr marL="3886200" indent="-228600" algn="l" rtl="0" fontAlgn="base">
                  <a:spcBef>
                    <a:spcPct val="20000"/>
                  </a:spcBef>
                  <a:spcAft>
                    <a:spcPct val="0"/>
                  </a:spcAft>
                  <a:buChar char="»"/>
                  <a:defRPr sz="2000">
                    <a:solidFill>
                      <a:schemeClr val="tx1"/>
                    </a:solidFill>
                    <a:latin typeface="+mn-lt"/>
                    <a:ea typeface="+mn-ea"/>
                  </a:defRPr>
                </a:lvl9pPr>
              </a:lstStyle>
              <a:p>
                <a:pPr marL="0" indent="0" eaLnBrk="1">
                  <a:lnSpc>
                    <a:spcPct val="110000"/>
                  </a:lnSpc>
                  <a:buNone/>
                </a:pPr>
                <a:r>
                  <a:rPr lang="zh-CN" altLang="en-US" b="1" dirty="0">
                    <a:solidFill>
                      <a:srgbClr val="000000"/>
                    </a:solidFill>
                    <a:latin typeface="+mn-ea"/>
                  </a:rPr>
                  <a:t>例子</a:t>
                </a:r>
                <a:r>
                  <a:rPr lang="en-US" altLang="zh-CN" b="1" dirty="0">
                    <a:solidFill>
                      <a:srgbClr val="000000"/>
                    </a:solidFill>
                    <a:latin typeface="+mn-ea"/>
                  </a:rPr>
                  <a:t>7 </a:t>
                </a:r>
                <a:r>
                  <a:rPr lang="zh-CN" altLang="en-US" dirty="0">
                    <a:solidFill>
                      <a:srgbClr val="000000"/>
                    </a:solidFill>
                    <a:latin typeface="+mn-ea"/>
                  </a:rPr>
                  <a:t>方程</a:t>
                </a:r>
                <a:endParaRPr lang="en-US" altLang="zh-CN" dirty="0">
                  <a:solidFill>
                    <a:srgbClr val="000000"/>
                  </a:solidFill>
                  <a:latin typeface="+mn-ea"/>
                </a:endParaRPr>
              </a:p>
              <a:p>
                <a:pPr marL="0" indent="0" eaLnBrk="1">
                  <a:lnSpc>
                    <a:spcPct val="110000"/>
                  </a:lnSpc>
                  <a:buNone/>
                </a:pPr>
                <a14:m>
                  <m:oMathPara xmlns:m="http://schemas.openxmlformats.org/officeDocument/2006/math">
                    <m:oMathParaPr>
                      <m:jc m:val="centerGroup"/>
                    </m:oMathParaPr>
                    <m:oMath xmlns:m="http://schemas.openxmlformats.org/officeDocument/2006/math">
                      <m:sSub>
                        <m:sSubPr>
                          <m:ctrlPr>
                            <a:rPr lang="en-US" altLang="zh-CN" i="1">
                              <a:solidFill>
                                <a:srgbClr val="000000"/>
                              </a:solidFill>
                              <a:latin typeface="Cambria Math" panose="02040503050406030204" pitchFamily="18" charset="0"/>
                            </a:rPr>
                          </m:ctrlPr>
                        </m:sSubPr>
                        <m:e>
                          <m:r>
                            <a:rPr lang="en-US" altLang="zh-CN" i="1">
                              <a:solidFill>
                                <a:srgbClr val="000000"/>
                              </a:solidFill>
                              <a:latin typeface="Cambria Math" panose="02040503050406030204" pitchFamily="18" charset="0"/>
                            </a:rPr>
                            <m:t>𝑥</m:t>
                          </m:r>
                        </m:e>
                        <m:sub>
                          <m:r>
                            <a:rPr lang="en-US" altLang="zh-CN" i="1">
                              <a:solidFill>
                                <a:srgbClr val="000000"/>
                              </a:solidFill>
                              <a:latin typeface="Cambria Math" panose="02040503050406030204" pitchFamily="18" charset="0"/>
                            </a:rPr>
                            <m:t>1</m:t>
                          </m:r>
                        </m:sub>
                      </m:sSub>
                      <m:r>
                        <a:rPr lang="en-US" altLang="zh-CN" i="1">
                          <a:solidFill>
                            <a:srgbClr val="000000"/>
                          </a:solidFill>
                          <a:latin typeface="Cambria Math" panose="02040503050406030204" pitchFamily="18" charset="0"/>
                        </a:rPr>
                        <m:t>+</m:t>
                      </m:r>
                      <m:sSub>
                        <m:sSubPr>
                          <m:ctrlPr>
                            <a:rPr lang="en-US" altLang="zh-CN" i="1">
                              <a:solidFill>
                                <a:srgbClr val="000000"/>
                              </a:solidFill>
                              <a:latin typeface="Cambria Math" panose="02040503050406030204" pitchFamily="18" charset="0"/>
                            </a:rPr>
                          </m:ctrlPr>
                        </m:sSubPr>
                        <m:e>
                          <m:r>
                            <a:rPr lang="en-US" altLang="zh-CN" i="1">
                              <a:solidFill>
                                <a:srgbClr val="000000"/>
                              </a:solidFill>
                              <a:latin typeface="Cambria Math" panose="02040503050406030204" pitchFamily="18" charset="0"/>
                            </a:rPr>
                            <m:t>𝑥</m:t>
                          </m:r>
                        </m:e>
                        <m:sub>
                          <m:r>
                            <a:rPr lang="en-US" altLang="zh-CN" i="1">
                              <a:solidFill>
                                <a:srgbClr val="000000"/>
                              </a:solidFill>
                              <a:latin typeface="Cambria Math" panose="02040503050406030204" pitchFamily="18" charset="0"/>
                            </a:rPr>
                            <m:t>2</m:t>
                          </m:r>
                        </m:sub>
                      </m:sSub>
                      <m:r>
                        <a:rPr lang="en-US" altLang="zh-CN" i="1">
                          <a:solidFill>
                            <a:srgbClr val="000000"/>
                          </a:solidFill>
                          <a:latin typeface="Cambria Math" panose="02040503050406030204" pitchFamily="18" charset="0"/>
                        </a:rPr>
                        <m:t>+</m:t>
                      </m:r>
                      <m:sSub>
                        <m:sSubPr>
                          <m:ctrlPr>
                            <a:rPr lang="en-US" altLang="zh-CN" i="1">
                              <a:solidFill>
                                <a:srgbClr val="000000"/>
                              </a:solidFill>
                              <a:latin typeface="Cambria Math" panose="02040503050406030204" pitchFamily="18" charset="0"/>
                            </a:rPr>
                          </m:ctrlPr>
                        </m:sSubPr>
                        <m:e>
                          <m:r>
                            <a:rPr lang="en-US" altLang="zh-CN" i="1">
                              <a:solidFill>
                                <a:srgbClr val="000000"/>
                              </a:solidFill>
                              <a:latin typeface="Cambria Math" panose="02040503050406030204" pitchFamily="18" charset="0"/>
                            </a:rPr>
                            <m:t>𝑥</m:t>
                          </m:r>
                        </m:e>
                        <m:sub>
                          <m:r>
                            <a:rPr lang="en-US" altLang="zh-CN" i="1">
                              <a:solidFill>
                                <a:srgbClr val="000000"/>
                              </a:solidFill>
                              <a:latin typeface="Cambria Math" panose="02040503050406030204" pitchFamily="18" charset="0"/>
                            </a:rPr>
                            <m:t>3</m:t>
                          </m:r>
                        </m:sub>
                      </m:sSub>
                      <m:r>
                        <a:rPr lang="en-US" altLang="zh-CN" i="1">
                          <a:solidFill>
                            <a:srgbClr val="000000"/>
                          </a:solidFill>
                          <a:latin typeface="Cambria Math" panose="02040503050406030204" pitchFamily="18" charset="0"/>
                        </a:rPr>
                        <m:t>=11</m:t>
                      </m:r>
                    </m:oMath>
                  </m:oMathPara>
                </a14:m>
                <a:endParaRPr lang="en-US" altLang="zh-CN" dirty="0">
                  <a:solidFill>
                    <a:srgbClr val="000000"/>
                  </a:solidFill>
                  <a:latin typeface="+mn-ea"/>
                </a:endParaRPr>
              </a:p>
              <a:p>
                <a:pPr marL="0" indent="0" eaLnBrk="1">
                  <a:lnSpc>
                    <a:spcPct val="110000"/>
                  </a:lnSpc>
                  <a:buNone/>
                </a:pPr>
                <a:r>
                  <a:rPr lang="zh-CN" altLang="en-US" dirty="0">
                    <a:solidFill>
                      <a:srgbClr val="000000"/>
                    </a:solidFill>
                    <a:latin typeface="+mn-ea"/>
                  </a:rPr>
                  <a:t>有多少个非负整数解？</a:t>
                </a:r>
                <a:endParaRPr lang="en-US" altLang="zh-CN" dirty="0">
                  <a:solidFill>
                    <a:srgbClr val="000000"/>
                  </a:solidFill>
                  <a:latin typeface="+mn-ea"/>
                </a:endParaRPr>
              </a:p>
              <a:p>
                <a:pPr marL="0" indent="0" eaLnBrk="1">
                  <a:lnSpc>
                    <a:spcPct val="130000"/>
                  </a:lnSpc>
                  <a:spcBef>
                    <a:spcPts val="1200"/>
                  </a:spcBef>
                  <a:buNone/>
                </a:pPr>
                <a:r>
                  <a:rPr lang="zh-CN" altLang="en-US" dirty="0">
                    <a:solidFill>
                      <a:srgbClr val="000000"/>
                    </a:solidFill>
                    <a:latin typeface="+mn-ea"/>
                  </a:rPr>
                  <a:t>解的个数等于</a:t>
                </a:r>
                <a14:m>
                  <m:oMath xmlns:m="http://schemas.openxmlformats.org/officeDocument/2006/math">
                    <m:r>
                      <a:rPr lang="en-US" altLang="zh-CN" b="0" i="1" smtClean="0">
                        <a:solidFill>
                          <a:srgbClr val="000000"/>
                        </a:solidFill>
                        <a:latin typeface="Cambria Math" panose="02040503050406030204" pitchFamily="18" charset="0"/>
                      </a:rPr>
                      <m:t>𝑛</m:t>
                    </m:r>
                    <m:r>
                      <a:rPr lang="en-US" altLang="zh-CN" b="0" i="0" smtClean="0">
                        <a:solidFill>
                          <a:srgbClr val="000000"/>
                        </a:solidFill>
                        <a:latin typeface="Cambria Math" panose="02040503050406030204" pitchFamily="18" charset="0"/>
                      </a:rPr>
                      <m:t>=</m:t>
                    </m:r>
                    <m:r>
                      <a:rPr lang="en-US" altLang="zh-CN" b="0" i="1" smtClean="0">
                        <a:solidFill>
                          <a:srgbClr val="000000"/>
                        </a:solidFill>
                        <a:latin typeface="Cambria Math" panose="02040503050406030204" pitchFamily="18" charset="0"/>
                      </a:rPr>
                      <m:t>3</m:t>
                    </m:r>
                  </m:oMath>
                </a14:m>
                <a:r>
                  <a:rPr lang="zh-CN" altLang="en-US" dirty="0">
                    <a:solidFill>
                      <a:srgbClr val="000000"/>
                    </a:solidFill>
                    <a:latin typeface="+mn-ea"/>
                  </a:rPr>
                  <a:t>元素集合，允许重复的</a:t>
                </a:r>
                <a14:m>
                  <m:oMath xmlns:m="http://schemas.openxmlformats.org/officeDocument/2006/math">
                    <m:r>
                      <a:rPr lang="en-US" altLang="zh-CN" b="0" i="1" smtClean="0">
                        <a:solidFill>
                          <a:srgbClr val="000000"/>
                        </a:solidFill>
                        <a:latin typeface="Cambria Math" panose="02040503050406030204" pitchFamily="18" charset="0"/>
                      </a:rPr>
                      <m:t>𝑟</m:t>
                    </m:r>
                    <m:r>
                      <a:rPr lang="en-US" altLang="zh-CN" b="0" i="0" smtClean="0">
                        <a:solidFill>
                          <a:srgbClr val="000000"/>
                        </a:solidFill>
                        <a:latin typeface="Cambria Math" panose="02040503050406030204" pitchFamily="18" charset="0"/>
                      </a:rPr>
                      <m:t>=</m:t>
                    </m:r>
                    <m:r>
                      <a:rPr lang="en-US" altLang="zh-CN" i="1">
                        <a:solidFill>
                          <a:srgbClr val="000000"/>
                        </a:solidFill>
                        <a:latin typeface="Cambria Math" panose="02040503050406030204" pitchFamily="18" charset="0"/>
                      </a:rPr>
                      <m:t>11</m:t>
                    </m:r>
                  </m:oMath>
                </a14:m>
                <a:r>
                  <a:rPr lang="zh-CN" altLang="en-US" dirty="0">
                    <a:solidFill>
                      <a:srgbClr val="000000"/>
                    </a:solidFill>
                    <a:latin typeface="+mn-ea"/>
                  </a:rPr>
                  <a:t>组合数。由定理</a:t>
                </a:r>
                <a:r>
                  <a:rPr lang="en-US" altLang="zh-CN" dirty="0">
                    <a:solidFill>
                      <a:srgbClr val="000000"/>
                    </a:solidFill>
                    <a:latin typeface="+mn-ea"/>
                  </a:rPr>
                  <a:t>3</a:t>
                </a:r>
                <a:r>
                  <a:rPr lang="zh-CN" altLang="en-US" dirty="0">
                    <a:solidFill>
                      <a:srgbClr val="000000"/>
                    </a:solidFill>
                    <a:latin typeface="+mn-ea"/>
                  </a:rPr>
                  <a:t>知，存在解的个数为</a:t>
                </a:r>
                <a:endParaRPr lang="en-US" altLang="zh-CN" b="1" i="1" dirty="0">
                  <a:solidFill>
                    <a:srgbClr val="000000"/>
                  </a:solidFill>
                  <a:latin typeface="+mn-ea"/>
                </a:endParaRPr>
              </a:p>
              <a:p>
                <a:pPr marL="0" indent="0" eaLnBrk="1">
                  <a:lnSpc>
                    <a:spcPct val="130000"/>
                  </a:lnSpc>
                  <a:spcBef>
                    <a:spcPts val="1200"/>
                  </a:spcBef>
                  <a:buNone/>
                </a:pPr>
                <a14:m>
                  <m:oMathPara xmlns:m="http://schemas.openxmlformats.org/officeDocument/2006/math">
                    <m:oMathParaPr>
                      <m:jc m:val="centerGroup"/>
                    </m:oMathParaPr>
                    <m:oMath xmlns:m="http://schemas.openxmlformats.org/officeDocument/2006/math">
                      <m:r>
                        <a:rPr kumimoji="1" lang="en-US" altLang="zh-CN" i="1" dirty="0">
                          <a:solidFill>
                            <a:srgbClr val="000000"/>
                          </a:solidFill>
                          <a:latin typeface="Cambria Math"/>
                        </a:rPr>
                        <m:t>𝐶</m:t>
                      </m:r>
                      <m:d>
                        <m:dPr>
                          <m:ctrlPr>
                            <a:rPr kumimoji="1" lang="en-US" altLang="zh-CN" i="1" dirty="0">
                              <a:solidFill>
                                <a:srgbClr val="000000"/>
                              </a:solidFill>
                              <a:latin typeface="Cambria Math" panose="02040503050406030204" pitchFamily="18" charset="0"/>
                            </a:rPr>
                          </m:ctrlPr>
                        </m:dPr>
                        <m:e>
                          <m:r>
                            <a:rPr kumimoji="1" lang="en-US" altLang="zh-CN" i="1" dirty="0">
                              <a:solidFill>
                                <a:srgbClr val="000000"/>
                              </a:solidFill>
                              <a:latin typeface="Cambria Math" panose="02040503050406030204" pitchFamily="18" charset="0"/>
                            </a:rPr>
                            <m:t>𝑛</m:t>
                          </m:r>
                          <m:r>
                            <a:rPr kumimoji="1" lang="en-US" altLang="zh-CN" i="1" dirty="0">
                              <a:solidFill>
                                <a:srgbClr val="000000"/>
                              </a:solidFill>
                              <a:latin typeface="Cambria Math" panose="02040503050406030204" pitchFamily="18" charset="0"/>
                            </a:rPr>
                            <m:t>+</m:t>
                          </m:r>
                          <m:r>
                            <a:rPr kumimoji="1" lang="en-US" altLang="zh-CN" i="1" dirty="0">
                              <a:solidFill>
                                <a:srgbClr val="000000"/>
                              </a:solidFill>
                              <a:latin typeface="Cambria Math" panose="02040503050406030204" pitchFamily="18" charset="0"/>
                            </a:rPr>
                            <m:t>𝑟</m:t>
                          </m:r>
                          <m:r>
                            <a:rPr kumimoji="1" lang="en-US" altLang="zh-CN" i="1" dirty="0">
                              <a:solidFill>
                                <a:srgbClr val="000000"/>
                              </a:solidFill>
                              <a:latin typeface="Cambria Math"/>
                            </a:rPr>
                            <m:t>−1</m:t>
                          </m:r>
                          <m:r>
                            <a:rPr kumimoji="1" lang="zh-CN" altLang="en-US" i="1" dirty="0">
                              <a:solidFill>
                                <a:srgbClr val="000000"/>
                              </a:solidFill>
                              <a:latin typeface="Cambria Math" panose="02040503050406030204" pitchFamily="18" charset="0"/>
                            </a:rPr>
                            <m:t>，</m:t>
                          </m:r>
                          <m:r>
                            <a:rPr kumimoji="1" lang="en-US" altLang="zh-CN" i="1" dirty="0">
                              <a:solidFill>
                                <a:srgbClr val="000000"/>
                              </a:solidFill>
                              <a:latin typeface="Cambria Math" panose="02040503050406030204" pitchFamily="18" charset="0"/>
                            </a:rPr>
                            <m:t>𝑟</m:t>
                          </m:r>
                        </m:e>
                      </m:d>
                      <m:r>
                        <a:rPr kumimoji="1" lang="en-US" altLang="zh-CN" i="1" dirty="0">
                          <a:solidFill>
                            <a:srgbClr val="000000"/>
                          </a:solidFill>
                          <a:latin typeface="Cambria Math" panose="02040503050406030204" pitchFamily="18" charset="0"/>
                        </a:rPr>
                        <m:t>=</m:t>
                      </m:r>
                      <m:r>
                        <a:rPr kumimoji="1" lang="en-US" altLang="zh-CN" i="1" dirty="0">
                          <a:solidFill>
                            <a:srgbClr val="000000"/>
                          </a:solidFill>
                          <a:latin typeface="Cambria Math"/>
                        </a:rPr>
                        <m:t>𝐶</m:t>
                      </m:r>
                      <m:d>
                        <m:dPr>
                          <m:ctrlPr>
                            <a:rPr kumimoji="1" lang="en-US" altLang="zh-CN" i="1" dirty="0">
                              <a:solidFill>
                                <a:srgbClr val="000000"/>
                              </a:solidFill>
                              <a:latin typeface="Cambria Math" panose="02040503050406030204" pitchFamily="18" charset="0"/>
                            </a:rPr>
                          </m:ctrlPr>
                        </m:dPr>
                        <m:e>
                          <m:r>
                            <a:rPr kumimoji="1" lang="en-US" altLang="zh-CN" i="1" dirty="0">
                              <a:solidFill>
                                <a:srgbClr val="000000"/>
                              </a:solidFill>
                              <a:latin typeface="Cambria Math" panose="02040503050406030204" pitchFamily="18" charset="0"/>
                            </a:rPr>
                            <m:t>𝑛</m:t>
                          </m:r>
                          <m:r>
                            <a:rPr kumimoji="1" lang="en-US" altLang="zh-CN" i="1" dirty="0">
                              <a:solidFill>
                                <a:srgbClr val="000000"/>
                              </a:solidFill>
                              <a:latin typeface="Cambria Math" panose="02040503050406030204" pitchFamily="18" charset="0"/>
                            </a:rPr>
                            <m:t>+</m:t>
                          </m:r>
                          <m:r>
                            <a:rPr kumimoji="1" lang="en-US" altLang="zh-CN" i="1" dirty="0">
                              <a:solidFill>
                                <a:srgbClr val="000000"/>
                              </a:solidFill>
                              <a:latin typeface="Cambria Math" panose="02040503050406030204" pitchFamily="18" charset="0"/>
                            </a:rPr>
                            <m:t>𝑟</m:t>
                          </m:r>
                          <m:r>
                            <a:rPr kumimoji="1" lang="en-US" altLang="zh-CN" i="1" dirty="0">
                              <a:solidFill>
                                <a:srgbClr val="000000"/>
                              </a:solidFill>
                              <a:latin typeface="Cambria Math"/>
                            </a:rPr>
                            <m:t>−1</m:t>
                          </m:r>
                          <m:r>
                            <a:rPr kumimoji="1" lang="zh-CN" altLang="en-US" i="1" dirty="0">
                              <a:solidFill>
                                <a:srgbClr val="000000"/>
                              </a:solidFill>
                              <a:latin typeface="Cambria Math" panose="02040503050406030204" pitchFamily="18" charset="0"/>
                            </a:rPr>
                            <m:t>，</m:t>
                          </m:r>
                          <m:r>
                            <a:rPr kumimoji="1" lang="en-US" altLang="zh-CN" i="1" dirty="0">
                              <a:solidFill>
                                <a:srgbClr val="000000"/>
                              </a:solidFill>
                              <a:latin typeface="Cambria Math" panose="02040503050406030204" pitchFamily="18" charset="0"/>
                            </a:rPr>
                            <m:t>𝑛</m:t>
                          </m:r>
                          <m:r>
                            <a:rPr kumimoji="1" lang="en-US" altLang="zh-CN" i="1" dirty="0">
                              <a:solidFill>
                                <a:srgbClr val="000000"/>
                              </a:solidFill>
                              <a:latin typeface="Cambria Math" panose="02040503050406030204" pitchFamily="18" charset="0"/>
                            </a:rPr>
                            <m:t>−1</m:t>
                          </m:r>
                        </m:e>
                      </m:d>
                      <m:r>
                        <a:rPr kumimoji="1" lang="en-US" altLang="zh-CN" b="0" i="1" dirty="0" smtClean="0">
                          <a:solidFill>
                            <a:srgbClr val="000000"/>
                          </a:solidFill>
                          <a:latin typeface="Cambria Math" panose="02040503050406030204" pitchFamily="18" charset="0"/>
                        </a:rPr>
                        <m:t>=</m:t>
                      </m:r>
                      <m:r>
                        <a:rPr lang="en-US" altLang="zh-CN" i="1" dirty="0">
                          <a:solidFill>
                            <a:srgbClr val="000000"/>
                          </a:solidFill>
                          <a:latin typeface="Cambria Math" panose="02040503050406030204" pitchFamily="18" charset="0"/>
                        </a:rPr>
                        <m:t>𝐶</m:t>
                      </m:r>
                      <m:d>
                        <m:dPr>
                          <m:ctrlPr>
                            <a:rPr lang="en-US" altLang="zh-CN" i="1" dirty="0">
                              <a:solidFill>
                                <a:srgbClr val="000000"/>
                              </a:solidFill>
                              <a:latin typeface="Cambria Math" panose="02040503050406030204" pitchFamily="18" charset="0"/>
                            </a:rPr>
                          </m:ctrlPr>
                        </m:dPr>
                        <m:e>
                          <m:r>
                            <a:rPr lang="en-US" altLang="zh-CN" i="1" dirty="0">
                              <a:solidFill>
                                <a:srgbClr val="000000"/>
                              </a:solidFill>
                              <a:latin typeface="Cambria Math" panose="02040503050406030204" pitchFamily="18" charset="0"/>
                            </a:rPr>
                            <m:t>3+11−1</m:t>
                          </m:r>
                          <m:r>
                            <a:rPr lang="zh-CN" altLang="en-US" i="1" dirty="0" smtClean="0">
                              <a:solidFill>
                                <a:srgbClr val="000000"/>
                              </a:solidFill>
                              <a:latin typeface="Cambria Math" panose="02040503050406030204" pitchFamily="18" charset="0"/>
                            </a:rPr>
                            <m:t>，</m:t>
                          </m:r>
                          <m:r>
                            <a:rPr lang="en-US" altLang="zh-CN" b="0" i="1" dirty="0" smtClean="0">
                              <a:solidFill>
                                <a:srgbClr val="000000"/>
                              </a:solidFill>
                              <a:latin typeface="Cambria Math" panose="02040503050406030204" pitchFamily="18" charset="0"/>
                            </a:rPr>
                            <m:t>11</m:t>
                          </m:r>
                        </m:e>
                      </m:d>
                      <m:r>
                        <a:rPr lang="en-US" altLang="zh-CN" i="1" dirty="0">
                          <a:solidFill>
                            <a:srgbClr val="000000"/>
                          </a:solidFill>
                          <a:latin typeface="Cambria Math" panose="02040503050406030204" pitchFamily="18" charset="0"/>
                        </a:rPr>
                        <m:t>=</m:t>
                      </m:r>
                      <m:r>
                        <a:rPr lang="en-US" altLang="zh-CN" i="1" dirty="0">
                          <a:solidFill>
                            <a:srgbClr val="000000"/>
                          </a:solidFill>
                          <a:latin typeface="Cambria Math" panose="02040503050406030204" pitchFamily="18" charset="0"/>
                        </a:rPr>
                        <m:t>𝐶</m:t>
                      </m:r>
                      <m:d>
                        <m:dPr>
                          <m:ctrlPr>
                            <a:rPr lang="en-US" altLang="zh-CN" i="1" dirty="0">
                              <a:solidFill>
                                <a:srgbClr val="000000"/>
                              </a:solidFill>
                              <a:latin typeface="Cambria Math" panose="02040503050406030204" pitchFamily="18" charset="0"/>
                            </a:rPr>
                          </m:ctrlPr>
                        </m:dPr>
                        <m:e>
                          <m:r>
                            <a:rPr lang="en-US" altLang="zh-CN" i="1" dirty="0">
                              <a:solidFill>
                                <a:srgbClr val="000000"/>
                              </a:solidFill>
                              <a:latin typeface="Cambria Math" panose="02040503050406030204" pitchFamily="18" charset="0"/>
                            </a:rPr>
                            <m:t>13</m:t>
                          </m:r>
                          <m:r>
                            <a:rPr lang="zh-CN" altLang="en-US" i="1" dirty="0" smtClean="0">
                              <a:solidFill>
                                <a:srgbClr val="000000"/>
                              </a:solidFill>
                              <a:latin typeface="Cambria Math" panose="02040503050406030204" pitchFamily="18" charset="0"/>
                            </a:rPr>
                            <m:t>，</m:t>
                          </m:r>
                          <m:r>
                            <a:rPr lang="en-US" altLang="zh-CN" i="1" dirty="0">
                              <a:solidFill>
                                <a:srgbClr val="000000"/>
                              </a:solidFill>
                              <a:latin typeface="Cambria Math" panose="02040503050406030204" pitchFamily="18" charset="0"/>
                            </a:rPr>
                            <m:t>2</m:t>
                          </m:r>
                        </m:e>
                      </m:d>
                      <m:r>
                        <a:rPr lang="en-US" altLang="zh-CN" i="1" dirty="0">
                          <a:solidFill>
                            <a:srgbClr val="000000"/>
                          </a:solidFill>
                          <a:latin typeface="Cambria Math" panose="02040503050406030204" pitchFamily="18" charset="0"/>
                        </a:rPr>
                        <m:t>=78</m:t>
                      </m:r>
                      <m:r>
                        <a:rPr lang="zh-CN" altLang="en-US" i="1" dirty="0">
                          <a:solidFill>
                            <a:srgbClr val="000000"/>
                          </a:solidFill>
                          <a:latin typeface="Cambria Math" panose="02040503050406030204" pitchFamily="18" charset="0"/>
                        </a:rPr>
                        <m:t>。</m:t>
                      </m:r>
                    </m:oMath>
                  </m:oMathPara>
                </a14:m>
                <a:endParaRPr lang="en-US" altLang="zh-CN" b="1" i="1" dirty="0">
                  <a:solidFill>
                    <a:srgbClr val="000000"/>
                  </a:solidFill>
                  <a:latin typeface="+mn-ea"/>
                </a:endParaRPr>
              </a:p>
            </p:txBody>
          </p:sp>
        </mc:Choice>
        <mc:Fallback xmlns="">
          <p:sp>
            <p:nvSpPr>
              <p:cNvPr id="3" name="内容占位符 2">
                <a:extLst>
                  <a:ext uri="{FF2B5EF4-FFF2-40B4-BE49-F238E27FC236}">
                    <a16:creationId xmlns:a16="http://schemas.microsoft.com/office/drawing/2014/main" id="{75A62F09-6405-7639-E72C-921797F956C6}"/>
                  </a:ext>
                </a:extLst>
              </p:cNvPr>
              <p:cNvSpPr txBox="1">
                <a:spLocks noRot="1" noChangeAspect="1" noMove="1" noResize="1" noEditPoints="1" noAdjustHandles="1" noChangeArrowheads="1" noChangeShapeType="1" noTextEdit="1"/>
              </p:cNvSpPr>
              <p:nvPr/>
            </p:nvSpPr>
            <p:spPr bwMode="auto">
              <a:xfrm>
                <a:off x="285750" y="801461"/>
                <a:ext cx="8572500" cy="5446939"/>
              </a:xfrm>
              <a:prstGeom prst="rect">
                <a:avLst/>
              </a:prstGeom>
              <a:blipFill>
                <a:blip r:embed="rId3"/>
                <a:stretch>
                  <a:fillRect l="-1849" t="-1790"/>
                </a:stretch>
              </a:blip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zh-CN" altLang="en-US">
                    <a:noFill/>
                  </a:rPr>
                  <a:t> </a:t>
                </a:r>
              </a:p>
            </p:txBody>
          </p:sp>
        </mc:Fallback>
      </mc:AlternateContent>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2" name="Rectangle 2">
            <a:extLst>
              <a:ext uri="{FF2B5EF4-FFF2-40B4-BE49-F238E27FC236}">
                <a16:creationId xmlns:a16="http://schemas.microsoft.com/office/drawing/2014/main" id="{B046B541-3B21-68E7-99AE-6A639E635975}"/>
              </a:ext>
            </a:extLst>
          </p:cNvPr>
          <p:cNvSpPr>
            <a:spLocks noGrp="1" noChangeArrowheads="1"/>
          </p:cNvSpPr>
          <p:nvPr>
            <p:ph type="body" idx="1"/>
          </p:nvPr>
        </p:nvSpPr>
        <p:spPr>
          <a:xfrm>
            <a:off x="228600" y="228600"/>
            <a:ext cx="6324600" cy="609600"/>
          </a:xfrm>
        </p:spPr>
        <p:txBody>
          <a:bodyPr/>
          <a:lstStyle/>
          <a:p>
            <a:pPr eaLnBrk="1" hangingPunct="1">
              <a:buFontTx/>
              <a:buNone/>
            </a:pPr>
            <a:r>
              <a:rPr lang="en-US" altLang="zh-CN"/>
              <a:t>2 </a:t>
            </a:r>
            <a:r>
              <a:rPr lang="zh-CN" altLang="en-US"/>
              <a:t>排列与组合（续）</a:t>
            </a:r>
            <a:endParaRPr lang="en-US" altLang="zh-CN"/>
          </a:p>
        </p:txBody>
      </p:sp>
      <p:sp>
        <p:nvSpPr>
          <p:cNvPr id="40964" name="TextBox 3">
            <a:extLst>
              <a:ext uri="{FF2B5EF4-FFF2-40B4-BE49-F238E27FC236}">
                <a16:creationId xmlns:a16="http://schemas.microsoft.com/office/drawing/2014/main" id="{0948AA94-847D-A639-01F7-2D8E42D21DB7}"/>
              </a:ext>
            </a:extLst>
          </p:cNvPr>
          <p:cNvSpPr txBox="1">
            <a:spLocks noChangeArrowheads="1"/>
          </p:cNvSpPr>
          <p:nvPr/>
        </p:nvSpPr>
        <p:spPr bwMode="auto">
          <a:xfrm>
            <a:off x="1583531" y="1058975"/>
            <a:ext cx="5976937"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spcBef>
                <a:spcPct val="0"/>
              </a:spcBef>
              <a:buFontTx/>
              <a:buNone/>
            </a:pPr>
            <a:r>
              <a:rPr lang="en-US" altLang="zh-CN" sz="2400" b="1" dirty="0"/>
              <a:t>   </a:t>
            </a:r>
            <a:r>
              <a:rPr lang="zh-CN" altLang="en-US" sz="2400" b="1" dirty="0"/>
              <a:t>允许和不允许重复的组合与排列</a:t>
            </a:r>
          </a:p>
        </p:txBody>
      </p:sp>
      <mc:AlternateContent xmlns:mc="http://schemas.openxmlformats.org/markup-compatibility/2006" xmlns:a14="http://schemas.microsoft.com/office/drawing/2010/main">
        <mc:Choice Requires="a14">
          <p:graphicFrame>
            <p:nvGraphicFramePr>
              <p:cNvPr id="3" name="表格 2">
                <a:extLst>
                  <a:ext uri="{FF2B5EF4-FFF2-40B4-BE49-F238E27FC236}">
                    <a16:creationId xmlns:a16="http://schemas.microsoft.com/office/drawing/2014/main" id="{DD1205DB-480F-FD19-18E0-145476754409}"/>
                  </a:ext>
                </a:extLst>
              </p:cNvPr>
              <p:cNvGraphicFramePr>
                <a:graphicFrameLocks noGrp="1"/>
              </p:cNvGraphicFramePr>
              <p:nvPr>
                <p:extLst>
                  <p:ext uri="{D42A27DB-BD31-4B8C-83A1-F6EECF244321}">
                    <p14:modId xmlns:p14="http://schemas.microsoft.com/office/powerpoint/2010/main" val="1697557606"/>
                  </p:ext>
                </p:extLst>
              </p:nvPr>
            </p:nvGraphicFramePr>
            <p:xfrm>
              <a:off x="206829" y="1741713"/>
              <a:ext cx="8424936" cy="4500000"/>
            </p:xfrm>
            <a:graphic>
              <a:graphicData uri="http://schemas.openxmlformats.org/drawingml/2006/table">
                <a:tbl>
                  <a:tblPr firstRow="1" bandRow="1">
                    <a:tableStyleId>{5C22544A-7EE6-4342-B048-85BDC9FD1C3A}</a:tableStyleId>
                  </a:tblPr>
                  <a:tblGrid>
                    <a:gridCol w="2808312">
                      <a:extLst>
                        <a:ext uri="{9D8B030D-6E8A-4147-A177-3AD203B41FA5}">
                          <a16:colId xmlns:a16="http://schemas.microsoft.com/office/drawing/2014/main" val="20000"/>
                        </a:ext>
                      </a:extLst>
                    </a:gridCol>
                    <a:gridCol w="2808312">
                      <a:extLst>
                        <a:ext uri="{9D8B030D-6E8A-4147-A177-3AD203B41FA5}">
                          <a16:colId xmlns:a16="http://schemas.microsoft.com/office/drawing/2014/main" val="20001"/>
                        </a:ext>
                      </a:extLst>
                    </a:gridCol>
                    <a:gridCol w="2808312">
                      <a:extLst>
                        <a:ext uri="{9D8B030D-6E8A-4147-A177-3AD203B41FA5}">
                          <a16:colId xmlns:a16="http://schemas.microsoft.com/office/drawing/2014/main" val="20002"/>
                        </a:ext>
                      </a:extLst>
                    </a:gridCol>
                  </a:tblGrid>
                  <a:tr h="900000">
                    <a:tc>
                      <a:txBody>
                        <a:bodyPr/>
                        <a:lstStyle/>
                        <a:p>
                          <a:pPr algn="ctr"/>
                          <a:r>
                            <a:rPr lang="zh-CN" altLang="en-US" sz="2400" dirty="0">
                              <a:solidFill>
                                <a:srgbClr val="000000"/>
                              </a:solidFill>
                            </a:rPr>
                            <a:t>类型</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algn="ctr" defTabSz="914400" rtl="0" eaLnBrk="1" latinLnBrk="0" hangingPunct="1"/>
                          <a:r>
                            <a:rPr lang="zh-CN" altLang="en-US" sz="2400" b="1" kern="1200" dirty="0">
                              <a:solidFill>
                                <a:srgbClr val="000000"/>
                              </a:solidFill>
                              <a:latin typeface="+mn-lt"/>
                              <a:ea typeface="+mn-ea"/>
                              <a:cs typeface="+mn-cs"/>
                            </a:rPr>
                            <a:t>是否允许重复</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algn="ctr" defTabSz="914400" rtl="0" eaLnBrk="1" latinLnBrk="0" hangingPunct="1"/>
                          <a:r>
                            <a:rPr lang="zh-CN" altLang="en-US" sz="2400" b="1" kern="1200" dirty="0">
                              <a:solidFill>
                                <a:srgbClr val="000000"/>
                              </a:solidFill>
                              <a:latin typeface="+mn-lt"/>
                              <a:ea typeface="+mn-ea"/>
                              <a:cs typeface="+mn-cs"/>
                            </a:rPr>
                            <a:t>公式</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0"/>
                      </a:ext>
                    </a:extLst>
                  </a:tr>
                  <a:tr h="900000">
                    <a:tc>
                      <a:txBody>
                        <a:bodyPr/>
                        <a:lstStyle/>
                        <a:p>
                          <a:pPr algn="ctr"/>
                          <a14:m>
                            <m:oMath xmlns:m="http://schemas.openxmlformats.org/officeDocument/2006/math">
                              <m:r>
                                <a:rPr lang="en-US" altLang="zh-CN" sz="2400" b="0" i="1" smtClean="0">
                                  <a:solidFill>
                                    <a:srgbClr val="000000"/>
                                  </a:solidFill>
                                  <a:latin typeface="Cambria Math"/>
                                </a:rPr>
                                <m:t>𝑟</m:t>
                              </m:r>
                              <m:r>
                                <a:rPr lang="en-US" altLang="zh-CN" sz="2400" b="0" i="1" smtClean="0">
                                  <a:solidFill>
                                    <a:srgbClr val="000000"/>
                                  </a:solidFill>
                                  <a:latin typeface="Cambria Math"/>
                                </a:rPr>
                                <m:t> </m:t>
                              </m:r>
                            </m:oMath>
                          </a14:m>
                          <a:r>
                            <a:rPr lang="zh-CN" altLang="en-US" sz="2400" dirty="0">
                              <a:solidFill>
                                <a:srgbClr val="000000"/>
                              </a:solidFill>
                            </a:rPr>
                            <a:t>排列</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noFill/>
                      </a:tcPr>
                    </a:tc>
                    <a:tc>
                      <a:txBody>
                        <a:bodyPr/>
                        <a:lstStyle/>
                        <a:p>
                          <a:pPr algn="ctr"/>
                          <a:r>
                            <a:rPr lang="zh-CN" altLang="en-US" sz="2400" dirty="0">
                              <a:solidFill>
                                <a:srgbClr val="000000"/>
                              </a:solidFill>
                            </a:rPr>
                            <a:t>否</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noFill/>
                      </a:tcPr>
                    </a:tc>
                    <a:tc>
                      <a:txBody>
                        <a:bodyPr/>
                        <a:lstStyle/>
                        <a:p>
                          <a:pPr algn="ctr"/>
                          <a14:m>
                            <m:oMathPara xmlns:m="http://schemas.openxmlformats.org/officeDocument/2006/math">
                              <m:oMathParaPr>
                                <m:jc m:val="centerGroup"/>
                              </m:oMathParaPr>
                              <m:oMath xmlns:m="http://schemas.openxmlformats.org/officeDocument/2006/math">
                                <m:f>
                                  <m:fPr>
                                    <m:ctrlPr>
                                      <a:rPr lang="en-US" altLang="zh-CN" sz="2400" b="0" i="1" smtClean="0">
                                        <a:solidFill>
                                          <a:srgbClr val="000000"/>
                                        </a:solidFill>
                                        <a:latin typeface="Cambria Math" panose="02040503050406030204" pitchFamily="18" charset="0"/>
                                      </a:rPr>
                                    </m:ctrlPr>
                                  </m:fPr>
                                  <m:num>
                                    <m:r>
                                      <a:rPr lang="en-US" altLang="zh-CN" sz="2400" b="0" i="1" smtClean="0">
                                        <a:solidFill>
                                          <a:srgbClr val="000000"/>
                                        </a:solidFill>
                                        <a:latin typeface="Cambria Math"/>
                                      </a:rPr>
                                      <m:t>𝑛</m:t>
                                    </m:r>
                                    <m:r>
                                      <a:rPr lang="en-US" altLang="zh-CN" sz="2400" b="0" i="1" smtClean="0">
                                        <a:solidFill>
                                          <a:srgbClr val="000000"/>
                                        </a:solidFill>
                                        <a:latin typeface="Cambria Math"/>
                                      </a:rPr>
                                      <m:t>!</m:t>
                                    </m:r>
                                  </m:num>
                                  <m:den>
                                    <m:d>
                                      <m:dPr>
                                        <m:ctrlPr>
                                          <a:rPr lang="en-US" altLang="zh-CN" sz="2400" b="0" i="1" smtClean="0">
                                            <a:solidFill>
                                              <a:srgbClr val="000000"/>
                                            </a:solidFill>
                                            <a:latin typeface="Cambria Math" panose="02040503050406030204" pitchFamily="18" charset="0"/>
                                          </a:rPr>
                                        </m:ctrlPr>
                                      </m:dPr>
                                      <m:e>
                                        <m:r>
                                          <a:rPr lang="en-US" altLang="zh-CN" sz="2400" b="0" i="1" smtClean="0">
                                            <a:solidFill>
                                              <a:srgbClr val="000000"/>
                                            </a:solidFill>
                                            <a:latin typeface="Cambria Math"/>
                                          </a:rPr>
                                          <m:t>𝑛</m:t>
                                        </m:r>
                                        <m:r>
                                          <a:rPr lang="en-US" altLang="zh-CN" sz="2400" b="0" i="1" smtClean="0">
                                            <a:solidFill>
                                              <a:srgbClr val="000000"/>
                                            </a:solidFill>
                                            <a:latin typeface="Cambria Math"/>
                                          </a:rPr>
                                          <m:t>−</m:t>
                                        </m:r>
                                        <m:r>
                                          <a:rPr lang="en-US" altLang="zh-CN" sz="2400" b="0" i="1" smtClean="0">
                                            <a:solidFill>
                                              <a:srgbClr val="000000"/>
                                            </a:solidFill>
                                            <a:latin typeface="Cambria Math"/>
                                          </a:rPr>
                                          <m:t>𝑟</m:t>
                                        </m:r>
                                      </m:e>
                                    </m:d>
                                    <m:r>
                                      <a:rPr lang="en-US" altLang="zh-CN" sz="2400" b="0" i="1" smtClean="0">
                                        <a:solidFill>
                                          <a:srgbClr val="000000"/>
                                        </a:solidFill>
                                        <a:latin typeface="Cambria Math"/>
                                      </a:rPr>
                                      <m:t>!</m:t>
                                    </m:r>
                                  </m:den>
                                </m:f>
                              </m:oMath>
                            </m:oMathPara>
                          </a14:m>
                          <a:endParaRPr lang="zh-CN" altLang="en-US" sz="2400" dirty="0">
                            <a:solidFill>
                              <a:srgbClr val="000000"/>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noFill/>
                      </a:tcPr>
                    </a:tc>
                    <a:extLst>
                      <a:ext uri="{0D108BD9-81ED-4DB2-BD59-A6C34878D82A}">
                        <a16:rowId xmlns:a16="http://schemas.microsoft.com/office/drawing/2014/main" val="10001"/>
                      </a:ext>
                    </a:extLst>
                  </a:tr>
                  <a:tr h="900000">
                    <a:tc>
                      <a:txBody>
                        <a:bodyPr/>
                        <a:lstStyle/>
                        <a:p>
                          <a:pPr algn="ctr"/>
                          <a14:m>
                            <m:oMath xmlns:m="http://schemas.openxmlformats.org/officeDocument/2006/math">
                              <m:r>
                                <a:rPr lang="en-US" altLang="zh-CN" sz="2400" b="0" i="1" smtClean="0">
                                  <a:solidFill>
                                    <a:srgbClr val="000000"/>
                                  </a:solidFill>
                                  <a:latin typeface="Cambria Math"/>
                                </a:rPr>
                                <m:t>𝑟</m:t>
                              </m:r>
                              <m:r>
                                <a:rPr lang="en-US" altLang="zh-CN" sz="2400" b="0" i="1" smtClean="0">
                                  <a:solidFill>
                                    <a:srgbClr val="000000"/>
                                  </a:solidFill>
                                  <a:latin typeface="Cambria Math"/>
                                </a:rPr>
                                <m:t> </m:t>
                              </m:r>
                            </m:oMath>
                          </a14:m>
                          <a:r>
                            <a:rPr lang="zh-CN" altLang="en-US" sz="2400" dirty="0">
                              <a:solidFill>
                                <a:srgbClr val="000000"/>
                              </a:solidFill>
                            </a:rPr>
                            <a:t>组合</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noFill/>
                      </a:tcPr>
                    </a:tc>
                    <a:tc>
                      <a:txBody>
                        <a:bodyPr/>
                        <a:lstStyle/>
                        <a:p>
                          <a:pPr algn="ctr"/>
                          <a:r>
                            <a:rPr lang="zh-CN" altLang="en-US" sz="2400" dirty="0">
                              <a:solidFill>
                                <a:srgbClr val="000000"/>
                              </a:solidFill>
                            </a:rPr>
                            <a:t>否</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noFill/>
                      </a:tcPr>
                    </a:tc>
                    <a:tc>
                      <a:txBody>
                        <a:bodyPr/>
                        <a:lstStyle/>
                        <a:p>
                          <a:pPr algn="ctr"/>
                          <a14:m>
                            <m:oMathPara xmlns:m="http://schemas.openxmlformats.org/officeDocument/2006/math">
                              <m:oMathParaPr>
                                <m:jc m:val="centerGroup"/>
                              </m:oMathParaPr>
                              <m:oMath xmlns:m="http://schemas.openxmlformats.org/officeDocument/2006/math">
                                <m:f>
                                  <m:fPr>
                                    <m:ctrlPr>
                                      <a:rPr lang="en-US" altLang="zh-CN" sz="2400" b="0" i="1" smtClean="0">
                                        <a:solidFill>
                                          <a:srgbClr val="000000"/>
                                        </a:solidFill>
                                        <a:latin typeface="Cambria Math" panose="02040503050406030204" pitchFamily="18" charset="0"/>
                                      </a:rPr>
                                    </m:ctrlPr>
                                  </m:fPr>
                                  <m:num>
                                    <m:r>
                                      <a:rPr lang="en-US" altLang="zh-CN" sz="2400" b="0" i="1" smtClean="0">
                                        <a:solidFill>
                                          <a:srgbClr val="000000"/>
                                        </a:solidFill>
                                        <a:latin typeface="Cambria Math"/>
                                      </a:rPr>
                                      <m:t>𝑛</m:t>
                                    </m:r>
                                    <m:r>
                                      <a:rPr lang="en-US" altLang="zh-CN" sz="2400" b="0" i="1" smtClean="0">
                                        <a:solidFill>
                                          <a:srgbClr val="000000"/>
                                        </a:solidFill>
                                        <a:latin typeface="Cambria Math"/>
                                      </a:rPr>
                                      <m:t>!</m:t>
                                    </m:r>
                                  </m:num>
                                  <m:den>
                                    <m:r>
                                      <a:rPr lang="en-US" altLang="zh-CN" sz="2400" b="0" i="1" smtClean="0">
                                        <a:solidFill>
                                          <a:srgbClr val="000000"/>
                                        </a:solidFill>
                                        <a:latin typeface="Cambria Math"/>
                                      </a:rPr>
                                      <m:t>𝑟</m:t>
                                    </m:r>
                                    <m:r>
                                      <a:rPr lang="en-US" altLang="zh-CN" sz="2400" b="0" i="1" smtClean="0">
                                        <a:solidFill>
                                          <a:srgbClr val="000000"/>
                                        </a:solidFill>
                                        <a:latin typeface="Cambria Math"/>
                                      </a:rPr>
                                      <m:t>!</m:t>
                                    </m:r>
                                    <m:d>
                                      <m:dPr>
                                        <m:ctrlPr>
                                          <a:rPr lang="en-US" altLang="zh-CN" sz="2400" b="0" i="1" smtClean="0">
                                            <a:solidFill>
                                              <a:srgbClr val="000000"/>
                                            </a:solidFill>
                                            <a:latin typeface="Cambria Math" panose="02040503050406030204" pitchFamily="18" charset="0"/>
                                          </a:rPr>
                                        </m:ctrlPr>
                                      </m:dPr>
                                      <m:e>
                                        <m:r>
                                          <a:rPr lang="en-US" altLang="zh-CN" sz="2400" b="0" i="1" smtClean="0">
                                            <a:solidFill>
                                              <a:srgbClr val="000000"/>
                                            </a:solidFill>
                                            <a:latin typeface="Cambria Math"/>
                                          </a:rPr>
                                          <m:t>𝑛</m:t>
                                        </m:r>
                                        <m:r>
                                          <a:rPr lang="en-US" altLang="zh-CN" sz="2400" b="0" i="1" smtClean="0">
                                            <a:solidFill>
                                              <a:srgbClr val="000000"/>
                                            </a:solidFill>
                                            <a:latin typeface="Cambria Math"/>
                                          </a:rPr>
                                          <m:t>−</m:t>
                                        </m:r>
                                        <m:r>
                                          <a:rPr lang="en-US" altLang="zh-CN" sz="2400" b="0" i="1" smtClean="0">
                                            <a:solidFill>
                                              <a:srgbClr val="000000"/>
                                            </a:solidFill>
                                            <a:latin typeface="Cambria Math"/>
                                          </a:rPr>
                                          <m:t>𝑟</m:t>
                                        </m:r>
                                      </m:e>
                                    </m:d>
                                    <m:r>
                                      <a:rPr lang="en-US" altLang="zh-CN" sz="2400" b="0" i="1" smtClean="0">
                                        <a:solidFill>
                                          <a:srgbClr val="000000"/>
                                        </a:solidFill>
                                        <a:latin typeface="Cambria Math"/>
                                      </a:rPr>
                                      <m:t>!</m:t>
                                    </m:r>
                                  </m:den>
                                </m:f>
                              </m:oMath>
                            </m:oMathPara>
                          </a14:m>
                          <a:endParaRPr lang="zh-CN" altLang="en-US" sz="2400" dirty="0">
                            <a:solidFill>
                              <a:srgbClr val="000000"/>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noFill/>
                      </a:tcPr>
                    </a:tc>
                    <a:extLst>
                      <a:ext uri="{0D108BD9-81ED-4DB2-BD59-A6C34878D82A}">
                        <a16:rowId xmlns:a16="http://schemas.microsoft.com/office/drawing/2014/main" val="10002"/>
                      </a:ext>
                    </a:extLst>
                  </a:tr>
                  <a:tr h="900000">
                    <a:tc>
                      <a:txBody>
                        <a:bodyPr/>
                        <a:lstStyle/>
                        <a:p>
                          <a:pPr algn="ctr"/>
                          <a14:m>
                            <m:oMath xmlns:m="http://schemas.openxmlformats.org/officeDocument/2006/math">
                              <m:r>
                                <a:rPr lang="en-US" altLang="zh-CN" sz="2400" b="0" i="1" smtClean="0">
                                  <a:solidFill>
                                    <a:srgbClr val="000000"/>
                                  </a:solidFill>
                                  <a:latin typeface="Cambria Math"/>
                                </a:rPr>
                                <m:t>𝑟</m:t>
                              </m:r>
                              <m:r>
                                <a:rPr lang="en-US" altLang="zh-CN" sz="2400" b="0" i="1" smtClean="0">
                                  <a:solidFill>
                                    <a:srgbClr val="000000"/>
                                  </a:solidFill>
                                  <a:latin typeface="Cambria Math"/>
                                </a:rPr>
                                <m:t> </m:t>
                              </m:r>
                            </m:oMath>
                          </a14:m>
                          <a:r>
                            <a:rPr lang="zh-CN" altLang="en-US" sz="2400" dirty="0">
                              <a:solidFill>
                                <a:srgbClr val="000000"/>
                              </a:solidFill>
                            </a:rPr>
                            <a:t>排列</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noFill/>
                      </a:tcPr>
                    </a:tc>
                    <a:tc>
                      <a:txBody>
                        <a:bodyPr/>
                        <a:lstStyle/>
                        <a:p>
                          <a:pPr algn="ctr"/>
                          <a:r>
                            <a:rPr lang="zh-CN" altLang="en-US" sz="2400" dirty="0">
                              <a:solidFill>
                                <a:srgbClr val="000000"/>
                              </a:solidFill>
                            </a:rPr>
                            <a:t>是</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noFill/>
                      </a:tcPr>
                    </a:tc>
                    <a:tc>
                      <a:txBody>
                        <a:bodyPr/>
                        <a:lstStyle/>
                        <a:p>
                          <a:pPr algn="ctr"/>
                          <a14:m>
                            <m:oMathPara xmlns:m="http://schemas.openxmlformats.org/officeDocument/2006/math">
                              <m:oMathParaPr>
                                <m:jc m:val="centerGroup"/>
                              </m:oMathParaPr>
                              <m:oMath xmlns:m="http://schemas.openxmlformats.org/officeDocument/2006/math">
                                <m:sSup>
                                  <m:sSupPr>
                                    <m:ctrlPr>
                                      <a:rPr lang="en-US" altLang="zh-CN" sz="2400" b="0" i="1" smtClean="0">
                                        <a:solidFill>
                                          <a:srgbClr val="000000"/>
                                        </a:solidFill>
                                        <a:latin typeface="Cambria Math" panose="02040503050406030204" pitchFamily="18" charset="0"/>
                                      </a:rPr>
                                    </m:ctrlPr>
                                  </m:sSupPr>
                                  <m:e>
                                    <m:r>
                                      <a:rPr lang="en-US" altLang="zh-CN" sz="2400" b="0" i="1" smtClean="0">
                                        <a:solidFill>
                                          <a:srgbClr val="000000"/>
                                        </a:solidFill>
                                        <a:latin typeface="Cambria Math"/>
                                      </a:rPr>
                                      <m:t>𝑛</m:t>
                                    </m:r>
                                  </m:e>
                                  <m:sup>
                                    <m:r>
                                      <a:rPr lang="en-US" altLang="zh-CN" sz="2400" b="0" i="1" smtClean="0">
                                        <a:solidFill>
                                          <a:srgbClr val="000000"/>
                                        </a:solidFill>
                                        <a:latin typeface="Cambria Math"/>
                                      </a:rPr>
                                      <m:t>𝑟</m:t>
                                    </m:r>
                                  </m:sup>
                                </m:sSup>
                              </m:oMath>
                            </m:oMathPara>
                          </a14:m>
                          <a:endParaRPr lang="zh-CN" altLang="en-US" sz="2400" dirty="0">
                            <a:solidFill>
                              <a:srgbClr val="000000"/>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noFill/>
                      </a:tcPr>
                    </a:tc>
                    <a:extLst>
                      <a:ext uri="{0D108BD9-81ED-4DB2-BD59-A6C34878D82A}">
                        <a16:rowId xmlns:a16="http://schemas.microsoft.com/office/drawing/2014/main" val="10003"/>
                      </a:ext>
                    </a:extLst>
                  </a:tr>
                  <a:tr h="900000">
                    <a:tc>
                      <a:txBody>
                        <a:bodyPr/>
                        <a:lstStyle/>
                        <a:p>
                          <a:pPr algn="ctr"/>
                          <a14:m>
                            <m:oMath xmlns:m="http://schemas.openxmlformats.org/officeDocument/2006/math">
                              <m:r>
                                <a:rPr lang="en-US" altLang="zh-CN" sz="2400" b="0" i="1" smtClean="0">
                                  <a:solidFill>
                                    <a:srgbClr val="000000"/>
                                  </a:solidFill>
                                  <a:latin typeface="Cambria Math"/>
                                </a:rPr>
                                <m:t>𝑟</m:t>
                              </m:r>
                              <m:r>
                                <a:rPr lang="en-US" altLang="zh-CN" sz="2400" b="0" i="1" smtClean="0">
                                  <a:solidFill>
                                    <a:srgbClr val="000000"/>
                                  </a:solidFill>
                                  <a:latin typeface="Cambria Math"/>
                                </a:rPr>
                                <m:t> </m:t>
                              </m:r>
                            </m:oMath>
                          </a14:m>
                          <a:r>
                            <a:rPr lang="zh-CN" altLang="en-US" sz="2400" dirty="0">
                              <a:solidFill>
                                <a:srgbClr val="000000"/>
                              </a:solidFill>
                            </a:rPr>
                            <a:t>组合</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B w="12700" cap="flat" cmpd="sng" algn="ctr">
                          <a:solidFill>
                            <a:schemeClr val="tx1"/>
                          </a:solidFill>
                          <a:prstDash val="solid"/>
                          <a:round/>
                          <a:headEnd type="none" w="med" len="med"/>
                          <a:tailEnd type="none" w="med" len="med"/>
                        </a:lnB>
                        <a:noFill/>
                      </a:tcPr>
                    </a:tc>
                    <a:tc>
                      <a:txBody>
                        <a:bodyPr/>
                        <a:lstStyle/>
                        <a:p>
                          <a:pPr algn="ctr"/>
                          <a:r>
                            <a:rPr lang="zh-CN" altLang="en-US" sz="2400" dirty="0">
                              <a:solidFill>
                                <a:srgbClr val="000000"/>
                              </a:solidFill>
                            </a:rPr>
                            <a:t>是</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B w="12700" cap="flat" cmpd="sng" algn="ctr">
                          <a:solidFill>
                            <a:schemeClr val="tx1"/>
                          </a:solidFill>
                          <a:prstDash val="solid"/>
                          <a:round/>
                          <a:headEnd type="none" w="med" len="med"/>
                          <a:tailEnd type="none" w="med" len="med"/>
                        </a:lnB>
                        <a:noFill/>
                      </a:tcPr>
                    </a:tc>
                    <a:tc>
                      <a:txBody>
                        <a:bodyPr/>
                        <a:lstStyle/>
                        <a:p>
                          <a:pPr algn="ctr"/>
                          <a14:m>
                            <m:oMathPara xmlns:m="http://schemas.openxmlformats.org/officeDocument/2006/math">
                              <m:oMathParaPr>
                                <m:jc m:val="centerGroup"/>
                              </m:oMathParaPr>
                              <m:oMath xmlns:m="http://schemas.openxmlformats.org/officeDocument/2006/math">
                                <m:f>
                                  <m:fPr>
                                    <m:ctrlPr>
                                      <a:rPr lang="en-US" altLang="zh-CN" sz="2400" b="0" i="1" smtClean="0">
                                        <a:solidFill>
                                          <a:srgbClr val="000000"/>
                                        </a:solidFill>
                                        <a:latin typeface="Cambria Math" panose="02040503050406030204" pitchFamily="18" charset="0"/>
                                      </a:rPr>
                                    </m:ctrlPr>
                                  </m:fPr>
                                  <m:num>
                                    <m:d>
                                      <m:dPr>
                                        <m:ctrlPr>
                                          <a:rPr lang="en-US" altLang="zh-CN" sz="2400" b="0" i="1" smtClean="0">
                                            <a:solidFill>
                                              <a:srgbClr val="000000"/>
                                            </a:solidFill>
                                            <a:latin typeface="Cambria Math" panose="02040503050406030204" pitchFamily="18" charset="0"/>
                                          </a:rPr>
                                        </m:ctrlPr>
                                      </m:dPr>
                                      <m:e>
                                        <m:r>
                                          <a:rPr lang="en-US" altLang="zh-CN" sz="2400" b="0" i="1" smtClean="0">
                                            <a:solidFill>
                                              <a:srgbClr val="000000"/>
                                            </a:solidFill>
                                            <a:latin typeface="Cambria Math"/>
                                          </a:rPr>
                                          <m:t>𝑛</m:t>
                                        </m:r>
                                        <m:r>
                                          <a:rPr lang="en-US" altLang="zh-CN" sz="2400" b="0" i="1" smtClean="0">
                                            <a:solidFill>
                                              <a:srgbClr val="000000"/>
                                            </a:solidFill>
                                            <a:latin typeface="Cambria Math"/>
                                          </a:rPr>
                                          <m:t>+</m:t>
                                        </m:r>
                                        <m:r>
                                          <a:rPr lang="en-US" altLang="zh-CN" sz="2400" b="0" i="1" smtClean="0">
                                            <a:solidFill>
                                              <a:srgbClr val="000000"/>
                                            </a:solidFill>
                                            <a:latin typeface="Cambria Math"/>
                                          </a:rPr>
                                          <m:t>𝑟</m:t>
                                        </m:r>
                                        <m:r>
                                          <a:rPr lang="en-US" altLang="zh-CN" sz="2400" b="0" i="1" smtClean="0">
                                            <a:solidFill>
                                              <a:srgbClr val="000000"/>
                                            </a:solidFill>
                                            <a:latin typeface="Cambria Math"/>
                                          </a:rPr>
                                          <m:t>−1</m:t>
                                        </m:r>
                                      </m:e>
                                    </m:d>
                                    <m:r>
                                      <a:rPr lang="en-US" altLang="zh-CN" sz="2400" b="0" i="1" smtClean="0">
                                        <a:solidFill>
                                          <a:srgbClr val="000000"/>
                                        </a:solidFill>
                                        <a:latin typeface="Cambria Math"/>
                                      </a:rPr>
                                      <m:t>!</m:t>
                                    </m:r>
                                  </m:num>
                                  <m:den>
                                    <m:r>
                                      <a:rPr lang="en-US" altLang="zh-CN" sz="2400" b="0" i="1" smtClean="0">
                                        <a:solidFill>
                                          <a:srgbClr val="000000"/>
                                        </a:solidFill>
                                        <a:latin typeface="Cambria Math"/>
                                      </a:rPr>
                                      <m:t>𝑟</m:t>
                                    </m:r>
                                    <m:r>
                                      <a:rPr lang="en-US" altLang="zh-CN" sz="2400" b="0" i="1" smtClean="0">
                                        <a:solidFill>
                                          <a:srgbClr val="000000"/>
                                        </a:solidFill>
                                        <a:latin typeface="Cambria Math"/>
                                      </a:rPr>
                                      <m:t>!</m:t>
                                    </m:r>
                                    <m:d>
                                      <m:dPr>
                                        <m:ctrlPr>
                                          <a:rPr lang="en-US" altLang="zh-CN" sz="2400" b="0" i="1" smtClean="0">
                                            <a:solidFill>
                                              <a:srgbClr val="000000"/>
                                            </a:solidFill>
                                            <a:latin typeface="Cambria Math" panose="02040503050406030204" pitchFamily="18" charset="0"/>
                                          </a:rPr>
                                        </m:ctrlPr>
                                      </m:dPr>
                                      <m:e>
                                        <m:r>
                                          <a:rPr lang="en-US" altLang="zh-CN" sz="2400" b="0" i="1" smtClean="0">
                                            <a:solidFill>
                                              <a:srgbClr val="000000"/>
                                            </a:solidFill>
                                            <a:latin typeface="Cambria Math"/>
                                          </a:rPr>
                                          <m:t>𝑛</m:t>
                                        </m:r>
                                        <m:r>
                                          <a:rPr lang="en-US" altLang="zh-CN" sz="2400" b="0" i="1" smtClean="0">
                                            <a:solidFill>
                                              <a:srgbClr val="000000"/>
                                            </a:solidFill>
                                            <a:latin typeface="Cambria Math"/>
                                          </a:rPr>
                                          <m:t>−1</m:t>
                                        </m:r>
                                      </m:e>
                                    </m:d>
                                    <m:r>
                                      <a:rPr lang="en-US" altLang="zh-CN" sz="2400" b="0" i="1" smtClean="0">
                                        <a:solidFill>
                                          <a:srgbClr val="000000"/>
                                        </a:solidFill>
                                        <a:latin typeface="Cambria Math"/>
                                      </a:rPr>
                                      <m:t>!</m:t>
                                    </m:r>
                                  </m:den>
                                </m:f>
                              </m:oMath>
                            </m:oMathPara>
                          </a14:m>
                          <a:endParaRPr lang="zh-CN" altLang="en-US" sz="2400" dirty="0">
                            <a:solidFill>
                              <a:srgbClr val="000000"/>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4"/>
                      </a:ext>
                    </a:extLst>
                  </a:tr>
                </a:tbl>
              </a:graphicData>
            </a:graphic>
          </p:graphicFrame>
        </mc:Choice>
        <mc:Fallback xmlns="">
          <p:graphicFrame>
            <p:nvGraphicFramePr>
              <p:cNvPr id="3" name="表格 2">
                <a:extLst>
                  <a:ext uri="{FF2B5EF4-FFF2-40B4-BE49-F238E27FC236}">
                    <a16:creationId xmlns:a16="http://schemas.microsoft.com/office/drawing/2014/main" id="{DD1205DB-480F-FD19-18E0-145476754409}"/>
                  </a:ext>
                </a:extLst>
              </p:cNvPr>
              <p:cNvGraphicFramePr>
                <a:graphicFrameLocks noGrp="1"/>
              </p:cNvGraphicFramePr>
              <p:nvPr>
                <p:extLst>
                  <p:ext uri="{D42A27DB-BD31-4B8C-83A1-F6EECF244321}">
                    <p14:modId xmlns:p14="http://schemas.microsoft.com/office/powerpoint/2010/main" val="1697557606"/>
                  </p:ext>
                </p:extLst>
              </p:nvPr>
            </p:nvGraphicFramePr>
            <p:xfrm>
              <a:off x="206829" y="1741713"/>
              <a:ext cx="8424936" cy="4500000"/>
            </p:xfrm>
            <a:graphic>
              <a:graphicData uri="http://schemas.openxmlformats.org/drawingml/2006/table">
                <a:tbl>
                  <a:tblPr firstRow="1" bandRow="1">
                    <a:tableStyleId>{5C22544A-7EE6-4342-B048-85BDC9FD1C3A}</a:tableStyleId>
                  </a:tblPr>
                  <a:tblGrid>
                    <a:gridCol w="2808312">
                      <a:extLst>
                        <a:ext uri="{9D8B030D-6E8A-4147-A177-3AD203B41FA5}">
                          <a16:colId xmlns:a16="http://schemas.microsoft.com/office/drawing/2014/main" val="20000"/>
                        </a:ext>
                      </a:extLst>
                    </a:gridCol>
                    <a:gridCol w="2808312">
                      <a:extLst>
                        <a:ext uri="{9D8B030D-6E8A-4147-A177-3AD203B41FA5}">
                          <a16:colId xmlns:a16="http://schemas.microsoft.com/office/drawing/2014/main" val="20001"/>
                        </a:ext>
                      </a:extLst>
                    </a:gridCol>
                    <a:gridCol w="2808312">
                      <a:extLst>
                        <a:ext uri="{9D8B030D-6E8A-4147-A177-3AD203B41FA5}">
                          <a16:colId xmlns:a16="http://schemas.microsoft.com/office/drawing/2014/main" val="20002"/>
                        </a:ext>
                      </a:extLst>
                    </a:gridCol>
                  </a:tblGrid>
                  <a:tr h="900000">
                    <a:tc>
                      <a:txBody>
                        <a:bodyPr/>
                        <a:lstStyle/>
                        <a:p>
                          <a:pPr algn="ctr"/>
                          <a:r>
                            <a:rPr lang="zh-CN" altLang="en-US" sz="2400" dirty="0">
                              <a:solidFill>
                                <a:srgbClr val="000000"/>
                              </a:solidFill>
                            </a:rPr>
                            <a:t>类型</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algn="ctr" defTabSz="914400" rtl="0" eaLnBrk="1" latinLnBrk="0" hangingPunct="1"/>
                          <a:r>
                            <a:rPr lang="zh-CN" altLang="en-US" sz="2400" b="1" kern="1200" dirty="0">
                              <a:solidFill>
                                <a:srgbClr val="000000"/>
                              </a:solidFill>
                              <a:latin typeface="+mn-lt"/>
                              <a:ea typeface="+mn-ea"/>
                              <a:cs typeface="+mn-cs"/>
                            </a:rPr>
                            <a:t>是否允许重复</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algn="ctr" defTabSz="914400" rtl="0" eaLnBrk="1" latinLnBrk="0" hangingPunct="1"/>
                          <a:r>
                            <a:rPr lang="zh-CN" altLang="en-US" sz="2400" b="1" kern="1200" dirty="0">
                              <a:solidFill>
                                <a:srgbClr val="000000"/>
                              </a:solidFill>
                              <a:latin typeface="+mn-lt"/>
                              <a:ea typeface="+mn-ea"/>
                              <a:cs typeface="+mn-cs"/>
                            </a:rPr>
                            <a:t>公式</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0"/>
                      </a:ext>
                    </a:extLst>
                  </a:tr>
                  <a:tr h="900000">
                    <a:tc>
                      <a:txBody>
                        <a:bodyPr/>
                        <a:lstStyle/>
                        <a:p>
                          <a:endParaRPr lang="zh-CN"/>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blipFill>
                          <a:blip r:embed="rId2"/>
                          <a:stretch>
                            <a:fillRect l="-217" t="-100676" r="-200651" b="-300676"/>
                          </a:stretch>
                        </a:blipFill>
                      </a:tcPr>
                    </a:tc>
                    <a:tc>
                      <a:txBody>
                        <a:bodyPr/>
                        <a:lstStyle/>
                        <a:p>
                          <a:pPr algn="ctr"/>
                          <a:r>
                            <a:rPr lang="zh-CN" altLang="en-US" sz="2400" dirty="0">
                              <a:solidFill>
                                <a:srgbClr val="000000"/>
                              </a:solidFill>
                            </a:rPr>
                            <a:t>否</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noFill/>
                      </a:tcPr>
                    </a:tc>
                    <a:tc>
                      <a:txBody>
                        <a:bodyPr/>
                        <a:lstStyle/>
                        <a:p>
                          <a:endParaRPr lang="zh-CN"/>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blipFill>
                          <a:blip r:embed="rId2"/>
                          <a:stretch>
                            <a:fillRect l="-200217" t="-100676" r="-651" b="-300676"/>
                          </a:stretch>
                        </a:blipFill>
                      </a:tcPr>
                    </a:tc>
                    <a:extLst>
                      <a:ext uri="{0D108BD9-81ED-4DB2-BD59-A6C34878D82A}">
                        <a16:rowId xmlns:a16="http://schemas.microsoft.com/office/drawing/2014/main" val="10001"/>
                      </a:ext>
                    </a:extLst>
                  </a:tr>
                  <a:tr h="900000">
                    <a:tc>
                      <a:txBody>
                        <a:bodyPr/>
                        <a:lstStyle/>
                        <a:p>
                          <a:endParaRPr lang="zh-CN"/>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blipFill>
                          <a:blip r:embed="rId2"/>
                          <a:stretch>
                            <a:fillRect l="-217" t="-202041" r="-200651" b="-202721"/>
                          </a:stretch>
                        </a:blipFill>
                      </a:tcPr>
                    </a:tc>
                    <a:tc>
                      <a:txBody>
                        <a:bodyPr/>
                        <a:lstStyle/>
                        <a:p>
                          <a:pPr algn="ctr"/>
                          <a:r>
                            <a:rPr lang="zh-CN" altLang="en-US" sz="2400" dirty="0">
                              <a:solidFill>
                                <a:srgbClr val="000000"/>
                              </a:solidFill>
                            </a:rPr>
                            <a:t>否</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noFill/>
                      </a:tcPr>
                    </a:tc>
                    <a:tc>
                      <a:txBody>
                        <a:bodyPr/>
                        <a:lstStyle/>
                        <a:p>
                          <a:endParaRPr lang="zh-CN"/>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blipFill>
                          <a:blip r:embed="rId2"/>
                          <a:stretch>
                            <a:fillRect l="-200217" t="-202041" r="-651" b="-202721"/>
                          </a:stretch>
                        </a:blipFill>
                      </a:tcPr>
                    </a:tc>
                    <a:extLst>
                      <a:ext uri="{0D108BD9-81ED-4DB2-BD59-A6C34878D82A}">
                        <a16:rowId xmlns:a16="http://schemas.microsoft.com/office/drawing/2014/main" val="10002"/>
                      </a:ext>
                    </a:extLst>
                  </a:tr>
                  <a:tr h="900000">
                    <a:tc>
                      <a:txBody>
                        <a:bodyPr/>
                        <a:lstStyle/>
                        <a:p>
                          <a:endParaRPr lang="zh-CN"/>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blipFill>
                          <a:blip r:embed="rId2"/>
                          <a:stretch>
                            <a:fillRect l="-217" t="-300000" r="-200651" b="-101351"/>
                          </a:stretch>
                        </a:blipFill>
                      </a:tcPr>
                    </a:tc>
                    <a:tc>
                      <a:txBody>
                        <a:bodyPr/>
                        <a:lstStyle/>
                        <a:p>
                          <a:pPr algn="ctr"/>
                          <a:r>
                            <a:rPr lang="zh-CN" altLang="en-US" sz="2400" dirty="0">
                              <a:solidFill>
                                <a:srgbClr val="000000"/>
                              </a:solidFill>
                            </a:rPr>
                            <a:t>是</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noFill/>
                      </a:tcPr>
                    </a:tc>
                    <a:tc>
                      <a:txBody>
                        <a:bodyPr/>
                        <a:lstStyle/>
                        <a:p>
                          <a:endParaRPr lang="zh-CN"/>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blipFill>
                          <a:blip r:embed="rId2"/>
                          <a:stretch>
                            <a:fillRect l="-200217" t="-300000" r="-651" b="-101351"/>
                          </a:stretch>
                        </a:blipFill>
                      </a:tcPr>
                    </a:tc>
                    <a:extLst>
                      <a:ext uri="{0D108BD9-81ED-4DB2-BD59-A6C34878D82A}">
                        <a16:rowId xmlns:a16="http://schemas.microsoft.com/office/drawing/2014/main" val="10003"/>
                      </a:ext>
                    </a:extLst>
                  </a:tr>
                  <a:tr h="900000">
                    <a:tc>
                      <a:txBody>
                        <a:bodyPr/>
                        <a:lstStyle/>
                        <a:p>
                          <a:endParaRPr lang="zh-CN"/>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B w="12700" cap="flat" cmpd="sng" algn="ctr">
                          <a:solidFill>
                            <a:schemeClr val="tx1"/>
                          </a:solidFill>
                          <a:prstDash val="solid"/>
                          <a:round/>
                          <a:headEnd type="none" w="med" len="med"/>
                          <a:tailEnd type="none" w="med" len="med"/>
                        </a:lnB>
                        <a:blipFill>
                          <a:blip r:embed="rId2"/>
                          <a:stretch>
                            <a:fillRect l="-217" t="-400000" r="-200651" b="-1351"/>
                          </a:stretch>
                        </a:blipFill>
                      </a:tcPr>
                    </a:tc>
                    <a:tc>
                      <a:txBody>
                        <a:bodyPr/>
                        <a:lstStyle/>
                        <a:p>
                          <a:pPr algn="ctr"/>
                          <a:r>
                            <a:rPr lang="zh-CN" altLang="en-US" sz="2400" dirty="0">
                              <a:solidFill>
                                <a:srgbClr val="000000"/>
                              </a:solidFill>
                            </a:rPr>
                            <a:t>是</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B w="12700" cap="flat" cmpd="sng" algn="ctr">
                          <a:solidFill>
                            <a:schemeClr val="tx1"/>
                          </a:solidFill>
                          <a:prstDash val="solid"/>
                          <a:round/>
                          <a:headEnd type="none" w="med" len="med"/>
                          <a:tailEnd type="none" w="med" len="med"/>
                        </a:lnB>
                        <a:noFill/>
                      </a:tcPr>
                    </a:tc>
                    <a:tc>
                      <a:txBody>
                        <a:bodyPr/>
                        <a:lstStyle/>
                        <a:p>
                          <a:endParaRPr lang="zh-CN"/>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B w="12700" cap="flat" cmpd="sng" algn="ctr">
                          <a:solidFill>
                            <a:schemeClr val="tx1"/>
                          </a:solidFill>
                          <a:prstDash val="solid"/>
                          <a:round/>
                          <a:headEnd type="none" w="med" len="med"/>
                          <a:tailEnd type="none" w="med" len="med"/>
                        </a:lnB>
                        <a:blipFill>
                          <a:blip r:embed="rId2"/>
                          <a:stretch>
                            <a:fillRect l="-200217" t="-400000" r="-651" b="-1351"/>
                          </a:stretch>
                        </a:blipFill>
                      </a:tcPr>
                    </a:tc>
                    <a:extLst>
                      <a:ext uri="{0D108BD9-81ED-4DB2-BD59-A6C34878D82A}">
                        <a16:rowId xmlns:a16="http://schemas.microsoft.com/office/drawing/2014/main" val="10004"/>
                      </a:ext>
                    </a:extLst>
                  </a:tr>
                </a:tbl>
              </a:graphicData>
            </a:graphic>
          </p:graphicFrame>
        </mc:Fallback>
      </mc:AlternateContent>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6" name="Rectangle 2">
            <a:extLst>
              <a:ext uri="{FF2B5EF4-FFF2-40B4-BE49-F238E27FC236}">
                <a16:creationId xmlns:a16="http://schemas.microsoft.com/office/drawing/2014/main" id="{B11DB68D-F980-88DF-210D-3EC9C476E16A}"/>
              </a:ext>
            </a:extLst>
          </p:cNvPr>
          <p:cNvSpPr>
            <a:spLocks noGrp="1" noChangeArrowheads="1"/>
          </p:cNvSpPr>
          <p:nvPr>
            <p:ph type="body" idx="1"/>
          </p:nvPr>
        </p:nvSpPr>
        <p:spPr>
          <a:xfrm>
            <a:off x="269875" y="174625"/>
            <a:ext cx="4572000" cy="609600"/>
          </a:xfrm>
        </p:spPr>
        <p:txBody>
          <a:bodyPr/>
          <a:lstStyle/>
          <a:p>
            <a:pPr eaLnBrk="1" hangingPunct="1">
              <a:buFontTx/>
              <a:buNone/>
            </a:pPr>
            <a:r>
              <a:rPr lang="en-US" altLang="zh-CN"/>
              <a:t>2 </a:t>
            </a:r>
            <a:r>
              <a:rPr lang="zh-CN" altLang="en-US"/>
              <a:t>排列与组合（续）</a:t>
            </a:r>
            <a:endParaRPr lang="en-US" altLang="zh-CN"/>
          </a:p>
          <a:p>
            <a:pPr eaLnBrk="1" hangingPunct="1">
              <a:buFontTx/>
              <a:buNone/>
            </a:pPr>
            <a:endParaRPr lang="en-US" altLang="zh-CN"/>
          </a:p>
        </p:txBody>
      </p:sp>
      <mc:AlternateContent xmlns:mc="http://schemas.openxmlformats.org/markup-compatibility/2006" xmlns:a14="http://schemas.microsoft.com/office/drawing/2010/main">
        <mc:Choice Requires="a14">
          <p:sp>
            <p:nvSpPr>
              <p:cNvPr id="4" name="内容占位符 2">
                <a:extLst>
                  <a:ext uri="{FF2B5EF4-FFF2-40B4-BE49-F238E27FC236}">
                    <a16:creationId xmlns:a16="http://schemas.microsoft.com/office/drawing/2014/main" id="{A9F9195B-44BF-AD91-23E9-BBF37AC0D64E}"/>
                  </a:ext>
                </a:extLst>
              </p:cNvPr>
              <p:cNvSpPr txBox="1">
                <a:spLocks/>
              </p:cNvSpPr>
              <p:nvPr/>
            </p:nvSpPr>
            <p:spPr bwMode="auto">
              <a:xfrm>
                <a:off x="242661" y="773339"/>
                <a:ext cx="8572500" cy="6084661"/>
              </a:xfrm>
              <a:prstGeom prst="rect">
                <a:avLst/>
              </a:prstGeom>
              <a:noFill/>
              <a:ln>
                <a:noFill/>
              </a:ln>
              <a:extLst>
                <a:ext uri="{909E8E84-426E-40DD-AFC4-6F175D3DCCD1}">
                  <a14:hiddenFill>
                    <a:solidFill>
                      <a:srgbClr val="FFFFFF"/>
                    </a:solidFill>
                  </a14:hiddenFill>
                </a:ext>
                <a:ext uri="{91240B29-F687-4F45-9708-019B960494DF}">
                  <a14:hiddenLine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vl6pPr marL="2514600" indent="-228600" algn="l" rtl="0" fontAlgn="base">
                  <a:spcBef>
                    <a:spcPct val="20000"/>
                  </a:spcBef>
                  <a:spcAft>
                    <a:spcPct val="0"/>
                  </a:spcAft>
                  <a:buChar char="»"/>
                  <a:defRPr sz="2000">
                    <a:solidFill>
                      <a:schemeClr val="tx1"/>
                    </a:solidFill>
                    <a:latin typeface="+mn-lt"/>
                    <a:ea typeface="+mn-ea"/>
                  </a:defRPr>
                </a:lvl6pPr>
                <a:lvl7pPr marL="2971800" indent="-228600" algn="l" rtl="0" fontAlgn="base">
                  <a:spcBef>
                    <a:spcPct val="20000"/>
                  </a:spcBef>
                  <a:spcAft>
                    <a:spcPct val="0"/>
                  </a:spcAft>
                  <a:buChar char="»"/>
                  <a:defRPr sz="2000">
                    <a:solidFill>
                      <a:schemeClr val="tx1"/>
                    </a:solidFill>
                    <a:latin typeface="+mn-lt"/>
                    <a:ea typeface="+mn-ea"/>
                  </a:defRPr>
                </a:lvl7pPr>
                <a:lvl8pPr marL="3429000" indent="-228600" algn="l" rtl="0" fontAlgn="base">
                  <a:spcBef>
                    <a:spcPct val="20000"/>
                  </a:spcBef>
                  <a:spcAft>
                    <a:spcPct val="0"/>
                  </a:spcAft>
                  <a:buChar char="»"/>
                  <a:defRPr sz="2000">
                    <a:solidFill>
                      <a:schemeClr val="tx1"/>
                    </a:solidFill>
                    <a:latin typeface="+mn-lt"/>
                    <a:ea typeface="+mn-ea"/>
                  </a:defRPr>
                </a:lvl8pPr>
                <a:lvl9pPr marL="3886200" indent="-228600" algn="l" rtl="0" fontAlgn="base">
                  <a:spcBef>
                    <a:spcPct val="20000"/>
                  </a:spcBef>
                  <a:spcAft>
                    <a:spcPct val="0"/>
                  </a:spcAft>
                  <a:buChar char="»"/>
                  <a:defRPr sz="2000">
                    <a:solidFill>
                      <a:schemeClr val="tx1"/>
                    </a:solidFill>
                    <a:latin typeface="+mn-lt"/>
                    <a:ea typeface="+mn-ea"/>
                  </a:defRPr>
                </a:lvl9pPr>
              </a:lstStyle>
              <a:p>
                <a:pPr marL="0" indent="0" eaLnBrk="1" hangingPunct="1">
                  <a:buNone/>
                </a:pPr>
                <a:r>
                  <a:rPr lang="zh-CN" altLang="zh-CN" sz="3000" b="1" dirty="0">
                    <a:latin typeface="+mn-ea"/>
                  </a:rPr>
                  <a:t>定理</a:t>
                </a:r>
                <a:r>
                  <a:rPr lang="en-US" altLang="zh-CN" sz="3000" b="1" dirty="0">
                    <a:latin typeface="+mn-ea"/>
                  </a:rPr>
                  <a:t>4 </a:t>
                </a:r>
                <a:r>
                  <a:rPr lang="zh-CN" altLang="en-US" sz="3000" dirty="0">
                    <a:solidFill>
                      <a:srgbClr val="000000"/>
                    </a:solidFill>
                    <a:latin typeface="+mn-ea"/>
                  </a:rPr>
                  <a:t>设类型</a:t>
                </a:r>
                <a:r>
                  <a:rPr lang="en-US" altLang="zh-CN" sz="3000" dirty="0">
                    <a:solidFill>
                      <a:srgbClr val="000000"/>
                    </a:solidFill>
                    <a:latin typeface="+mn-ea"/>
                  </a:rPr>
                  <a:t>1</a:t>
                </a:r>
                <a:r>
                  <a:rPr lang="zh-CN" altLang="en-US" sz="3000" dirty="0">
                    <a:solidFill>
                      <a:srgbClr val="000000"/>
                    </a:solidFill>
                    <a:latin typeface="+mn-ea"/>
                  </a:rPr>
                  <a:t>的相同的物体有</a:t>
                </a:r>
                <a14:m>
                  <m:oMath xmlns:m="http://schemas.openxmlformats.org/officeDocument/2006/math">
                    <m:sSub>
                      <m:sSubPr>
                        <m:ctrlPr>
                          <a:rPr lang="en-US" altLang="zh-CN" sz="3000" i="1">
                            <a:solidFill>
                              <a:srgbClr val="000000"/>
                            </a:solidFill>
                            <a:latin typeface="Cambria Math" panose="02040503050406030204" pitchFamily="18" charset="0"/>
                          </a:rPr>
                        </m:ctrlPr>
                      </m:sSubPr>
                      <m:e>
                        <m:r>
                          <a:rPr lang="en-US" altLang="zh-CN" sz="3000" i="1">
                            <a:solidFill>
                              <a:srgbClr val="000000"/>
                            </a:solidFill>
                            <a:latin typeface="Cambria Math" panose="02040503050406030204" pitchFamily="18" charset="0"/>
                          </a:rPr>
                          <m:t>𝑛</m:t>
                        </m:r>
                      </m:e>
                      <m:sub>
                        <m:r>
                          <a:rPr lang="en-US" altLang="zh-CN" sz="3000" i="1">
                            <a:solidFill>
                              <a:srgbClr val="000000"/>
                            </a:solidFill>
                            <a:latin typeface="Cambria Math" panose="02040503050406030204" pitchFamily="18" charset="0"/>
                          </a:rPr>
                          <m:t>1</m:t>
                        </m:r>
                      </m:sub>
                    </m:sSub>
                  </m:oMath>
                </a14:m>
                <a:r>
                  <a:rPr lang="zh-CN" altLang="en-US" sz="3000" dirty="0">
                    <a:solidFill>
                      <a:srgbClr val="000000"/>
                    </a:solidFill>
                    <a:latin typeface="+mn-ea"/>
                  </a:rPr>
                  <a:t>个，类型</a:t>
                </a:r>
                <a:r>
                  <a:rPr lang="en-US" altLang="zh-CN" sz="3000" dirty="0">
                    <a:solidFill>
                      <a:srgbClr val="000000"/>
                    </a:solidFill>
                    <a:latin typeface="+mn-ea"/>
                  </a:rPr>
                  <a:t>2</a:t>
                </a:r>
                <a:r>
                  <a:rPr lang="zh-CN" altLang="en-US" sz="3000" dirty="0">
                    <a:solidFill>
                      <a:srgbClr val="000000"/>
                    </a:solidFill>
                    <a:latin typeface="+mn-ea"/>
                  </a:rPr>
                  <a:t>的相同的物体有</a:t>
                </a:r>
                <a14:m>
                  <m:oMath xmlns:m="http://schemas.openxmlformats.org/officeDocument/2006/math">
                    <m:sSub>
                      <m:sSubPr>
                        <m:ctrlPr>
                          <a:rPr lang="en-US" altLang="zh-CN" sz="3000" i="1">
                            <a:solidFill>
                              <a:srgbClr val="000000"/>
                            </a:solidFill>
                            <a:latin typeface="Cambria Math" panose="02040503050406030204" pitchFamily="18" charset="0"/>
                          </a:rPr>
                        </m:ctrlPr>
                      </m:sSubPr>
                      <m:e>
                        <m:r>
                          <a:rPr lang="en-US" altLang="zh-CN" sz="3000" i="1">
                            <a:solidFill>
                              <a:srgbClr val="000000"/>
                            </a:solidFill>
                            <a:latin typeface="Cambria Math" panose="02040503050406030204" pitchFamily="18" charset="0"/>
                          </a:rPr>
                          <m:t>𝑛</m:t>
                        </m:r>
                      </m:e>
                      <m:sub>
                        <m:r>
                          <a:rPr lang="en-US" altLang="zh-CN" sz="3000" i="1">
                            <a:solidFill>
                              <a:srgbClr val="000000"/>
                            </a:solidFill>
                            <a:latin typeface="Cambria Math" panose="02040503050406030204" pitchFamily="18" charset="0"/>
                          </a:rPr>
                          <m:t>2</m:t>
                        </m:r>
                      </m:sub>
                    </m:sSub>
                  </m:oMath>
                </a14:m>
                <a:r>
                  <a:rPr lang="zh-CN" altLang="en-US" sz="3000" dirty="0">
                    <a:solidFill>
                      <a:srgbClr val="000000"/>
                    </a:solidFill>
                    <a:latin typeface="+mn-ea"/>
                  </a:rPr>
                  <a:t>个，</a:t>
                </a:r>
                <a:r>
                  <a:rPr lang="en-US" altLang="zh-CN" sz="3000" dirty="0">
                    <a:solidFill>
                      <a:srgbClr val="000000"/>
                    </a:solidFill>
                    <a:latin typeface="+mn-ea"/>
                  </a:rPr>
                  <a:t>…</a:t>
                </a:r>
                <a:r>
                  <a:rPr lang="zh-CN" altLang="en-US" sz="3000" dirty="0">
                    <a:solidFill>
                      <a:srgbClr val="000000"/>
                    </a:solidFill>
                    <a:latin typeface="+mn-ea"/>
                  </a:rPr>
                  <a:t>，类型</a:t>
                </a:r>
                <a14:m>
                  <m:oMath xmlns:m="http://schemas.openxmlformats.org/officeDocument/2006/math">
                    <m:r>
                      <a:rPr lang="en-US" altLang="zh-CN" sz="3000" i="1" dirty="0">
                        <a:solidFill>
                          <a:srgbClr val="000000"/>
                        </a:solidFill>
                        <a:latin typeface="Cambria Math" panose="02040503050406030204" pitchFamily="18" charset="0"/>
                      </a:rPr>
                      <m:t>𝑘</m:t>
                    </m:r>
                  </m:oMath>
                </a14:m>
                <a:r>
                  <a:rPr lang="zh-CN" altLang="en-US" sz="3000" dirty="0">
                    <a:solidFill>
                      <a:srgbClr val="000000"/>
                    </a:solidFill>
                    <a:latin typeface="+mn-ea"/>
                  </a:rPr>
                  <a:t>的相同的物体有</a:t>
                </a:r>
                <a14:m>
                  <m:oMath xmlns:m="http://schemas.openxmlformats.org/officeDocument/2006/math">
                    <m:sSub>
                      <m:sSubPr>
                        <m:ctrlPr>
                          <a:rPr lang="en-US" altLang="zh-CN" sz="3000" i="1">
                            <a:solidFill>
                              <a:srgbClr val="000000"/>
                            </a:solidFill>
                            <a:latin typeface="Cambria Math" panose="02040503050406030204" pitchFamily="18" charset="0"/>
                          </a:rPr>
                        </m:ctrlPr>
                      </m:sSubPr>
                      <m:e>
                        <m:r>
                          <a:rPr lang="en-US" altLang="zh-CN" sz="3000" i="1">
                            <a:solidFill>
                              <a:srgbClr val="000000"/>
                            </a:solidFill>
                            <a:latin typeface="Cambria Math" panose="02040503050406030204" pitchFamily="18" charset="0"/>
                          </a:rPr>
                          <m:t>𝑛</m:t>
                        </m:r>
                      </m:e>
                      <m:sub>
                        <m:r>
                          <a:rPr lang="en-US" altLang="zh-CN" sz="3000" i="1">
                            <a:solidFill>
                              <a:srgbClr val="000000"/>
                            </a:solidFill>
                            <a:latin typeface="Cambria Math" panose="02040503050406030204" pitchFamily="18" charset="0"/>
                          </a:rPr>
                          <m:t>𝑘</m:t>
                        </m:r>
                      </m:sub>
                    </m:sSub>
                  </m:oMath>
                </a14:m>
                <a:r>
                  <a:rPr lang="zh-CN" altLang="en-US" sz="3000" dirty="0">
                    <a:solidFill>
                      <a:srgbClr val="000000"/>
                    </a:solidFill>
                    <a:latin typeface="+mn-ea"/>
                  </a:rPr>
                  <a:t>个，那么</a:t>
                </a:r>
                <a14:m>
                  <m:oMath xmlns:m="http://schemas.openxmlformats.org/officeDocument/2006/math">
                    <m:r>
                      <a:rPr lang="en-US" altLang="zh-CN" sz="3000" dirty="0">
                        <a:solidFill>
                          <a:srgbClr val="000000"/>
                        </a:solidFill>
                        <a:latin typeface="Cambria Math" panose="02040503050406030204" pitchFamily="18" charset="0"/>
                      </a:rPr>
                      <m:t> </m:t>
                    </m:r>
                    <m:r>
                      <a:rPr lang="en-US" altLang="zh-CN" sz="3000" i="1" dirty="0">
                        <a:solidFill>
                          <a:srgbClr val="000000"/>
                        </a:solidFill>
                        <a:latin typeface="Cambria Math" panose="02040503050406030204" pitchFamily="18" charset="0"/>
                      </a:rPr>
                      <m:t>𝑛</m:t>
                    </m:r>
                    <m:r>
                      <a:rPr lang="en-US" altLang="zh-CN" sz="3000" i="1" dirty="0">
                        <a:solidFill>
                          <a:srgbClr val="000000"/>
                        </a:solidFill>
                        <a:latin typeface="Cambria Math" panose="02040503050406030204" pitchFamily="18" charset="0"/>
                      </a:rPr>
                      <m:t>=</m:t>
                    </m:r>
                    <m:sSub>
                      <m:sSubPr>
                        <m:ctrlPr>
                          <a:rPr lang="en-US" altLang="zh-CN" sz="3000" i="1" dirty="0">
                            <a:solidFill>
                              <a:srgbClr val="000000"/>
                            </a:solidFill>
                            <a:latin typeface="Cambria Math" panose="02040503050406030204" pitchFamily="18" charset="0"/>
                          </a:rPr>
                        </m:ctrlPr>
                      </m:sSubPr>
                      <m:e>
                        <m:r>
                          <a:rPr lang="en-US" altLang="zh-CN" sz="3000" i="1" dirty="0">
                            <a:solidFill>
                              <a:srgbClr val="000000"/>
                            </a:solidFill>
                            <a:latin typeface="Cambria Math" panose="02040503050406030204" pitchFamily="18" charset="0"/>
                          </a:rPr>
                          <m:t>𝑛</m:t>
                        </m:r>
                      </m:e>
                      <m:sub>
                        <m:r>
                          <a:rPr lang="en-US" altLang="zh-CN" sz="3000" i="1" dirty="0">
                            <a:solidFill>
                              <a:srgbClr val="000000"/>
                            </a:solidFill>
                            <a:latin typeface="Cambria Math" panose="02040503050406030204" pitchFamily="18" charset="0"/>
                          </a:rPr>
                          <m:t>1</m:t>
                        </m:r>
                      </m:sub>
                    </m:sSub>
                    <m:r>
                      <a:rPr lang="en-US" altLang="zh-CN" sz="3000" i="1" dirty="0">
                        <a:solidFill>
                          <a:srgbClr val="000000"/>
                        </a:solidFill>
                        <a:latin typeface="Cambria Math" panose="02040503050406030204" pitchFamily="18" charset="0"/>
                      </a:rPr>
                      <m:t>+⋯+</m:t>
                    </m:r>
                    <m:sSub>
                      <m:sSubPr>
                        <m:ctrlPr>
                          <a:rPr lang="en-US" altLang="zh-CN" sz="3000" i="1" dirty="0">
                            <a:solidFill>
                              <a:srgbClr val="000000"/>
                            </a:solidFill>
                            <a:latin typeface="Cambria Math" panose="02040503050406030204" pitchFamily="18" charset="0"/>
                          </a:rPr>
                        </m:ctrlPr>
                      </m:sSubPr>
                      <m:e>
                        <m:r>
                          <a:rPr lang="en-US" altLang="zh-CN" sz="3000" i="1" dirty="0">
                            <a:solidFill>
                              <a:srgbClr val="000000"/>
                            </a:solidFill>
                            <a:latin typeface="Cambria Math" panose="02040503050406030204" pitchFamily="18" charset="0"/>
                          </a:rPr>
                          <m:t>𝑛</m:t>
                        </m:r>
                      </m:e>
                      <m:sub>
                        <m:r>
                          <a:rPr lang="en-US" altLang="zh-CN" sz="3000" i="1" dirty="0">
                            <a:solidFill>
                              <a:srgbClr val="000000"/>
                            </a:solidFill>
                            <a:latin typeface="Cambria Math" panose="02040503050406030204" pitchFamily="18" charset="0"/>
                          </a:rPr>
                          <m:t>𝑘</m:t>
                        </m:r>
                      </m:sub>
                    </m:sSub>
                  </m:oMath>
                </a14:m>
                <a:r>
                  <a:rPr lang="zh-CN" altLang="en-US" sz="3000" dirty="0">
                    <a:solidFill>
                      <a:srgbClr val="000000"/>
                    </a:solidFill>
                    <a:latin typeface="+mn-ea"/>
                  </a:rPr>
                  <a:t>个物体的不同排列数是 </a:t>
                </a:r>
                <a14:m>
                  <m:oMath xmlns:m="http://schemas.openxmlformats.org/officeDocument/2006/math">
                    <m:f>
                      <m:fPr>
                        <m:ctrlPr>
                          <a:rPr lang="en-US" altLang="zh-CN" sz="3000" i="1">
                            <a:solidFill>
                              <a:srgbClr val="000000"/>
                            </a:solidFill>
                            <a:latin typeface="Cambria Math" panose="02040503050406030204" pitchFamily="18" charset="0"/>
                          </a:rPr>
                        </m:ctrlPr>
                      </m:fPr>
                      <m:num>
                        <m:r>
                          <a:rPr lang="en-US" altLang="zh-CN" sz="3000" i="1">
                            <a:solidFill>
                              <a:srgbClr val="000000"/>
                            </a:solidFill>
                            <a:latin typeface="Cambria Math" panose="02040503050406030204" pitchFamily="18" charset="0"/>
                          </a:rPr>
                          <m:t>𝑛</m:t>
                        </m:r>
                        <m:r>
                          <a:rPr lang="en-US" altLang="zh-CN" sz="3000" i="1">
                            <a:solidFill>
                              <a:srgbClr val="000000"/>
                            </a:solidFill>
                            <a:latin typeface="Cambria Math" panose="02040503050406030204" pitchFamily="18" charset="0"/>
                          </a:rPr>
                          <m:t>!</m:t>
                        </m:r>
                      </m:num>
                      <m:den>
                        <m:sSub>
                          <m:sSubPr>
                            <m:ctrlPr>
                              <a:rPr lang="en-US" altLang="zh-CN" sz="3000" i="1">
                                <a:solidFill>
                                  <a:srgbClr val="000000"/>
                                </a:solidFill>
                                <a:latin typeface="Cambria Math" panose="02040503050406030204" pitchFamily="18" charset="0"/>
                              </a:rPr>
                            </m:ctrlPr>
                          </m:sSubPr>
                          <m:e>
                            <m:r>
                              <a:rPr lang="en-US" altLang="zh-CN" sz="3000" i="1">
                                <a:solidFill>
                                  <a:srgbClr val="000000"/>
                                </a:solidFill>
                                <a:latin typeface="Cambria Math" panose="02040503050406030204" pitchFamily="18" charset="0"/>
                              </a:rPr>
                              <m:t>𝑛</m:t>
                            </m:r>
                          </m:e>
                          <m:sub>
                            <m:r>
                              <a:rPr lang="en-US" altLang="zh-CN" sz="3000" i="1">
                                <a:solidFill>
                                  <a:srgbClr val="000000"/>
                                </a:solidFill>
                                <a:latin typeface="Cambria Math" panose="02040503050406030204" pitchFamily="18" charset="0"/>
                              </a:rPr>
                              <m:t>1</m:t>
                            </m:r>
                          </m:sub>
                        </m:sSub>
                        <m:r>
                          <a:rPr lang="en-US" altLang="zh-CN" sz="3000" i="1">
                            <a:solidFill>
                              <a:srgbClr val="000000"/>
                            </a:solidFill>
                            <a:latin typeface="Cambria Math" panose="02040503050406030204" pitchFamily="18" charset="0"/>
                          </a:rPr>
                          <m:t>!</m:t>
                        </m:r>
                        <m:sSub>
                          <m:sSubPr>
                            <m:ctrlPr>
                              <a:rPr lang="en-US" altLang="zh-CN" sz="3000" i="1">
                                <a:solidFill>
                                  <a:srgbClr val="000000"/>
                                </a:solidFill>
                                <a:latin typeface="Cambria Math" panose="02040503050406030204" pitchFamily="18" charset="0"/>
                              </a:rPr>
                            </m:ctrlPr>
                          </m:sSubPr>
                          <m:e>
                            <m:r>
                              <a:rPr lang="en-US" altLang="zh-CN" sz="3000" i="1">
                                <a:solidFill>
                                  <a:srgbClr val="000000"/>
                                </a:solidFill>
                                <a:latin typeface="Cambria Math" panose="02040503050406030204" pitchFamily="18" charset="0"/>
                              </a:rPr>
                              <m:t>𝑛</m:t>
                            </m:r>
                          </m:e>
                          <m:sub>
                            <m:r>
                              <a:rPr lang="en-US" altLang="zh-CN" sz="3000" i="1">
                                <a:solidFill>
                                  <a:srgbClr val="000000"/>
                                </a:solidFill>
                                <a:latin typeface="Cambria Math" panose="02040503050406030204" pitchFamily="18" charset="0"/>
                              </a:rPr>
                              <m:t>2</m:t>
                            </m:r>
                          </m:sub>
                        </m:sSub>
                        <m:r>
                          <a:rPr lang="en-US" altLang="zh-CN" sz="3000" i="1">
                            <a:solidFill>
                              <a:srgbClr val="000000"/>
                            </a:solidFill>
                            <a:latin typeface="Cambria Math" panose="02040503050406030204" pitchFamily="18" charset="0"/>
                          </a:rPr>
                          <m:t>!⋯</m:t>
                        </m:r>
                        <m:sSub>
                          <m:sSubPr>
                            <m:ctrlPr>
                              <a:rPr lang="en-US" altLang="zh-CN" sz="3000" i="1">
                                <a:solidFill>
                                  <a:srgbClr val="000000"/>
                                </a:solidFill>
                                <a:latin typeface="Cambria Math" panose="02040503050406030204" pitchFamily="18" charset="0"/>
                              </a:rPr>
                            </m:ctrlPr>
                          </m:sSubPr>
                          <m:e>
                            <m:r>
                              <a:rPr lang="en-US" altLang="zh-CN" sz="3000" i="1">
                                <a:solidFill>
                                  <a:srgbClr val="000000"/>
                                </a:solidFill>
                                <a:latin typeface="Cambria Math" panose="02040503050406030204" pitchFamily="18" charset="0"/>
                              </a:rPr>
                              <m:t>𝑛</m:t>
                            </m:r>
                          </m:e>
                          <m:sub>
                            <m:r>
                              <a:rPr lang="en-US" altLang="zh-CN" sz="3000" i="1">
                                <a:solidFill>
                                  <a:srgbClr val="000000"/>
                                </a:solidFill>
                                <a:latin typeface="Cambria Math" panose="02040503050406030204" pitchFamily="18" charset="0"/>
                              </a:rPr>
                              <m:t>𝑘</m:t>
                            </m:r>
                          </m:sub>
                        </m:sSub>
                        <m:r>
                          <a:rPr lang="en-US" altLang="zh-CN" sz="3000" i="1">
                            <a:solidFill>
                              <a:srgbClr val="000000"/>
                            </a:solidFill>
                            <a:latin typeface="Cambria Math" panose="02040503050406030204" pitchFamily="18" charset="0"/>
                          </a:rPr>
                          <m:t>!</m:t>
                        </m:r>
                      </m:den>
                    </m:f>
                    <m:r>
                      <a:rPr lang="zh-CN" altLang="en-US" sz="3000" i="1" smtClean="0">
                        <a:solidFill>
                          <a:srgbClr val="000000"/>
                        </a:solidFill>
                        <a:latin typeface="Cambria Math" panose="02040503050406030204" pitchFamily="18" charset="0"/>
                      </a:rPr>
                      <m:t>。</m:t>
                    </m:r>
                  </m:oMath>
                </a14:m>
                <a:endParaRPr lang="en-US" altLang="zh-CN" sz="3000" i="1" dirty="0">
                  <a:solidFill>
                    <a:srgbClr val="000000"/>
                  </a:solidFill>
                  <a:latin typeface="+mn-ea"/>
                </a:endParaRPr>
              </a:p>
              <a:p>
                <a:pPr marL="0" indent="0" eaLnBrk="1" hangingPunct="1">
                  <a:lnSpc>
                    <a:spcPct val="130000"/>
                  </a:lnSpc>
                  <a:buNone/>
                </a:pPr>
                <a:r>
                  <a:rPr lang="zh-CN" altLang="zh-CN" b="1" dirty="0">
                    <a:latin typeface="+mn-ea"/>
                  </a:rPr>
                  <a:t>定理</a:t>
                </a:r>
                <a:r>
                  <a:rPr lang="en-US" altLang="zh-CN" b="1" dirty="0">
                    <a:latin typeface="+mn-ea"/>
                  </a:rPr>
                  <a:t>4</a:t>
                </a:r>
                <a:r>
                  <a:rPr lang="zh-CN" altLang="en-US" b="1" dirty="0">
                    <a:latin typeface="+mn-ea"/>
                  </a:rPr>
                  <a:t>证明</a:t>
                </a:r>
                <a:r>
                  <a:rPr lang="en-US" altLang="zh-CN" b="1" dirty="0">
                    <a:latin typeface="+mn-ea"/>
                  </a:rPr>
                  <a:t>.</a:t>
                </a:r>
              </a:p>
              <a:p>
                <a:pPr marL="0" indent="0" eaLnBrk="1" hangingPunct="1">
                  <a:buNone/>
                </a:pPr>
                <a:r>
                  <a:rPr lang="zh-CN" altLang="en-US" sz="2800" dirty="0">
                    <a:latin typeface="+mn-ea"/>
                  </a:rPr>
                  <a:t>如果不考虑各个类型的相同物体（视为都是不同物体），则</a:t>
                </a:r>
                <a14:m>
                  <m:oMath xmlns:m="http://schemas.openxmlformats.org/officeDocument/2006/math">
                    <m:r>
                      <a:rPr lang="en-US" altLang="zh-CN" sz="2800" i="1" dirty="0">
                        <a:solidFill>
                          <a:srgbClr val="000000"/>
                        </a:solidFill>
                        <a:latin typeface="Cambria Math" panose="02040503050406030204" pitchFamily="18" charset="0"/>
                      </a:rPr>
                      <m:t>𝑛</m:t>
                    </m:r>
                  </m:oMath>
                </a14:m>
                <a:r>
                  <a:rPr lang="zh-CN" altLang="en-US" sz="2800" dirty="0">
                    <a:latin typeface="+mn-ea"/>
                  </a:rPr>
                  <a:t>个物体的排列数恰好是</a:t>
                </a:r>
                <a14:m>
                  <m:oMath xmlns:m="http://schemas.openxmlformats.org/officeDocument/2006/math">
                    <m:r>
                      <a:rPr lang="en-US" altLang="zh-CN" sz="2800" i="1">
                        <a:solidFill>
                          <a:srgbClr val="000000"/>
                        </a:solidFill>
                        <a:latin typeface="Cambria Math" panose="02040503050406030204" pitchFamily="18" charset="0"/>
                      </a:rPr>
                      <m:t>𝑛</m:t>
                    </m:r>
                    <m:r>
                      <a:rPr lang="en-US" altLang="zh-CN" sz="2800" i="1">
                        <a:solidFill>
                          <a:srgbClr val="000000"/>
                        </a:solidFill>
                        <a:latin typeface="Cambria Math" panose="02040503050406030204" pitchFamily="18" charset="0"/>
                      </a:rPr>
                      <m:t>!</m:t>
                    </m:r>
                  </m:oMath>
                </a14:m>
                <a:r>
                  <a:rPr lang="zh-CN" altLang="en-US" sz="2800" dirty="0">
                    <a:latin typeface="+mn-ea"/>
                  </a:rPr>
                  <a:t>。假定这</a:t>
                </a:r>
                <a14:m>
                  <m:oMath xmlns:m="http://schemas.openxmlformats.org/officeDocument/2006/math">
                    <m:r>
                      <a:rPr lang="en-US" altLang="zh-CN" sz="2800" i="1" dirty="0">
                        <a:solidFill>
                          <a:srgbClr val="000000"/>
                        </a:solidFill>
                        <a:latin typeface="Cambria Math" panose="02040503050406030204" pitchFamily="18" charset="0"/>
                      </a:rPr>
                      <m:t>𝑛</m:t>
                    </m:r>
                  </m:oMath>
                </a14:m>
                <a:r>
                  <a:rPr lang="zh-CN" altLang="en-US" sz="2800" dirty="0">
                    <a:latin typeface="+mn-ea"/>
                  </a:rPr>
                  <a:t>个物体的考虑类型的排列数是</a:t>
                </a:r>
                <a14:m>
                  <m:oMath xmlns:m="http://schemas.openxmlformats.org/officeDocument/2006/math">
                    <m:r>
                      <a:rPr lang="en-US" altLang="zh-CN" sz="2800" b="0" i="1" dirty="0" smtClean="0">
                        <a:solidFill>
                          <a:srgbClr val="000000"/>
                        </a:solidFill>
                        <a:latin typeface="Cambria Math" panose="02040503050406030204" pitchFamily="18" charset="0"/>
                      </a:rPr>
                      <m:t>𝐶</m:t>
                    </m:r>
                  </m:oMath>
                </a14:m>
                <a:r>
                  <a:rPr lang="zh-CN" altLang="en-US" sz="2800" dirty="0">
                    <a:latin typeface="+mn-ea"/>
                  </a:rPr>
                  <a:t>。其中</a:t>
                </a:r>
                <a:r>
                  <a:rPr lang="zh-CN" altLang="en-US" sz="2800" dirty="0">
                    <a:solidFill>
                      <a:srgbClr val="000000"/>
                    </a:solidFill>
                    <a:latin typeface="+mn-ea"/>
                  </a:rPr>
                  <a:t>类型</a:t>
                </a:r>
                <a:r>
                  <a:rPr lang="en-US" altLang="zh-CN" sz="2800" dirty="0">
                    <a:solidFill>
                      <a:srgbClr val="000000"/>
                    </a:solidFill>
                    <a:latin typeface="+mn-ea"/>
                  </a:rPr>
                  <a:t>1</a:t>
                </a:r>
                <a:r>
                  <a:rPr lang="zh-CN" altLang="en-US" sz="2800" dirty="0">
                    <a:solidFill>
                      <a:srgbClr val="000000"/>
                    </a:solidFill>
                    <a:latin typeface="+mn-ea"/>
                  </a:rPr>
                  <a:t>的相同的物体有</a:t>
                </a:r>
                <a14:m>
                  <m:oMath xmlns:m="http://schemas.openxmlformats.org/officeDocument/2006/math">
                    <m:r>
                      <a:rPr lang="en-US" altLang="zh-CN" sz="2800" i="1">
                        <a:solidFill>
                          <a:srgbClr val="000000"/>
                        </a:solidFill>
                        <a:latin typeface="Cambria Math" panose="02040503050406030204" pitchFamily="18" charset="0"/>
                      </a:rPr>
                      <m:t> </m:t>
                    </m:r>
                    <m:sSub>
                      <m:sSubPr>
                        <m:ctrlPr>
                          <a:rPr lang="en-US" altLang="zh-CN" sz="2800" i="1">
                            <a:solidFill>
                              <a:srgbClr val="000000"/>
                            </a:solidFill>
                            <a:latin typeface="Cambria Math" panose="02040503050406030204" pitchFamily="18" charset="0"/>
                          </a:rPr>
                        </m:ctrlPr>
                      </m:sSubPr>
                      <m:e>
                        <m:r>
                          <a:rPr lang="en-US" altLang="zh-CN" sz="2800" i="1">
                            <a:solidFill>
                              <a:srgbClr val="000000"/>
                            </a:solidFill>
                            <a:latin typeface="Cambria Math" panose="02040503050406030204" pitchFamily="18" charset="0"/>
                          </a:rPr>
                          <m:t>𝑛</m:t>
                        </m:r>
                      </m:e>
                      <m:sub>
                        <m:r>
                          <a:rPr lang="en-US" altLang="zh-CN" sz="2800" i="1">
                            <a:solidFill>
                              <a:srgbClr val="000000"/>
                            </a:solidFill>
                            <a:latin typeface="Cambria Math" panose="02040503050406030204" pitchFamily="18" charset="0"/>
                          </a:rPr>
                          <m:t>1</m:t>
                        </m:r>
                      </m:sub>
                    </m:sSub>
                  </m:oMath>
                </a14:m>
                <a:r>
                  <a:rPr lang="zh-CN" altLang="en-US" sz="2800" dirty="0">
                    <a:solidFill>
                      <a:srgbClr val="000000"/>
                    </a:solidFill>
                    <a:latin typeface="+mn-ea"/>
                  </a:rPr>
                  <a:t>个，类型</a:t>
                </a:r>
                <a:r>
                  <a:rPr lang="en-US" altLang="zh-CN" sz="2800" dirty="0">
                    <a:solidFill>
                      <a:srgbClr val="000000"/>
                    </a:solidFill>
                    <a:latin typeface="+mn-ea"/>
                  </a:rPr>
                  <a:t>2</a:t>
                </a:r>
                <a:r>
                  <a:rPr lang="zh-CN" altLang="en-US" sz="2800" dirty="0">
                    <a:solidFill>
                      <a:srgbClr val="000000"/>
                    </a:solidFill>
                    <a:latin typeface="+mn-ea"/>
                  </a:rPr>
                  <a:t>的相同的物体有</a:t>
                </a:r>
                <a14:m>
                  <m:oMath xmlns:m="http://schemas.openxmlformats.org/officeDocument/2006/math">
                    <m:r>
                      <a:rPr lang="en-US" altLang="zh-CN" sz="2800">
                        <a:solidFill>
                          <a:srgbClr val="000000"/>
                        </a:solidFill>
                        <a:latin typeface="Cambria Math" panose="02040503050406030204" pitchFamily="18" charset="0"/>
                      </a:rPr>
                      <m:t> </m:t>
                    </m:r>
                    <m:sSub>
                      <m:sSubPr>
                        <m:ctrlPr>
                          <a:rPr lang="en-US" altLang="zh-CN" sz="2800" i="1">
                            <a:solidFill>
                              <a:srgbClr val="000000"/>
                            </a:solidFill>
                            <a:latin typeface="Cambria Math" panose="02040503050406030204" pitchFamily="18" charset="0"/>
                          </a:rPr>
                        </m:ctrlPr>
                      </m:sSubPr>
                      <m:e>
                        <m:r>
                          <a:rPr lang="en-US" altLang="zh-CN" sz="2800" i="1">
                            <a:solidFill>
                              <a:srgbClr val="000000"/>
                            </a:solidFill>
                            <a:latin typeface="Cambria Math" panose="02040503050406030204" pitchFamily="18" charset="0"/>
                          </a:rPr>
                          <m:t>𝑛</m:t>
                        </m:r>
                      </m:e>
                      <m:sub>
                        <m:r>
                          <a:rPr lang="en-US" altLang="zh-CN" sz="2800" i="1">
                            <a:solidFill>
                              <a:srgbClr val="000000"/>
                            </a:solidFill>
                            <a:latin typeface="Cambria Math" panose="02040503050406030204" pitchFamily="18" charset="0"/>
                          </a:rPr>
                          <m:t>2</m:t>
                        </m:r>
                      </m:sub>
                    </m:sSub>
                  </m:oMath>
                </a14:m>
                <a:r>
                  <a:rPr lang="zh-CN" altLang="en-US" sz="2800" dirty="0">
                    <a:solidFill>
                      <a:srgbClr val="000000"/>
                    </a:solidFill>
                    <a:latin typeface="+mn-ea"/>
                  </a:rPr>
                  <a:t>个，</a:t>
                </a:r>
                <a:r>
                  <a:rPr lang="en-US" altLang="zh-CN" sz="2800" dirty="0">
                    <a:solidFill>
                      <a:srgbClr val="000000"/>
                    </a:solidFill>
                    <a:latin typeface="+mn-ea"/>
                  </a:rPr>
                  <a:t>…</a:t>
                </a:r>
                <a:r>
                  <a:rPr lang="zh-CN" altLang="en-US" sz="2800" dirty="0">
                    <a:solidFill>
                      <a:srgbClr val="000000"/>
                    </a:solidFill>
                    <a:latin typeface="+mn-ea"/>
                  </a:rPr>
                  <a:t>，类型</a:t>
                </a:r>
                <a14:m>
                  <m:oMath xmlns:m="http://schemas.openxmlformats.org/officeDocument/2006/math">
                    <m:r>
                      <a:rPr lang="en-US" altLang="zh-CN" sz="2800" dirty="0">
                        <a:solidFill>
                          <a:srgbClr val="000000"/>
                        </a:solidFill>
                        <a:latin typeface="Cambria Math" panose="02040503050406030204" pitchFamily="18" charset="0"/>
                      </a:rPr>
                      <m:t> </m:t>
                    </m:r>
                    <m:r>
                      <a:rPr lang="en-US" altLang="zh-CN" sz="2800" i="1" dirty="0">
                        <a:solidFill>
                          <a:srgbClr val="000000"/>
                        </a:solidFill>
                        <a:latin typeface="Cambria Math" panose="02040503050406030204" pitchFamily="18" charset="0"/>
                      </a:rPr>
                      <m:t>𝑘</m:t>
                    </m:r>
                  </m:oMath>
                </a14:m>
                <a:r>
                  <a:rPr lang="zh-CN" altLang="en-US" sz="2800" dirty="0">
                    <a:solidFill>
                      <a:srgbClr val="000000"/>
                    </a:solidFill>
                    <a:latin typeface="+mn-ea"/>
                  </a:rPr>
                  <a:t>的相同的物体有</a:t>
                </a:r>
                <a14:m>
                  <m:oMath xmlns:m="http://schemas.openxmlformats.org/officeDocument/2006/math">
                    <m:sSub>
                      <m:sSubPr>
                        <m:ctrlPr>
                          <a:rPr lang="en-US" altLang="zh-CN" sz="2800" i="1">
                            <a:solidFill>
                              <a:srgbClr val="000000"/>
                            </a:solidFill>
                            <a:latin typeface="Cambria Math" panose="02040503050406030204" pitchFamily="18" charset="0"/>
                          </a:rPr>
                        </m:ctrlPr>
                      </m:sSubPr>
                      <m:e>
                        <m:r>
                          <a:rPr lang="en-US" altLang="zh-CN" sz="2800" i="1">
                            <a:solidFill>
                              <a:srgbClr val="000000"/>
                            </a:solidFill>
                            <a:latin typeface="Cambria Math" panose="02040503050406030204" pitchFamily="18" charset="0"/>
                          </a:rPr>
                          <m:t>𝑛</m:t>
                        </m:r>
                      </m:e>
                      <m:sub>
                        <m:r>
                          <a:rPr lang="en-US" altLang="zh-CN" sz="2800" i="1">
                            <a:solidFill>
                              <a:srgbClr val="000000"/>
                            </a:solidFill>
                            <a:latin typeface="Cambria Math" panose="02040503050406030204" pitchFamily="18" charset="0"/>
                          </a:rPr>
                          <m:t>𝑘</m:t>
                        </m:r>
                      </m:sub>
                    </m:sSub>
                  </m:oMath>
                </a14:m>
                <a:r>
                  <a:rPr lang="zh-CN" altLang="en-US" sz="2800" dirty="0">
                    <a:solidFill>
                      <a:srgbClr val="000000"/>
                    </a:solidFill>
                    <a:latin typeface="+mn-ea"/>
                  </a:rPr>
                  <a:t>个</a:t>
                </a:r>
                <a14:m>
                  <m:oMath xmlns:m="http://schemas.openxmlformats.org/officeDocument/2006/math">
                    <m:r>
                      <a:rPr lang="zh-CN" altLang="en-US" sz="2800" i="1" dirty="0" smtClean="0">
                        <a:solidFill>
                          <a:srgbClr val="000000"/>
                        </a:solidFill>
                        <a:latin typeface="Cambria Math" panose="02040503050406030204" pitchFamily="18" charset="0"/>
                      </a:rPr>
                      <m:t>。</m:t>
                    </m:r>
                  </m:oMath>
                </a14:m>
                <a:r>
                  <a:rPr lang="zh-CN" altLang="en-US" sz="2800" dirty="0">
                    <a:latin typeface="+mn-ea"/>
                  </a:rPr>
                  <a:t>因此，每个不同排列对应不考虑各个类型（视为都是不同物体）有</a:t>
                </a:r>
                <a14:m>
                  <m:oMath xmlns:m="http://schemas.openxmlformats.org/officeDocument/2006/math">
                    <m:sSub>
                      <m:sSubPr>
                        <m:ctrlPr>
                          <a:rPr lang="en-US" altLang="zh-CN" sz="2800" i="1">
                            <a:solidFill>
                              <a:srgbClr val="000000"/>
                            </a:solidFill>
                            <a:latin typeface="Cambria Math" panose="02040503050406030204" pitchFamily="18" charset="0"/>
                          </a:rPr>
                        </m:ctrlPr>
                      </m:sSubPr>
                      <m:e>
                        <m:r>
                          <a:rPr lang="en-US" altLang="zh-CN" sz="2800" i="1">
                            <a:solidFill>
                              <a:srgbClr val="000000"/>
                            </a:solidFill>
                            <a:latin typeface="Cambria Math" panose="02040503050406030204" pitchFamily="18" charset="0"/>
                          </a:rPr>
                          <m:t>𝑛</m:t>
                        </m:r>
                      </m:e>
                      <m:sub>
                        <m:r>
                          <a:rPr lang="en-US" altLang="zh-CN" sz="2800" i="1">
                            <a:solidFill>
                              <a:srgbClr val="000000"/>
                            </a:solidFill>
                            <a:latin typeface="Cambria Math" panose="02040503050406030204" pitchFamily="18" charset="0"/>
                          </a:rPr>
                          <m:t>1</m:t>
                        </m:r>
                      </m:sub>
                    </m:sSub>
                    <m:r>
                      <a:rPr lang="en-US" altLang="zh-CN" sz="2800" i="1">
                        <a:solidFill>
                          <a:srgbClr val="000000"/>
                        </a:solidFill>
                        <a:latin typeface="Cambria Math" panose="02040503050406030204" pitchFamily="18" charset="0"/>
                      </a:rPr>
                      <m:t>!</m:t>
                    </m:r>
                    <m:sSub>
                      <m:sSubPr>
                        <m:ctrlPr>
                          <a:rPr lang="en-US" altLang="zh-CN" sz="2800" i="1">
                            <a:solidFill>
                              <a:srgbClr val="000000"/>
                            </a:solidFill>
                            <a:latin typeface="Cambria Math" panose="02040503050406030204" pitchFamily="18" charset="0"/>
                          </a:rPr>
                        </m:ctrlPr>
                      </m:sSubPr>
                      <m:e>
                        <m:r>
                          <a:rPr lang="en-US" altLang="zh-CN" sz="2800" i="1">
                            <a:solidFill>
                              <a:srgbClr val="000000"/>
                            </a:solidFill>
                            <a:latin typeface="Cambria Math" panose="02040503050406030204" pitchFamily="18" charset="0"/>
                          </a:rPr>
                          <m:t>𝑛</m:t>
                        </m:r>
                      </m:e>
                      <m:sub>
                        <m:r>
                          <a:rPr lang="en-US" altLang="zh-CN" sz="2800" i="1">
                            <a:solidFill>
                              <a:srgbClr val="000000"/>
                            </a:solidFill>
                            <a:latin typeface="Cambria Math" panose="02040503050406030204" pitchFamily="18" charset="0"/>
                          </a:rPr>
                          <m:t>2</m:t>
                        </m:r>
                      </m:sub>
                    </m:sSub>
                    <m:r>
                      <a:rPr lang="en-US" altLang="zh-CN" sz="2800" i="1">
                        <a:solidFill>
                          <a:srgbClr val="000000"/>
                        </a:solidFill>
                        <a:latin typeface="Cambria Math" panose="02040503050406030204" pitchFamily="18" charset="0"/>
                      </a:rPr>
                      <m:t>!⋯</m:t>
                    </m:r>
                    <m:sSub>
                      <m:sSubPr>
                        <m:ctrlPr>
                          <a:rPr lang="en-US" altLang="zh-CN" sz="2800" i="1">
                            <a:solidFill>
                              <a:srgbClr val="000000"/>
                            </a:solidFill>
                            <a:latin typeface="Cambria Math" panose="02040503050406030204" pitchFamily="18" charset="0"/>
                          </a:rPr>
                        </m:ctrlPr>
                      </m:sSubPr>
                      <m:e>
                        <m:r>
                          <a:rPr lang="en-US" altLang="zh-CN" sz="2800" i="1">
                            <a:solidFill>
                              <a:srgbClr val="000000"/>
                            </a:solidFill>
                            <a:latin typeface="Cambria Math" panose="02040503050406030204" pitchFamily="18" charset="0"/>
                          </a:rPr>
                          <m:t>𝑛</m:t>
                        </m:r>
                      </m:e>
                      <m:sub>
                        <m:r>
                          <a:rPr lang="en-US" altLang="zh-CN" sz="2800" i="1">
                            <a:solidFill>
                              <a:srgbClr val="000000"/>
                            </a:solidFill>
                            <a:latin typeface="Cambria Math" panose="02040503050406030204" pitchFamily="18" charset="0"/>
                          </a:rPr>
                          <m:t>𝑘</m:t>
                        </m:r>
                      </m:sub>
                    </m:sSub>
                    <m:r>
                      <a:rPr lang="en-US" altLang="zh-CN" sz="2800" i="1">
                        <a:solidFill>
                          <a:srgbClr val="000000"/>
                        </a:solidFill>
                        <a:latin typeface="Cambria Math" panose="02040503050406030204" pitchFamily="18" charset="0"/>
                      </a:rPr>
                      <m:t>!</m:t>
                    </m:r>
                  </m:oMath>
                </a14:m>
                <a:r>
                  <a:rPr lang="zh-CN" altLang="en-US" sz="2800" dirty="0">
                    <a:latin typeface="+mn-ea"/>
                  </a:rPr>
                  <a:t>种不同情况。因此，</a:t>
                </a:r>
                <a14:m>
                  <m:oMath xmlns:m="http://schemas.openxmlformats.org/officeDocument/2006/math">
                    <m:r>
                      <a:rPr lang="en-US" altLang="zh-CN" sz="2800" i="1" dirty="0">
                        <a:solidFill>
                          <a:srgbClr val="000000"/>
                        </a:solidFill>
                        <a:latin typeface="Cambria Math" panose="02040503050406030204" pitchFamily="18" charset="0"/>
                      </a:rPr>
                      <m:t>𝐶</m:t>
                    </m:r>
                    <m:sSub>
                      <m:sSubPr>
                        <m:ctrlPr>
                          <a:rPr lang="en-US" altLang="zh-CN" sz="2800" i="1">
                            <a:solidFill>
                              <a:srgbClr val="000000"/>
                            </a:solidFill>
                            <a:latin typeface="Cambria Math" panose="02040503050406030204" pitchFamily="18" charset="0"/>
                          </a:rPr>
                        </m:ctrlPr>
                      </m:sSubPr>
                      <m:e>
                        <m:r>
                          <a:rPr lang="en-US" altLang="zh-CN" sz="2800" i="1">
                            <a:solidFill>
                              <a:srgbClr val="000000"/>
                            </a:solidFill>
                            <a:latin typeface="Cambria Math" panose="02040503050406030204" pitchFamily="18" charset="0"/>
                          </a:rPr>
                          <m:t>𝑛</m:t>
                        </m:r>
                      </m:e>
                      <m:sub>
                        <m:r>
                          <a:rPr lang="en-US" altLang="zh-CN" sz="2800" i="1">
                            <a:solidFill>
                              <a:srgbClr val="000000"/>
                            </a:solidFill>
                            <a:latin typeface="Cambria Math" panose="02040503050406030204" pitchFamily="18" charset="0"/>
                          </a:rPr>
                          <m:t>1</m:t>
                        </m:r>
                      </m:sub>
                    </m:sSub>
                    <m:r>
                      <a:rPr lang="en-US" altLang="zh-CN" sz="2800" i="1">
                        <a:solidFill>
                          <a:srgbClr val="000000"/>
                        </a:solidFill>
                        <a:latin typeface="Cambria Math" panose="02040503050406030204" pitchFamily="18" charset="0"/>
                      </a:rPr>
                      <m:t>!</m:t>
                    </m:r>
                    <m:sSub>
                      <m:sSubPr>
                        <m:ctrlPr>
                          <a:rPr lang="en-US" altLang="zh-CN" sz="2800" i="1">
                            <a:solidFill>
                              <a:srgbClr val="000000"/>
                            </a:solidFill>
                            <a:latin typeface="Cambria Math" panose="02040503050406030204" pitchFamily="18" charset="0"/>
                          </a:rPr>
                        </m:ctrlPr>
                      </m:sSubPr>
                      <m:e>
                        <m:r>
                          <a:rPr lang="en-US" altLang="zh-CN" sz="2800" i="1">
                            <a:solidFill>
                              <a:srgbClr val="000000"/>
                            </a:solidFill>
                            <a:latin typeface="Cambria Math" panose="02040503050406030204" pitchFamily="18" charset="0"/>
                          </a:rPr>
                          <m:t>𝑛</m:t>
                        </m:r>
                      </m:e>
                      <m:sub>
                        <m:r>
                          <a:rPr lang="en-US" altLang="zh-CN" sz="2800" i="1">
                            <a:solidFill>
                              <a:srgbClr val="000000"/>
                            </a:solidFill>
                            <a:latin typeface="Cambria Math" panose="02040503050406030204" pitchFamily="18" charset="0"/>
                          </a:rPr>
                          <m:t>2</m:t>
                        </m:r>
                      </m:sub>
                    </m:sSub>
                    <m:r>
                      <a:rPr lang="en-US" altLang="zh-CN" sz="2800" i="1">
                        <a:solidFill>
                          <a:srgbClr val="000000"/>
                        </a:solidFill>
                        <a:latin typeface="Cambria Math" panose="02040503050406030204" pitchFamily="18" charset="0"/>
                      </a:rPr>
                      <m:t>!⋯</m:t>
                    </m:r>
                    <m:sSub>
                      <m:sSubPr>
                        <m:ctrlPr>
                          <a:rPr lang="en-US" altLang="zh-CN" sz="2800" i="1">
                            <a:solidFill>
                              <a:srgbClr val="000000"/>
                            </a:solidFill>
                            <a:latin typeface="Cambria Math" panose="02040503050406030204" pitchFamily="18" charset="0"/>
                          </a:rPr>
                        </m:ctrlPr>
                      </m:sSubPr>
                      <m:e>
                        <m:r>
                          <a:rPr lang="en-US" altLang="zh-CN" sz="2800" i="1">
                            <a:solidFill>
                              <a:srgbClr val="000000"/>
                            </a:solidFill>
                            <a:latin typeface="Cambria Math" panose="02040503050406030204" pitchFamily="18" charset="0"/>
                          </a:rPr>
                          <m:t>𝑛</m:t>
                        </m:r>
                      </m:e>
                      <m:sub>
                        <m:r>
                          <a:rPr lang="en-US" altLang="zh-CN" sz="2800" i="1">
                            <a:solidFill>
                              <a:srgbClr val="000000"/>
                            </a:solidFill>
                            <a:latin typeface="Cambria Math" panose="02040503050406030204" pitchFamily="18" charset="0"/>
                          </a:rPr>
                          <m:t>𝑘</m:t>
                        </m:r>
                      </m:sub>
                    </m:sSub>
                    <m:r>
                      <a:rPr lang="en-US" altLang="zh-CN" sz="2800" i="1">
                        <a:solidFill>
                          <a:srgbClr val="000000"/>
                        </a:solidFill>
                        <a:latin typeface="Cambria Math" panose="02040503050406030204" pitchFamily="18" charset="0"/>
                      </a:rPr>
                      <m:t>!=</m:t>
                    </m:r>
                    <m:r>
                      <a:rPr lang="en-US" altLang="zh-CN" sz="2800" i="1">
                        <a:solidFill>
                          <a:srgbClr val="000000"/>
                        </a:solidFill>
                        <a:latin typeface="Cambria Math" panose="02040503050406030204" pitchFamily="18" charset="0"/>
                      </a:rPr>
                      <m:t>𝑛</m:t>
                    </m:r>
                    <m:r>
                      <a:rPr lang="en-US" altLang="zh-CN" sz="2800" i="1">
                        <a:solidFill>
                          <a:srgbClr val="000000"/>
                        </a:solidFill>
                        <a:latin typeface="Cambria Math" panose="02040503050406030204" pitchFamily="18" charset="0"/>
                      </a:rPr>
                      <m:t>!</m:t>
                    </m:r>
                  </m:oMath>
                </a14:m>
                <a:r>
                  <a:rPr lang="zh-CN" altLang="en-US" sz="2800" dirty="0">
                    <a:latin typeface="+mn-ea"/>
                  </a:rPr>
                  <a:t>。得证结论。</a:t>
                </a:r>
                <a:endParaRPr lang="en-US" altLang="zh-CN" sz="2800" dirty="0">
                  <a:latin typeface="+mn-ea"/>
                </a:endParaRPr>
              </a:p>
              <a:p>
                <a:pPr marL="0" indent="0" eaLnBrk="1" hangingPunct="1">
                  <a:buNone/>
                </a:pPr>
                <a:endParaRPr lang="en-US" altLang="zh-CN" sz="2900" dirty="0">
                  <a:latin typeface="+mn-ea"/>
                </a:endParaRPr>
              </a:p>
            </p:txBody>
          </p:sp>
        </mc:Choice>
        <mc:Fallback xmlns="">
          <p:sp>
            <p:nvSpPr>
              <p:cNvPr id="4" name="内容占位符 2">
                <a:extLst>
                  <a:ext uri="{FF2B5EF4-FFF2-40B4-BE49-F238E27FC236}">
                    <a16:creationId xmlns:a16="http://schemas.microsoft.com/office/drawing/2014/main" id="{A9F9195B-44BF-AD91-23E9-BBF37AC0D64E}"/>
                  </a:ext>
                </a:extLst>
              </p:cNvPr>
              <p:cNvSpPr txBox="1">
                <a:spLocks noRot="1" noChangeAspect="1" noMove="1" noResize="1" noEditPoints="1" noAdjustHandles="1" noChangeArrowheads="1" noChangeShapeType="1" noTextEdit="1"/>
              </p:cNvSpPr>
              <p:nvPr/>
            </p:nvSpPr>
            <p:spPr bwMode="auto">
              <a:xfrm>
                <a:off x="242661" y="773339"/>
                <a:ext cx="8572500" cy="6084661"/>
              </a:xfrm>
              <a:prstGeom prst="rect">
                <a:avLst/>
              </a:prstGeom>
              <a:blipFill>
                <a:blip r:embed="rId2"/>
                <a:stretch>
                  <a:fillRect l="-1849" t="-1503" r="-6046" b="-902"/>
                </a:stretch>
              </a:blip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zh-CN" altLang="en-US">
                    <a:noFill/>
                  </a:rPr>
                  <a:t> </a:t>
                </a:r>
              </a:p>
            </p:txBody>
          </p:sp>
        </mc:Fallback>
      </mc:AlternateContent>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10" name="Rectangle 2">
            <a:extLst>
              <a:ext uri="{FF2B5EF4-FFF2-40B4-BE49-F238E27FC236}">
                <a16:creationId xmlns:a16="http://schemas.microsoft.com/office/drawing/2014/main" id="{4E71ECF4-A4A7-CF37-252D-BEB11F014E11}"/>
              </a:ext>
            </a:extLst>
          </p:cNvPr>
          <p:cNvSpPr>
            <a:spLocks noGrp="1" noChangeArrowheads="1"/>
          </p:cNvSpPr>
          <p:nvPr>
            <p:ph type="body" idx="1"/>
          </p:nvPr>
        </p:nvSpPr>
        <p:spPr>
          <a:xfrm>
            <a:off x="269875" y="174625"/>
            <a:ext cx="4572000" cy="609600"/>
          </a:xfrm>
        </p:spPr>
        <p:txBody>
          <a:bodyPr/>
          <a:lstStyle/>
          <a:p>
            <a:pPr eaLnBrk="1" hangingPunct="1">
              <a:buFontTx/>
              <a:buNone/>
            </a:pPr>
            <a:r>
              <a:rPr lang="en-US" altLang="zh-CN"/>
              <a:t>2 </a:t>
            </a:r>
            <a:r>
              <a:rPr lang="zh-CN" altLang="en-US"/>
              <a:t>排列与组合（续）</a:t>
            </a:r>
            <a:endParaRPr lang="en-US" altLang="zh-CN"/>
          </a:p>
        </p:txBody>
      </p:sp>
      <mc:AlternateContent xmlns:mc="http://schemas.openxmlformats.org/markup-compatibility/2006" xmlns:a14="http://schemas.microsoft.com/office/drawing/2010/main">
        <mc:Choice Requires="a14">
          <p:sp>
            <p:nvSpPr>
              <p:cNvPr id="2" name="内容占位符 2">
                <a:extLst>
                  <a:ext uri="{FF2B5EF4-FFF2-40B4-BE49-F238E27FC236}">
                    <a16:creationId xmlns:a16="http://schemas.microsoft.com/office/drawing/2014/main" id="{584E99C8-E5E1-D4B8-909E-EE3AFB374CF1}"/>
                  </a:ext>
                </a:extLst>
              </p:cNvPr>
              <p:cNvSpPr txBox="1">
                <a:spLocks/>
              </p:cNvSpPr>
              <p:nvPr/>
            </p:nvSpPr>
            <p:spPr bwMode="auto">
              <a:xfrm>
                <a:off x="285750" y="801461"/>
                <a:ext cx="8572500" cy="4608739"/>
              </a:xfrm>
              <a:prstGeom prst="rect">
                <a:avLst/>
              </a:prstGeom>
              <a:noFill/>
              <a:ln>
                <a:noFill/>
              </a:ln>
              <a:extLst>
                <a:ext uri="{909E8E84-426E-40DD-AFC4-6F175D3DCCD1}">
                  <a14:hiddenFill>
                    <a:solidFill>
                      <a:srgbClr val="FFFFFF"/>
                    </a:solidFill>
                  </a14:hiddenFill>
                </a:ext>
                <a:ext uri="{91240B29-F687-4F45-9708-019B960494DF}">
                  <a14:hiddenLine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vl6pPr marL="2514600" indent="-228600" algn="l" rtl="0" fontAlgn="base">
                  <a:spcBef>
                    <a:spcPct val="20000"/>
                  </a:spcBef>
                  <a:spcAft>
                    <a:spcPct val="0"/>
                  </a:spcAft>
                  <a:buChar char="»"/>
                  <a:defRPr sz="2000">
                    <a:solidFill>
                      <a:schemeClr val="tx1"/>
                    </a:solidFill>
                    <a:latin typeface="+mn-lt"/>
                    <a:ea typeface="+mn-ea"/>
                  </a:defRPr>
                </a:lvl6pPr>
                <a:lvl7pPr marL="2971800" indent="-228600" algn="l" rtl="0" fontAlgn="base">
                  <a:spcBef>
                    <a:spcPct val="20000"/>
                  </a:spcBef>
                  <a:spcAft>
                    <a:spcPct val="0"/>
                  </a:spcAft>
                  <a:buChar char="»"/>
                  <a:defRPr sz="2000">
                    <a:solidFill>
                      <a:schemeClr val="tx1"/>
                    </a:solidFill>
                    <a:latin typeface="+mn-lt"/>
                    <a:ea typeface="+mn-ea"/>
                  </a:defRPr>
                </a:lvl7pPr>
                <a:lvl8pPr marL="3429000" indent="-228600" algn="l" rtl="0" fontAlgn="base">
                  <a:spcBef>
                    <a:spcPct val="20000"/>
                  </a:spcBef>
                  <a:spcAft>
                    <a:spcPct val="0"/>
                  </a:spcAft>
                  <a:buChar char="»"/>
                  <a:defRPr sz="2000">
                    <a:solidFill>
                      <a:schemeClr val="tx1"/>
                    </a:solidFill>
                    <a:latin typeface="+mn-lt"/>
                    <a:ea typeface="+mn-ea"/>
                  </a:defRPr>
                </a:lvl8pPr>
                <a:lvl9pPr marL="3886200" indent="-228600" algn="l" rtl="0" fontAlgn="base">
                  <a:spcBef>
                    <a:spcPct val="20000"/>
                  </a:spcBef>
                  <a:spcAft>
                    <a:spcPct val="0"/>
                  </a:spcAft>
                  <a:buChar char="»"/>
                  <a:defRPr sz="2000">
                    <a:solidFill>
                      <a:schemeClr val="tx1"/>
                    </a:solidFill>
                    <a:latin typeface="+mn-lt"/>
                    <a:ea typeface="+mn-ea"/>
                  </a:defRPr>
                </a:lvl9pPr>
              </a:lstStyle>
              <a:p>
                <a:pPr marL="0" indent="0">
                  <a:lnSpc>
                    <a:spcPct val="110000"/>
                  </a:lnSpc>
                  <a:buNone/>
                </a:pPr>
                <a:r>
                  <a:rPr kumimoji="1" lang="zh-CN" altLang="en-US" b="1" dirty="0">
                    <a:solidFill>
                      <a:srgbClr val="000000"/>
                    </a:solidFill>
                    <a:latin typeface="+mn-ea"/>
                    <a:cs typeface="Tahoma"/>
                  </a:rPr>
                  <a:t>例子</a:t>
                </a:r>
                <a:r>
                  <a:rPr kumimoji="1" lang="en-US" altLang="zh-CN" b="1" dirty="0">
                    <a:solidFill>
                      <a:srgbClr val="000000"/>
                    </a:solidFill>
                    <a:latin typeface="+mn-ea"/>
                    <a:cs typeface="Tahoma"/>
                  </a:rPr>
                  <a:t>8 </a:t>
                </a:r>
                <a:r>
                  <a:rPr lang="zh-CN" altLang="en-US" dirty="0">
                    <a:solidFill>
                      <a:srgbClr val="000000"/>
                    </a:solidFill>
                    <a:latin typeface="+mn-ea"/>
                  </a:rPr>
                  <a:t>重新排序单词</a:t>
                </a:r>
                <a:r>
                  <a:rPr lang="en-US" altLang="zh-CN" dirty="0">
                    <a:solidFill>
                      <a:srgbClr val="000000"/>
                    </a:solidFill>
                    <a:latin typeface="+mn-ea"/>
                  </a:rPr>
                  <a:t>SUCCESS</a:t>
                </a:r>
                <a:r>
                  <a:rPr lang="zh-CN" altLang="en-US" dirty="0">
                    <a:solidFill>
                      <a:srgbClr val="000000"/>
                    </a:solidFill>
                    <a:latin typeface="+mn-ea"/>
                  </a:rPr>
                  <a:t>中的字母能构成多少个不同的串？</a:t>
                </a:r>
                <a:endParaRPr lang="en-US" altLang="zh-CN" dirty="0">
                  <a:solidFill>
                    <a:srgbClr val="000000"/>
                  </a:solidFill>
                  <a:latin typeface="+mn-ea"/>
                </a:endParaRPr>
              </a:p>
              <a:p>
                <a:pPr marL="0" indent="0">
                  <a:lnSpc>
                    <a:spcPct val="110000"/>
                  </a:lnSpc>
                  <a:buNone/>
                </a:pPr>
                <a:r>
                  <a:rPr lang="zh-CN" altLang="en-US" dirty="0">
                    <a:solidFill>
                      <a:srgbClr val="000000"/>
                    </a:solidFill>
                    <a:latin typeface="+mn-ea"/>
                  </a:rPr>
                  <a:t>由定理</a:t>
                </a:r>
                <a14:m>
                  <m:oMath xmlns:m="http://schemas.openxmlformats.org/officeDocument/2006/math">
                    <m:r>
                      <a:rPr lang="en-US" altLang="zh-CN" dirty="0">
                        <a:solidFill>
                          <a:srgbClr val="000000"/>
                        </a:solidFill>
                        <a:latin typeface="Cambria Math" panose="02040503050406030204" pitchFamily="18" charset="0"/>
                      </a:rPr>
                      <m:t> </m:t>
                    </m:r>
                    <m:r>
                      <a:rPr lang="en-US" altLang="zh-CN" i="1" dirty="0" smtClean="0">
                        <a:solidFill>
                          <a:srgbClr val="000000"/>
                        </a:solidFill>
                        <a:latin typeface="Cambria Math" panose="02040503050406030204" pitchFamily="18" charset="0"/>
                      </a:rPr>
                      <m:t>4</m:t>
                    </m:r>
                    <m:r>
                      <a:rPr lang="zh-CN" altLang="en-US" i="1" dirty="0">
                        <a:solidFill>
                          <a:srgbClr val="000000"/>
                        </a:solidFill>
                        <a:latin typeface="Cambria Math" panose="02040503050406030204" pitchFamily="18" charset="0"/>
                      </a:rPr>
                      <m:t>，</m:t>
                    </m:r>
                    <m:r>
                      <a:rPr lang="en-US" altLang="zh-CN" i="1" dirty="0">
                        <a:solidFill>
                          <a:srgbClr val="000000"/>
                        </a:solidFill>
                        <a:latin typeface="Cambria Math" panose="02040503050406030204" pitchFamily="18" charset="0"/>
                      </a:rPr>
                      <m:t>7 </m:t>
                    </m:r>
                    <m:r>
                      <a:rPr lang="zh-CN" altLang="en-US" i="1" dirty="0">
                        <a:solidFill>
                          <a:srgbClr val="000000"/>
                        </a:solidFill>
                        <a:latin typeface="Cambria Math" panose="02040503050406030204" pitchFamily="18" charset="0"/>
                      </a:rPr>
                      <m:t>个物体</m:t>
                    </m:r>
                    <m:r>
                      <m:rPr>
                        <m:nor/>
                      </m:rPr>
                      <a:rPr lang="zh-CN" altLang="en-US" dirty="0">
                        <a:solidFill>
                          <a:srgbClr val="000000"/>
                        </a:solidFill>
                        <a:latin typeface="+mn-ea"/>
                      </a:rPr>
                      <m:t>的不同排列数是</m:t>
                    </m:r>
                  </m:oMath>
                </a14:m>
                <a:endParaRPr lang="en-US" altLang="zh-CN" dirty="0">
                  <a:solidFill>
                    <a:srgbClr val="000000"/>
                  </a:solidFill>
                  <a:latin typeface="+mn-ea"/>
                </a:endParaRPr>
              </a:p>
              <a:p>
                <a:pPr marL="0" indent="0">
                  <a:lnSpc>
                    <a:spcPct val="110000"/>
                  </a:lnSpc>
                  <a:buNone/>
                </a:pPr>
                <a14:m>
                  <m:oMathPara xmlns:m="http://schemas.openxmlformats.org/officeDocument/2006/math">
                    <m:oMathParaPr>
                      <m:jc m:val="centerGroup"/>
                    </m:oMathParaPr>
                    <m:oMath xmlns:m="http://schemas.openxmlformats.org/officeDocument/2006/math">
                      <m:f>
                        <m:fPr>
                          <m:ctrlPr>
                            <a:rPr lang="en-US" altLang="zh-CN" i="1">
                              <a:solidFill>
                                <a:srgbClr val="000000"/>
                              </a:solidFill>
                              <a:latin typeface="Cambria Math" panose="02040503050406030204" pitchFamily="18" charset="0"/>
                            </a:rPr>
                          </m:ctrlPr>
                        </m:fPr>
                        <m:num>
                          <m:r>
                            <a:rPr lang="en-US" altLang="zh-CN" i="1">
                              <a:solidFill>
                                <a:srgbClr val="000000"/>
                              </a:solidFill>
                              <a:latin typeface="Cambria Math" panose="02040503050406030204" pitchFamily="18" charset="0"/>
                            </a:rPr>
                            <m:t>7!</m:t>
                          </m:r>
                        </m:num>
                        <m:den>
                          <m:r>
                            <a:rPr lang="en-US" altLang="zh-CN" i="1">
                              <a:solidFill>
                                <a:srgbClr val="000000"/>
                              </a:solidFill>
                              <a:latin typeface="Cambria Math" panose="02040503050406030204" pitchFamily="18" charset="0"/>
                            </a:rPr>
                            <m:t>3!2!1!1! </m:t>
                          </m:r>
                        </m:den>
                      </m:f>
                      <m:r>
                        <a:rPr lang="en-US" altLang="zh-CN" i="1">
                          <a:solidFill>
                            <a:srgbClr val="000000"/>
                          </a:solidFill>
                          <a:latin typeface="Cambria Math" panose="02040503050406030204" pitchFamily="18" charset="0"/>
                        </a:rPr>
                        <m:t>=420</m:t>
                      </m:r>
                      <m:r>
                        <a:rPr kumimoji="1" lang="zh-CN" altLang="en-US" i="1" dirty="0">
                          <a:solidFill>
                            <a:srgbClr val="000000"/>
                          </a:solidFill>
                          <a:latin typeface="Cambria Math" panose="02040503050406030204" pitchFamily="18" charset="0"/>
                        </a:rPr>
                        <m:t>。</m:t>
                      </m:r>
                    </m:oMath>
                  </m:oMathPara>
                </a14:m>
                <a:endParaRPr kumimoji="1" lang="en-US" altLang="zh-CN" dirty="0">
                  <a:solidFill>
                    <a:srgbClr val="000000"/>
                  </a:solidFill>
                  <a:latin typeface="+mn-ea"/>
                  <a:cs typeface="Tahoma"/>
                </a:endParaRPr>
              </a:p>
            </p:txBody>
          </p:sp>
        </mc:Choice>
        <mc:Fallback xmlns="">
          <p:sp>
            <p:nvSpPr>
              <p:cNvPr id="2" name="内容占位符 2">
                <a:extLst>
                  <a:ext uri="{FF2B5EF4-FFF2-40B4-BE49-F238E27FC236}">
                    <a16:creationId xmlns:a16="http://schemas.microsoft.com/office/drawing/2014/main" id="{584E99C8-E5E1-D4B8-909E-EE3AFB374CF1}"/>
                  </a:ext>
                </a:extLst>
              </p:cNvPr>
              <p:cNvSpPr txBox="1">
                <a:spLocks noRot="1" noChangeAspect="1" noMove="1" noResize="1" noEditPoints="1" noAdjustHandles="1" noChangeArrowheads="1" noChangeShapeType="1" noTextEdit="1"/>
              </p:cNvSpPr>
              <p:nvPr/>
            </p:nvSpPr>
            <p:spPr bwMode="auto">
              <a:xfrm>
                <a:off x="285750" y="801461"/>
                <a:ext cx="8572500" cy="4608739"/>
              </a:xfrm>
              <a:prstGeom prst="rect">
                <a:avLst/>
              </a:prstGeom>
              <a:blipFill>
                <a:blip r:embed="rId2"/>
                <a:stretch>
                  <a:fillRect l="-1849" t="-2114" r="-1422"/>
                </a:stretch>
              </a:blip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zh-CN" altLang="en-US">
                    <a:noFill/>
                  </a:rPr>
                  <a:t> </a:t>
                </a:r>
              </a:p>
            </p:txBody>
          </p:sp>
        </mc:Fallback>
      </mc:AlternateContent>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4" name="Rectangle 2">
            <a:extLst>
              <a:ext uri="{FF2B5EF4-FFF2-40B4-BE49-F238E27FC236}">
                <a16:creationId xmlns:a16="http://schemas.microsoft.com/office/drawing/2014/main" id="{A13394CB-DF4A-BCFB-BA30-FD50B2EF1C91}"/>
              </a:ext>
            </a:extLst>
          </p:cNvPr>
          <p:cNvSpPr>
            <a:spLocks noGrp="1" noChangeArrowheads="1"/>
          </p:cNvSpPr>
          <p:nvPr>
            <p:ph type="body" idx="1"/>
          </p:nvPr>
        </p:nvSpPr>
        <p:spPr>
          <a:xfrm>
            <a:off x="228600" y="304800"/>
            <a:ext cx="7772400" cy="1219200"/>
          </a:xfrm>
        </p:spPr>
        <p:txBody>
          <a:bodyPr/>
          <a:lstStyle/>
          <a:p>
            <a:pPr eaLnBrk="1" hangingPunct="1">
              <a:buFontTx/>
              <a:buNone/>
            </a:pPr>
            <a:r>
              <a:rPr lang="en-US" altLang="zh-CN"/>
              <a:t>2 </a:t>
            </a:r>
            <a:r>
              <a:rPr lang="zh-CN" altLang="en-US"/>
              <a:t>排列与组合（续）</a:t>
            </a:r>
            <a:endParaRPr lang="en-US" altLang="zh-CN"/>
          </a:p>
          <a:p>
            <a:pPr eaLnBrk="1" hangingPunct="1">
              <a:buFontTx/>
              <a:buNone/>
            </a:pPr>
            <a:r>
              <a:rPr lang="zh-CN" altLang="en-US" b="1"/>
              <a:t>物体放入盒子问题</a:t>
            </a:r>
            <a:endParaRPr lang="en-US" altLang="zh-CN" b="1"/>
          </a:p>
        </p:txBody>
      </p:sp>
      <p:sp>
        <p:nvSpPr>
          <p:cNvPr id="44035" name="矩形 4">
            <a:extLst>
              <a:ext uri="{FF2B5EF4-FFF2-40B4-BE49-F238E27FC236}">
                <a16:creationId xmlns:a16="http://schemas.microsoft.com/office/drawing/2014/main" id="{DFC95981-5652-D0A9-1875-5F898FFACCCD}"/>
              </a:ext>
            </a:extLst>
          </p:cNvPr>
          <p:cNvSpPr>
            <a:spLocks noChangeArrowheads="1"/>
          </p:cNvSpPr>
          <p:nvPr/>
        </p:nvSpPr>
        <p:spPr bwMode="auto">
          <a:xfrm>
            <a:off x="38100" y="1524000"/>
            <a:ext cx="9105900" cy="3324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marL="457200" indent="-457200">
              <a:spcBef>
                <a:spcPct val="20000"/>
              </a:spcBef>
              <a:buChar char="•"/>
              <a:defRPr sz="3200">
                <a:solidFill>
                  <a:schemeClr val="tx1"/>
                </a:solidFill>
                <a:latin typeface="Arial" panose="020B0604020202020204" pitchFamily="34" charset="0"/>
                <a:ea typeface="宋体" panose="02010600030101010101" pitchFamily="2" charset="-122"/>
              </a:defRPr>
            </a:lvl1pPr>
            <a:lvl2pPr marL="914400" indent="-45720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lnSpc>
                <a:spcPct val="150000"/>
              </a:lnSpc>
              <a:spcBef>
                <a:spcPct val="0"/>
              </a:spcBef>
            </a:pPr>
            <a:r>
              <a:rPr kumimoji="1" lang="zh-CN" altLang="en-US" sz="2800" b="1" dirty="0">
                <a:solidFill>
                  <a:srgbClr val="000000"/>
                </a:solidFill>
                <a:latin typeface="Times New Roman" panose="02020603050405020304" pitchFamily="18" charset="0"/>
                <a:cs typeface="Tahoma" panose="020B0604030504040204" pitchFamily="34" charset="0"/>
              </a:rPr>
              <a:t>把物体放入盒子</a:t>
            </a:r>
            <a:endParaRPr kumimoji="1" lang="en-US" altLang="zh-CN" sz="2800" b="1" dirty="0">
              <a:solidFill>
                <a:srgbClr val="000000"/>
              </a:solidFill>
              <a:latin typeface="Times New Roman" panose="02020603050405020304" pitchFamily="18" charset="0"/>
              <a:cs typeface="Tahoma" panose="020B0604030504040204" pitchFamily="34" charset="0"/>
            </a:endParaRPr>
          </a:p>
          <a:p>
            <a:pPr lvl="1" eaLnBrk="1" hangingPunct="1">
              <a:lnSpc>
                <a:spcPct val="150000"/>
              </a:lnSpc>
              <a:spcBef>
                <a:spcPct val="0"/>
              </a:spcBef>
              <a:buFont typeface="Wingdings" panose="05000000000000000000" pitchFamily="2" charset="2"/>
              <a:buChar char="Ø"/>
            </a:pPr>
            <a:r>
              <a:rPr kumimoji="1" lang="zh-CN" altLang="en-US" b="1" dirty="0">
                <a:solidFill>
                  <a:srgbClr val="000000"/>
                </a:solidFill>
                <a:latin typeface="Times New Roman" panose="02020603050405020304" pitchFamily="18" charset="0"/>
                <a:cs typeface="Tahoma" panose="020B0604030504040204" pitchFamily="34" charset="0"/>
              </a:rPr>
              <a:t> </a:t>
            </a:r>
            <a:r>
              <a:rPr kumimoji="1" lang="zh-CN" altLang="en-US" b="1" dirty="0">
                <a:latin typeface="Times New Roman" panose="02020603050405020304" pitchFamily="18" charset="0"/>
                <a:cs typeface="Tahoma" panose="020B0604030504040204" pitchFamily="34" charset="0"/>
              </a:rPr>
              <a:t>可辨别</a:t>
            </a:r>
            <a:r>
              <a:rPr kumimoji="1" lang="zh-CN" altLang="en-US" dirty="0">
                <a:latin typeface="Times New Roman" panose="02020603050405020304" pitchFamily="18" charset="0"/>
                <a:cs typeface="Tahoma" panose="020B0604030504040204" pitchFamily="34" charset="0"/>
              </a:rPr>
              <a:t>的物体与</a:t>
            </a:r>
            <a:r>
              <a:rPr kumimoji="1" lang="zh-CN" altLang="en-US" b="1" dirty="0">
                <a:latin typeface="Times New Roman" panose="02020603050405020304" pitchFamily="18" charset="0"/>
                <a:cs typeface="Tahoma" panose="020B0604030504040204" pitchFamily="34" charset="0"/>
              </a:rPr>
              <a:t>可辨别</a:t>
            </a:r>
            <a:r>
              <a:rPr kumimoji="1" lang="zh-CN" altLang="en-US" dirty="0">
                <a:latin typeface="Times New Roman" panose="02020603050405020304" pitchFamily="18" charset="0"/>
                <a:cs typeface="Tahoma" panose="020B0604030504040204" pitchFamily="34" charset="0"/>
              </a:rPr>
              <a:t>的盒子</a:t>
            </a:r>
            <a:endParaRPr kumimoji="1" lang="en-US" altLang="zh-CN" dirty="0">
              <a:latin typeface="Times New Roman" panose="02020603050405020304" pitchFamily="18" charset="0"/>
              <a:cs typeface="Tahoma" panose="020B0604030504040204" pitchFamily="34" charset="0"/>
            </a:endParaRPr>
          </a:p>
          <a:p>
            <a:pPr lvl="1" eaLnBrk="1" hangingPunct="1">
              <a:lnSpc>
                <a:spcPct val="150000"/>
              </a:lnSpc>
              <a:spcBef>
                <a:spcPct val="0"/>
              </a:spcBef>
              <a:buFont typeface="Wingdings" panose="05000000000000000000" pitchFamily="2" charset="2"/>
              <a:buChar char="Ø"/>
            </a:pPr>
            <a:r>
              <a:rPr kumimoji="1" lang="zh-CN" altLang="en-US" dirty="0">
                <a:latin typeface="Times New Roman" panose="02020603050405020304" pitchFamily="18" charset="0"/>
                <a:cs typeface="Tahoma" panose="020B0604030504040204" pitchFamily="34" charset="0"/>
              </a:rPr>
              <a:t> </a:t>
            </a:r>
            <a:r>
              <a:rPr kumimoji="1" lang="zh-CN" altLang="en-US" b="1" dirty="0">
                <a:latin typeface="Times New Roman" panose="02020603050405020304" pitchFamily="18" charset="0"/>
                <a:cs typeface="Tahoma" panose="020B0604030504040204" pitchFamily="34" charset="0"/>
              </a:rPr>
              <a:t>不可辨别</a:t>
            </a:r>
            <a:r>
              <a:rPr kumimoji="1" lang="zh-CN" altLang="en-US" dirty="0">
                <a:latin typeface="Times New Roman" panose="02020603050405020304" pitchFamily="18" charset="0"/>
                <a:cs typeface="Tahoma" panose="020B0604030504040204" pitchFamily="34" charset="0"/>
              </a:rPr>
              <a:t>的物体与</a:t>
            </a:r>
            <a:r>
              <a:rPr kumimoji="1" lang="zh-CN" altLang="en-US" b="1" dirty="0">
                <a:latin typeface="Times New Roman" panose="02020603050405020304" pitchFamily="18" charset="0"/>
                <a:cs typeface="Tahoma" panose="020B0604030504040204" pitchFamily="34" charset="0"/>
              </a:rPr>
              <a:t>可辨别</a:t>
            </a:r>
            <a:r>
              <a:rPr kumimoji="1" lang="zh-CN" altLang="en-US" dirty="0">
                <a:latin typeface="Times New Roman" panose="02020603050405020304" pitchFamily="18" charset="0"/>
                <a:cs typeface="Tahoma" panose="020B0604030504040204" pitchFamily="34" charset="0"/>
              </a:rPr>
              <a:t>的盒子</a:t>
            </a:r>
            <a:endParaRPr kumimoji="1" lang="en-US" altLang="zh-CN" dirty="0">
              <a:latin typeface="Times New Roman" panose="02020603050405020304" pitchFamily="18" charset="0"/>
              <a:cs typeface="Tahoma" panose="020B0604030504040204" pitchFamily="34" charset="0"/>
            </a:endParaRPr>
          </a:p>
          <a:p>
            <a:pPr lvl="1" eaLnBrk="1" hangingPunct="1">
              <a:lnSpc>
                <a:spcPct val="150000"/>
              </a:lnSpc>
              <a:spcBef>
                <a:spcPct val="0"/>
              </a:spcBef>
              <a:buFont typeface="Wingdings" panose="05000000000000000000" pitchFamily="2" charset="2"/>
              <a:buChar char="Ø"/>
            </a:pPr>
            <a:r>
              <a:rPr kumimoji="1" lang="zh-CN" altLang="en-US" dirty="0">
                <a:latin typeface="Times New Roman" panose="02020603050405020304" pitchFamily="18" charset="0"/>
                <a:cs typeface="Tahoma" panose="020B0604030504040204" pitchFamily="34" charset="0"/>
              </a:rPr>
              <a:t> </a:t>
            </a:r>
            <a:r>
              <a:rPr kumimoji="1" lang="zh-CN" altLang="en-US" b="1" dirty="0">
                <a:latin typeface="Times New Roman" panose="02020603050405020304" pitchFamily="18" charset="0"/>
                <a:cs typeface="Tahoma" panose="020B0604030504040204" pitchFamily="34" charset="0"/>
              </a:rPr>
              <a:t>可辨别</a:t>
            </a:r>
            <a:r>
              <a:rPr kumimoji="1" lang="zh-CN" altLang="en-US" dirty="0">
                <a:latin typeface="Times New Roman" panose="02020603050405020304" pitchFamily="18" charset="0"/>
                <a:cs typeface="Tahoma" panose="020B0604030504040204" pitchFamily="34" charset="0"/>
              </a:rPr>
              <a:t>的物体与</a:t>
            </a:r>
            <a:r>
              <a:rPr kumimoji="1" lang="zh-CN" altLang="en-US" b="1" dirty="0">
                <a:latin typeface="Times New Roman" panose="02020603050405020304" pitchFamily="18" charset="0"/>
                <a:cs typeface="Tahoma" panose="020B0604030504040204" pitchFamily="34" charset="0"/>
              </a:rPr>
              <a:t>不可辨别</a:t>
            </a:r>
            <a:r>
              <a:rPr kumimoji="1" lang="zh-CN" altLang="en-US" dirty="0">
                <a:latin typeface="Times New Roman" panose="02020603050405020304" pitchFamily="18" charset="0"/>
                <a:cs typeface="Tahoma" panose="020B0604030504040204" pitchFamily="34" charset="0"/>
              </a:rPr>
              <a:t>的盒子</a:t>
            </a:r>
            <a:endParaRPr kumimoji="1" lang="en-US" altLang="zh-CN" dirty="0">
              <a:latin typeface="Times New Roman" panose="02020603050405020304" pitchFamily="18" charset="0"/>
              <a:cs typeface="Tahoma" panose="020B0604030504040204" pitchFamily="34" charset="0"/>
            </a:endParaRPr>
          </a:p>
          <a:p>
            <a:pPr lvl="1" eaLnBrk="1" hangingPunct="1">
              <a:lnSpc>
                <a:spcPct val="150000"/>
              </a:lnSpc>
              <a:spcBef>
                <a:spcPct val="0"/>
              </a:spcBef>
              <a:buFont typeface="Wingdings" panose="05000000000000000000" pitchFamily="2" charset="2"/>
              <a:buChar char="Ø"/>
            </a:pPr>
            <a:r>
              <a:rPr kumimoji="1" lang="zh-CN" altLang="en-US" dirty="0">
                <a:solidFill>
                  <a:srgbClr val="000000"/>
                </a:solidFill>
                <a:latin typeface="Times New Roman" panose="02020603050405020304" pitchFamily="18" charset="0"/>
                <a:cs typeface="Tahoma" panose="020B0604030504040204" pitchFamily="34" charset="0"/>
              </a:rPr>
              <a:t> </a:t>
            </a:r>
            <a:r>
              <a:rPr kumimoji="1" lang="zh-CN" altLang="en-US" b="1" dirty="0">
                <a:latin typeface="Times New Roman" panose="02020603050405020304" pitchFamily="18" charset="0"/>
                <a:cs typeface="Tahoma" panose="020B0604030504040204" pitchFamily="34" charset="0"/>
              </a:rPr>
              <a:t>不可辨别</a:t>
            </a:r>
            <a:r>
              <a:rPr kumimoji="1" lang="zh-CN" altLang="en-US" dirty="0">
                <a:latin typeface="Times New Roman" panose="02020603050405020304" pitchFamily="18" charset="0"/>
                <a:cs typeface="Tahoma" panose="020B0604030504040204" pitchFamily="34" charset="0"/>
              </a:rPr>
              <a:t>的物体与</a:t>
            </a:r>
            <a:r>
              <a:rPr kumimoji="1" lang="zh-CN" altLang="en-US" b="1" dirty="0">
                <a:latin typeface="Times New Roman" panose="02020603050405020304" pitchFamily="18" charset="0"/>
                <a:cs typeface="Tahoma" panose="020B0604030504040204" pitchFamily="34" charset="0"/>
              </a:rPr>
              <a:t>不可辨别</a:t>
            </a:r>
            <a:r>
              <a:rPr kumimoji="1" lang="zh-CN" altLang="en-US" dirty="0">
                <a:latin typeface="Times New Roman" panose="02020603050405020304" pitchFamily="18" charset="0"/>
                <a:cs typeface="Tahoma" panose="020B0604030504040204" pitchFamily="34" charset="0"/>
              </a:rPr>
              <a:t>的盒子</a:t>
            </a:r>
            <a:endParaRPr kumimoji="1" lang="en-US" altLang="zh-CN" b="1" dirty="0">
              <a:latin typeface="Times New Roman" panose="02020603050405020304" pitchFamily="18" charset="0"/>
              <a:cs typeface="Tahoma" panose="020B0604030504040204" pitchFamily="34" charset="0"/>
            </a:endParaRPr>
          </a:p>
        </p:txBody>
      </p:sp>
      <p:grpSp>
        <p:nvGrpSpPr>
          <p:cNvPr id="44036" name="组合 5">
            <a:extLst>
              <a:ext uri="{FF2B5EF4-FFF2-40B4-BE49-F238E27FC236}">
                <a16:creationId xmlns:a16="http://schemas.microsoft.com/office/drawing/2014/main" id="{17912992-BE3F-DB51-2034-BC3D1B635431}"/>
              </a:ext>
            </a:extLst>
          </p:cNvPr>
          <p:cNvGrpSpPr>
            <a:grpSpLocks/>
          </p:cNvGrpSpPr>
          <p:nvPr/>
        </p:nvGrpSpPr>
        <p:grpSpPr bwMode="auto">
          <a:xfrm>
            <a:off x="6376988" y="2403475"/>
            <a:ext cx="2767012" cy="2244725"/>
            <a:chOff x="6552220" y="1213608"/>
            <a:chExt cx="2844316" cy="2244332"/>
          </a:xfrm>
        </p:grpSpPr>
        <p:sp>
          <p:nvSpPr>
            <p:cNvPr id="7" name="右大括号 6">
              <a:extLst>
                <a:ext uri="{FF2B5EF4-FFF2-40B4-BE49-F238E27FC236}">
                  <a16:creationId xmlns:a16="http://schemas.microsoft.com/office/drawing/2014/main" id="{170E6B3D-7EEA-CF0D-00A5-351F66366468}"/>
                </a:ext>
              </a:extLst>
            </p:cNvPr>
            <p:cNvSpPr/>
            <p:nvPr/>
          </p:nvSpPr>
          <p:spPr>
            <a:xfrm>
              <a:off x="6552220" y="1213608"/>
              <a:ext cx="503432" cy="1007887"/>
            </a:xfrm>
            <a:prstGeom prst="rightBrace">
              <a:avLst>
                <a:gd name="adj1" fmla="val 37693"/>
                <a:gd name="adj2" fmla="val 48463"/>
              </a:avLst>
            </a:prstGeom>
            <a:noFill/>
            <a:ln w="25400" cap="flat" cmpd="sng" algn="ctr">
              <a:solidFill>
                <a:schemeClr val="tx1"/>
              </a:solidFill>
              <a:prstDash val="solid"/>
            </a:ln>
            <a:effectLst/>
          </p:spPr>
          <p:txBody>
            <a:bodyPr anchor="ctr"/>
            <a:lstStyle/>
            <a:p>
              <a:pPr algn="ctr" eaLnBrk="1" fontAlgn="auto" hangingPunct="1">
                <a:spcBef>
                  <a:spcPts val="0"/>
                </a:spcBef>
                <a:spcAft>
                  <a:spcPts val="0"/>
                </a:spcAft>
                <a:defRPr/>
              </a:pPr>
              <a:endParaRPr kumimoji="1" lang="zh-CN" altLang="en-US" sz="2800" kern="0">
                <a:latin typeface="굴림"/>
                <a:ea typeface="굴림"/>
                <a:cs typeface="Tahoma"/>
              </a:endParaRPr>
            </a:p>
          </p:txBody>
        </p:sp>
        <p:sp>
          <p:nvSpPr>
            <p:cNvPr id="8" name="TextBox 4">
              <a:extLst>
                <a:ext uri="{FF2B5EF4-FFF2-40B4-BE49-F238E27FC236}">
                  <a16:creationId xmlns:a16="http://schemas.microsoft.com/office/drawing/2014/main" id="{6B05814C-52F9-F56D-4850-124504EAE4AB}"/>
                </a:ext>
              </a:extLst>
            </p:cNvPr>
            <p:cNvSpPr txBox="1"/>
            <p:nvPr/>
          </p:nvSpPr>
          <p:spPr>
            <a:xfrm>
              <a:off x="7344690" y="1456453"/>
              <a:ext cx="2051846" cy="522196"/>
            </a:xfrm>
            <a:prstGeom prst="rect">
              <a:avLst/>
            </a:prstGeom>
            <a:noFill/>
          </p:spPr>
          <p:txBody>
            <a:bodyPr>
              <a:spAutoFit/>
            </a:bodyPr>
            <a:lstStyle/>
            <a:p>
              <a:pPr eaLnBrk="1" fontAlgn="auto" hangingPunct="1">
                <a:spcBef>
                  <a:spcPts val="0"/>
                </a:spcBef>
                <a:spcAft>
                  <a:spcPts val="0"/>
                </a:spcAft>
                <a:defRPr/>
              </a:pPr>
              <a:r>
                <a:rPr kumimoji="1" lang="zh-CN" altLang="en-US" sz="2800" kern="0" dirty="0">
                  <a:solidFill>
                    <a:srgbClr val="000000"/>
                  </a:solidFill>
                  <a:latin typeface="Times New Roman" pitchFamily="18" charset="0"/>
                  <a:cs typeface="Tahoma"/>
                </a:rPr>
                <a:t>容易计算</a:t>
              </a:r>
            </a:p>
          </p:txBody>
        </p:sp>
        <p:sp>
          <p:nvSpPr>
            <p:cNvPr id="9" name="右大括号 8">
              <a:extLst>
                <a:ext uri="{FF2B5EF4-FFF2-40B4-BE49-F238E27FC236}">
                  <a16:creationId xmlns:a16="http://schemas.microsoft.com/office/drawing/2014/main" id="{72EEA3C8-C87D-569B-7C8E-2A2D0AB35ED9}"/>
                </a:ext>
              </a:extLst>
            </p:cNvPr>
            <p:cNvSpPr/>
            <p:nvPr/>
          </p:nvSpPr>
          <p:spPr>
            <a:xfrm>
              <a:off x="6587159" y="2450054"/>
              <a:ext cx="503432" cy="1007886"/>
            </a:xfrm>
            <a:prstGeom prst="rightBrace">
              <a:avLst>
                <a:gd name="adj1" fmla="val 37693"/>
                <a:gd name="adj2" fmla="val 48463"/>
              </a:avLst>
            </a:prstGeom>
            <a:noFill/>
            <a:ln w="25400" cap="flat" cmpd="sng" algn="ctr">
              <a:solidFill>
                <a:schemeClr val="tx1"/>
              </a:solidFill>
              <a:prstDash val="solid"/>
            </a:ln>
            <a:effectLst/>
          </p:spPr>
          <p:txBody>
            <a:bodyPr anchor="ctr"/>
            <a:lstStyle/>
            <a:p>
              <a:pPr algn="ctr" eaLnBrk="1" fontAlgn="auto" hangingPunct="1">
                <a:spcBef>
                  <a:spcPts val="0"/>
                </a:spcBef>
                <a:spcAft>
                  <a:spcPts val="0"/>
                </a:spcAft>
                <a:defRPr/>
              </a:pPr>
              <a:endParaRPr kumimoji="1" lang="zh-CN" altLang="en-US" sz="2800" kern="0">
                <a:solidFill>
                  <a:srgbClr val="000000"/>
                </a:solidFill>
                <a:latin typeface="굴림"/>
                <a:ea typeface="굴림"/>
                <a:cs typeface="Tahoma"/>
              </a:endParaRPr>
            </a:p>
          </p:txBody>
        </p:sp>
        <p:sp>
          <p:nvSpPr>
            <p:cNvPr id="10" name="TextBox 6">
              <a:extLst>
                <a:ext uri="{FF2B5EF4-FFF2-40B4-BE49-F238E27FC236}">
                  <a16:creationId xmlns:a16="http://schemas.microsoft.com/office/drawing/2014/main" id="{CB33E13D-3AF6-11EC-8C9B-9E382447CE43}"/>
                </a:ext>
              </a:extLst>
            </p:cNvPr>
            <p:cNvSpPr txBox="1"/>
            <p:nvPr/>
          </p:nvSpPr>
          <p:spPr>
            <a:xfrm>
              <a:off x="7306575" y="2692899"/>
              <a:ext cx="2051846" cy="522197"/>
            </a:xfrm>
            <a:prstGeom prst="rect">
              <a:avLst/>
            </a:prstGeom>
            <a:noFill/>
          </p:spPr>
          <p:txBody>
            <a:bodyPr>
              <a:spAutoFit/>
            </a:bodyPr>
            <a:lstStyle/>
            <a:p>
              <a:pPr eaLnBrk="1" fontAlgn="auto" hangingPunct="1">
                <a:spcBef>
                  <a:spcPts val="0"/>
                </a:spcBef>
                <a:spcAft>
                  <a:spcPts val="0"/>
                </a:spcAft>
                <a:defRPr/>
              </a:pPr>
              <a:r>
                <a:rPr kumimoji="1" lang="zh-CN" altLang="en-US" sz="2800" kern="0" dirty="0">
                  <a:solidFill>
                    <a:srgbClr val="000000"/>
                  </a:solidFill>
                  <a:latin typeface="Times New Roman" pitchFamily="18" charset="0"/>
                  <a:cs typeface="Tahoma"/>
                </a:rPr>
                <a:t>不容易计算</a:t>
              </a:r>
            </a:p>
          </p:txBody>
        </p:sp>
      </p:gr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58" name="Rectangle 2">
            <a:extLst>
              <a:ext uri="{FF2B5EF4-FFF2-40B4-BE49-F238E27FC236}">
                <a16:creationId xmlns:a16="http://schemas.microsoft.com/office/drawing/2014/main" id="{55420D77-22C0-EF54-3A7E-FFC6268BE309}"/>
              </a:ext>
            </a:extLst>
          </p:cNvPr>
          <p:cNvSpPr>
            <a:spLocks noGrp="1" noChangeArrowheads="1"/>
          </p:cNvSpPr>
          <p:nvPr>
            <p:ph type="body" idx="1"/>
          </p:nvPr>
        </p:nvSpPr>
        <p:spPr>
          <a:xfrm>
            <a:off x="228600" y="304800"/>
            <a:ext cx="7772400" cy="609600"/>
          </a:xfrm>
        </p:spPr>
        <p:txBody>
          <a:bodyPr/>
          <a:lstStyle/>
          <a:p>
            <a:pPr eaLnBrk="1" hangingPunct="1">
              <a:buFontTx/>
              <a:buNone/>
            </a:pPr>
            <a:r>
              <a:rPr lang="en-US" altLang="zh-CN"/>
              <a:t>2 </a:t>
            </a:r>
            <a:r>
              <a:rPr lang="zh-CN" altLang="en-US"/>
              <a:t>排列与组合（续）</a:t>
            </a:r>
            <a:endParaRPr lang="en-US" altLang="zh-CN"/>
          </a:p>
        </p:txBody>
      </p:sp>
      <p:sp>
        <p:nvSpPr>
          <p:cNvPr id="45059" name="矩形 4">
            <a:extLst>
              <a:ext uri="{FF2B5EF4-FFF2-40B4-BE49-F238E27FC236}">
                <a16:creationId xmlns:a16="http://schemas.microsoft.com/office/drawing/2014/main" id="{763E63EA-A0A6-3675-A392-646E45C09591}"/>
              </a:ext>
            </a:extLst>
          </p:cNvPr>
          <p:cNvSpPr>
            <a:spLocks noChangeArrowheads="1"/>
          </p:cNvSpPr>
          <p:nvPr/>
        </p:nvSpPr>
        <p:spPr bwMode="auto">
          <a:xfrm>
            <a:off x="228600" y="881743"/>
            <a:ext cx="8424863" cy="13031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457200" indent="-457200">
              <a:spcBef>
                <a:spcPct val="20000"/>
              </a:spcBef>
              <a:buChar char="•"/>
              <a:defRPr sz="3200">
                <a:solidFill>
                  <a:schemeClr val="tx1"/>
                </a:solidFill>
                <a:latin typeface="Arial" panose="020B0604020202020204" pitchFamily="34" charset="0"/>
                <a:ea typeface="宋体" panose="02010600030101010101" pitchFamily="2" charset="-122"/>
              </a:defRPr>
            </a:lvl1pPr>
            <a:lvl2pPr marL="914400" indent="-45720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lnSpc>
                <a:spcPct val="150000"/>
              </a:lnSpc>
              <a:spcBef>
                <a:spcPct val="0"/>
              </a:spcBef>
            </a:pPr>
            <a:r>
              <a:rPr kumimoji="1" lang="zh-CN" altLang="en-US" sz="2800" b="1" dirty="0">
                <a:solidFill>
                  <a:srgbClr val="000000"/>
                </a:solidFill>
                <a:latin typeface="Times New Roman" panose="02020603050405020304" pitchFamily="18" charset="0"/>
                <a:cs typeface="Tahoma" panose="020B0604030504040204" pitchFamily="34" charset="0"/>
              </a:rPr>
              <a:t>把物体放入盒子</a:t>
            </a:r>
            <a:endParaRPr kumimoji="1" lang="en-US" altLang="zh-CN" sz="2800" b="1" dirty="0">
              <a:solidFill>
                <a:srgbClr val="000000"/>
              </a:solidFill>
              <a:latin typeface="Times New Roman" panose="02020603050405020304" pitchFamily="18" charset="0"/>
              <a:cs typeface="Tahoma" panose="020B0604030504040204" pitchFamily="34" charset="0"/>
            </a:endParaRPr>
          </a:p>
          <a:p>
            <a:pPr lvl="1" eaLnBrk="1" hangingPunct="1">
              <a:lnSpc>
                <a:spcPct val="150000"/>
              </a:lnSpc>
              <a:spcBef>
                <a:spcPct val="0"/>
              </a:spcBef>
              <a:buFont typeface="Wingdings" panose="05000000000000000000" pitchFamily="2" charset="2"/>
              <a:buChar char="Ø"/>
            </a:pPr>
            <a:r>
              <a:rPr kumimoji="1" lang="zh-CN" altLang="en-US" i="1" dirty="0">
                <a:latin typeface="Times New Roman" panose="02020603050405020304" pitchFamily="18" charset="0"/>
                <a:cs typeface="Tahoma" panose="020B0604030504040204" pitchFamily="34" charset="0"/>
              </a:rPr>
              <a:t>可辨别</a:t>
            </a:r>
            <a:r>
              <a:rPr kumimoji="1" lang="zh-CN" altLang="en-US" dirty="0">
                <a:latin typeface="Times New Roman" panose="02020603050405020304" pitchFamily="18" charset="0"/>
                <a:cs typeface="Tahoma" panose="020B0604030504040204" pitchFamily="34" charset="0"/>
              </a:rPr>
              <a:t>的物体与</a:t>
            </a:r>
            <a:r>
              <a:rPr kumimoji="1" lang="zh-CN" altLang="en-US" i="1" dirty="0">
                <a:latin typeface="Times New Roman" panose="02020603050405020304" pitchFamily="18" charset="0"/>
                <a:cs typeface="Tahoma" panose="020B0604030504040204" pitchFamily="34" charset="0"/>
              </a:rPr>
              <a:t>可辨别</a:t>
            </a:r>
            <a:r>
              <a:rPr kumimoji="1" lang="zh-CN" altLang="en-US" dirty="0">
                <a:latin typeface="Times New Roman" panose="02020603050405020304" pitchFamily="18" charset="0"/>
                <a:cs typeface="Tahoma" panose="020B0604030504040204" pitchFamily="34" charset="0"/>
              </a:rPr>
              <a:t>的盒子</a:t>
            </a:r>
            <a:endParaRPr kumimoji="1" lang="en-US" altLang="zh-CN" dirty="0">
              <a:latin typeface="Times New Roman" panose="02020603050405020304" pitchFamily="18" charset="0"/>
              <a:cs typeface="Tahoma" panose="020B0604030504040204" pitchFamily="34" charset="0"/>
            </a:endParaRPr>
          </a:p>
        </p:txBody>
      </p:sp>
      <mc:AlternateContent xmlns:mc="http://schemas.openxmlformats.org/markup-compatibility/2006">
        <mc:Choice xmlns:a14="http://schemas.microsoft.com/office/drawing/2010/main" Requires="a14">
          <p:sp>
            <p:nvSpPr>
              <p:cNvPr id="2" name="内容占位符 2">
                <a:extLst>
                  <a:ext uri="{FF2B5EF4-FFF2-40B4-BE49-F238E27FC236}">
                    <a16:creationId xmlns:a16="http://schemas.microsoft.com/office/drawing/2014/main" id="{C3740BB5-3D82-7AB0-CF83-DD211990B06C}"/>
                  </a:ext>
                </a:extLst>
              </p:cNvPr>
              <p:cNvSpPr txBox="1">
                <a:spLocks/>
              </p:cNvSpPr>
              <p:nvPr/>
            </p:nvSpPr>
            <p:spPr bwMode="auto">
              <a:xfrm>
                <a:off x="154780" y="2184920"/>
                <a:ext cx="8836819" cy="4215879"/>
              </a:xfrm>
              <a:prstGeom prst="rect">
                <a:avLst/>
              </a:prstGeom>
              <a:noFill/>
              <a:ln>
                <a:noFill/>
              </a:ln>
              <a:extLst>
                <a:ext uri="{909E8E84-426E-40DD-AFC4-6F175D3DCCD1}">
                  <a14:hiddenFill>
                    <a:solidFill>
                      <a:srgbClr val="FFFFFF"/>
                    </a:solidFill>
                  </a14:hiddenFill>
                </a:ext>
                <a:ext uri="{91240B29-F687-4F45-9708-019B960494DF}">
                  <a14:hiddenLine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vl6pPr marL="2514600" indent="-228600" algn="l" rtl="0" fontAlgn="base">
                  <a:spcBef>
                    <a:spcPct val="20000"/>
                  </a:spcBef>
                  <a:spcAft>
                    <a:spcPct val="0"/>
                  </a:spcAft>
                  <a:buChar char="»"/>
                  <a:defRPr sz="2000">
                    <a:solidFill>
                      <a:schemeClr val="tx1"/>
                    </a:solidFill>
                    <a:latin typeface="+mn-lt"/>
                    <a:ea typeface="+mn-ea"/>
                  </a:defRPr>
                </a:lvl6pPr>
                <a:lvl7pPr marL="2971800" indent="-228600" algn="l" rtl="0" fontAlgn="base">
                  <a:spcBef>
                    <a:spcPct val="20000"/>
                  </a:spcBef>
                  <a:spcAft>
                    <a:spcPct val="0"/>
                  </a:spcAft>
                  <a:buChar char="»"/>
                  <a:defRPr sz="2000">
                    <a:solidFill>
                      <a:schemeClr val="tx1"/>
                    </a:solidFill>
                    <a:latin typeface="+mn-lt"/>
                    <a:ea typeface="+mn-ea"/>
                  </a:defRPr>
                </a:lvl7pPr>
                <a:lvl8pPr marL="3429000" indent="-228600" algn="l" rtl="0" fontAlgn="base">
                  <a:spcBef>
                    <a:spcPct val="20000"/>
                  </a:spcBef>
                  <a:spcAft>
                    <a:spcPct val="0"/>
                  </a:spcAft>
                  <a:buChar char="»"/>
                  <a:defRPr sz="2000">
                    <a:solidFill>
                      <a:schemeClr val="tx1"/>
                    </a:solidFill>
                    <a:latin typeface="+mn-lt"/>
                    <a:ea typeface="+mn-ea"/>
                  </a:defRPr>
                </a:lvl8pPr>
                <a:lvl9pPr marL="3886200" indent="-228600" algn="l" rtl="0" fontAlgn="base">
                  <a:spcBef>
                    <a:spcPct val="20000"/>
                  </a:spcBef>
                  <a:spcAft>
                    <a:spcPct val="0"/>
                  </a:spcAft>
                  <a:buChar char="»"/>
                  <a:defRPr sz="2000">
                    <a:solidFill>
                      <a:schemeClr val="tx1"/>
                    </a:solidFill>
                    <a:latin typeface="+mn-lt"/>
                    <a:ea typeface="+mn-ea"/>
                  </a:defRPr>
                </a:lvl9pPr>
              </a:lstStyle>
              <a:p>
                <a:pPr marL="0" indent="0" eaLnBrk="1">
                  <a:lnSpc>
                    <a:spcPct val="130000"/>
                  </a:lnSpc>
                  <a:buNone/>
                </a:pPr>
                <a:r>
                  <a:rPr lang="zh-CN" altLang="zh-CN" sz="3000" b="1" dirty="0">
                    <a:latin typeface="+mn-ea"/>
                  </a:rPr>
                  <a:t>定理</a:t>
                </a:r>
                <a:r>
                  <a:rPr lang="en-US" altLang="zh-CN" sz="3000" b="1" dirty="0">
                    <a:latin typeface="+mn-ea"/>
                  </a:rPr>
                  <a:t>5 </a:t>
                </a:r>
                <a:r>
                  <a:rPr lang="zh-CN" altLang="en-US" dirty="0">
                    <a:solidFill>
                      <a:srgbClr val="000000"/>
                    </a:solidFill>
                  </a:rPr>
                  <a:t>把</a:t>
                </a:r>
                <a14:m>
                  <m:oMath xmlns:m="http://schemas.openxmlformats.org/officeDocument/2006/math">
                    <m:r>
                      <a:rPr lang="en-US" altLang="zh-CN" i="1" dirty="0">
                        <a:solidFill>
                          <a:srgbClr val="000000"/>
                        </a:solidFill>
                        <a:latin typeface="Cambria Math"/>
                      </a:rPr>
                      <m:t>𝑛</m:t>
                    </m:r>
                  </m:oMath>
                </a14:m>
                <a:r>
                  <a:rPr lang="zh-CN" altLang="en-US" dirty="0">
                    <a:solidFill>
                      <a:srgbClr val="000000"/>
                    </a:solidFill>
                  </a:rPr>
                  <a:t>个不同的物体分配到</a:t>
                </a:r>
                <a14:m>
                  <m:oMath xmlns:m="http://schemas.openxmlformats.org/officeDocument/2006/math">
                    <m:r>
                      <a:rPr lang="en-US" altLang="zh-CN" i="1" dirty="0">
                        <a:solidFill>
                          <a:srgbClr val="000000"/>
                        </a:solidFill>
                        <a:latin typeface="Cambria Math"/>
                      </a:rPr>
                      <m:t>𝑘</m:t>
                    </m:r>
                  </m:oMath>
                </a14:m>
                <a:r>
                  <a:rPr lang="zh-CN" altLang="en-US" dirty="0">
                    <a:solidFill>
                      <a:srgbClr val="000000"/>
                    </a:solidFill>
                  </a:rPr>
                  <a:t>个不同的盒子，使得</a:t>
                </a:r>
                <a14:m>
                  <m:oMath xmlns:m="http://schemas.openxmlformats.org/officeDocument/2006/math">
                    <m:sSub>
                      <m:sSubPr>
                        <m:ctrlPr>
                          <a:rPr lang="en-US" altLang="zh-CN" i="1">
                            <a:solidFill>
                              <a:srgbClr val="000000"/>
                            </a:solidFill>
                            <a:latin typeface="Cambria Math" panose="02040503050406030204" pitchFamily="18" charset="0"/>
                          </a:rPr>
                        </m:ctrlPr>
                      </m:sSubPr>
                      <m:e>
                        <m:r>
                          <a:rPr lang="en-US" altLang="zh-CN" i="1">
                            <a:solidFill>
                              <a:srgbClr val="000000"/>
                            </a:solidFill>
                            <a:latin typeface="Cambria Math"/>
                          </a:rPr>
                          <m:t>𝑛</m:t>
                        </m:r>
                      </m:e>
                      <m:sub>
                        <m:r>
                          <a:rPr lang="en-US" altLang="zh-CN" i="1">
                            <a:solidFill>
                              <a:srgbClr val="000000"/>
                            </a:solidFill>
                            <a:latin typeface="Cambria Math"/>
                          </a:rPr>
                          <m:t>𝑖</m:t>
                        </m:r>
                      </m:sub>
                    </m:sSub>
                  </m:oMath>
                </a14:m>
                <a:r>
                  <a:rPr lang="zh-CN" altLang="en-US" dirty="0">
                    <a:solidFill>
                      <a:srgbClr val="000000"/>
                    </a:solidFill>
                  </a:rPr>
                  <a:t>个物体放入盒子</a:t>
                </a:r>
                <a14:m>
                  <m:oMath xmlns:m="http://schemas.openxmlformats.org/officeDocument/2006/math">
                    <m:r>
                      <a:rPr lang="en-US" altLang="zh-CN" i="1" dirty="0">
                        <a:solidFill>
                          <a:srgbClr val="000000"/>
                        </a:solidFill>
                        <a:latin typeface="Cambria Math"/>
                      </a:rPr>
                      <m:t>𝑖</m:t>
                    </m:r>
                  </m:oMath>
                </a14:m>
                <a:r>
                  <a:rPr lang="zh-CN" altLang="en-US" dirty="0">
                    <a:solidFill>
                      <a:srgbClr val="000000"/>
                    </a:solidFill>
                  </a:rPr>
                  <a:t>（</a:t>
                </a:r>
                <a14:m>
                  <m:oMath xmlns:m="http://schemas.openxmlformats.org/officeDocument/2006/math">
                    <m:r>
                      <a:rPr lang="en-US" altLang="zh-CN" i="1" dirty="0">
                        <a:solidFill>
                          <a:srgbClr val="000000"/>
                        </a:solidFill>
                        <a:latin typeface="Cambria Math"/>
                      </a:rPr>
                      <m:t> </m:t>
                    </m:r>
                    <m:r>
                      <a:rPr lang="en-US" altLang="zh-CN" i="1" dirty="0">
                        <a:solidFill>
                          <a:srgbClr val="000000"/>
                        </a:solidFill>
                        <a:latin typeface="Cambria Math"/>
                      </a:rPr>
                      <m:t>𝑖</m:t>
                    </m:r>
                    <m:r>
                      <a:rPr lang="en-US" altLang="zh-CN" i="1" dirty="0">
                        <a:solidFill>
                          <a:srgbClr val="000000"/>
                        </a:solidFill>
                        <a:latin typeface="Cambria Math"/>
                      </a:rPr>
                      <m:t>=1</m:t>
                    </m:r>
                    <m:r>
                      <a:rPr lang="zh-CN" altLang="en-US" i="1" dirty="0" smtClean="0">
                        <a:solidFill>
                          <a:srgbClr val="000000"/>
                        </a:solidFill>
                        <a:latin typeface="Cambria Math" panose="02040503050406030204" pitchFamily="18" charset="0"/>
                      </a:rPr>
                      <m:t>，</m:t>
                    </m:r>
                    <m:r>
                      <a:rPr lang="en-US" altLang="zh-CN" i="1" dirty="0">
                        <a:solidFill>
                          <a:srgbClr val="000000"/>
                        </a:solidFill>
                        <a:latin typeface="Cambria Math"/>
                      </a:rPr>
                      <m:t>2</m:t>
                    </m:r>
                    <m:r>
                      <a:rPr lang="zh-CN" altLang="en-US" i="1" dirty="0" smtClean="0">
                        <a:solidFill>
                          <a:srgbClr val="000000"/>
                        </a:solidFill>
                        <a:latin typeface="Cambria Math" panose="02040503050406030204" pitchFamily="18" charset="0"/>
                      </a:rPr>
                      <m:t>，</m:t>
                    </m:r>
                    <m:r>
                      <a:rPr lang="en-US" altLang="zh-CN" i="1" dirty="0">
                        <a:solidFill>
                          <a:srgbClr val="000000"/>
                        </a:solidFill>
                        <a:latin typeface="Cambria Math"/>
                      </a:rPr>
                      <m:t>…</m:t>
                    </m:r>
                    <m:r>
                      <a:rPr lang="zh-CN" altLang="en-US" i="1" dirty="0" smtClean="0">
                        <a:solidFill>
                          <a:srgbClr val="000000"/>
                        </a:solidFill>
                        <a:latin typeface="Cambria Math" panose="02040503050406030204" pitchFamily="18" charset="0"/>
                      </a:rPr>
                      <m:t>，</m:t>
                    </m:r>
                    <m:r>
                      <a:rPr lang="en-US" altLang="zh-CN" i="1" dirty="0">
                        <a:solidFill>
                          <a:srgbClr val="000000"/>
                        </a:solidFill>
                        <a:latin typeface="Cambria Math"/>
                      </a:rPr>
                      <m:t>𝑘</m:t>
                    </m:r>
                  </m:oMath>
                </a14:m>
                <a:r>
                  <a:rPr lang="zh-CN" altLang="en-US" dirty="0">
                    <a:solidFill>
                      <a:srgbClr val="000000"/>
                    </a:solidFill>
                  </a:rPr>
                  <a:t>）的方式数等于</a:t>
                </a:r>
                <a:endParaRPr lang="en-US" altLang="zh-CN" dirty="0">
                  <a:solidFill>
                    <a:srgbClr val="000000"/>
                  </a:solidFill>
                </a:endParaRPr>
              </a:p>
              <a:p>
                <a:pPr marL="0" indent="0" eaLnBrk="1">
                  <a:buNone/>
                </a:pPr>
                <a14:m>
                  <m:oMathPara xmlns:m="http://schemas.openxmlformats.org/officeDocument/2006/math">
                    <m:oMathParaPr>
                      <m:jc m:val="centerGroup"/>
                    </m:oMathParaPr>
                    <m:oMath xmlns:m="http://schemas.openxmlformats.org/officeDocument/2006/math">
                      <m:f>
                        <m:fPr>
                          <m:ctrlPr>
                            <a:rPr lang="en-US" altLang="zh-CN" i="1">
                              <a:solidFill>
                                <a:srgbClr val="000000"/>
                              </a:solidFill>
                              <a:latin typeface="Cambria Math" panose="02040503050406030204" pitchFamily="18" charset="0"/>
                            </a:rPr>
                          </m:ctrlPr>
                        </m:fPr>
                        <m:num>
                          <m:r>
                            <a:rPr lang="en-US" altLang="zh-CN" i="1">
                              <a:solidFill>
                                <a:srgbClr val="000000"/>
                              </a:solidFill>
                              <a:latin typeface="Cambria Math"/>
                            </a:rPr>
                            <m:t>𝑛</m:t>
                          </m:r>
                          <m:r>
                            <a:rPr lang="en-US" altLang="zh-CN" i="1">
                              <a:solidFill>
                                <a:srgbClr val="000000"/>
                              </a:solidFill>
                              <a:latin typeface="Cambria Math"/>
                            </a:rPr>
                            <m:t>!</m:t>
                          </m:r>
                        </m:num>
                        <m:den>
                          <m:sSub>
                            <m:sSubPr>
                              <m:ctrlPr>
                                <a:rPr lang="en-US" altLang="zh-CN" i="1">
                                  <a:solidFill>
                                    <a:srgbClr val="000000"/>
                                  </a:solidFill>
                                  <a:latin typeface="Cambria Math" panose="02040503050406030204" pitchFamily="18" charset="0"/>
                                </a:rPr>
                              </m:ctrlPr>
                            </m:sSubPr>
                            <m:e>
                              <m:r>
                                <a:rPr lang="en-US" altLang="zh-CN" i="1">
                                  <a:solidFill>
                                    <a:srgbClr val="000000"/>
                                  </a:solidFill>
                                  <a:latin typeface="Cambria Math"/>
                                </a:rPr>
                                <m:t>𝑛</m:t>
                              </m:r>
                            </m:e>
                            <m:sub>
                              <m:r>
                                <a:rPr lang="en-US" altLang="zh-CN" i="1">
                                  <a:solidFill>
                                    <a:srgbClr val="000000"/>
                                  </a:solidFill>
                                  <a:latin typeface="Cambria Math"/>
                                </a:rPr>
                                <m:t>1</m:t>
                              </m:r>
                            </m:sub>
                          </m:sSub>
                          <m:r>
                            <a:rPr lang="en-US" altLang="zh-CN" i="1">
                              <a:solidFill>
                                <a:srgbClr val="000000"/>
                              </a:solidFill>
                              <a:latin typeface="Cambria Math"/>
                            </a:rPr>
                            <m:t>!</m:t>
                          </m:r>
                          <m:sSub>
                            <m:sSubPr>
                              <m:ctrlPr>
                                <a:rPr lang="en-US" altLang="zh-CN" i="1">
                                  <a:solidFill>
                                    <a:srgbClr val="000000"/>
                                  </a:solidFill>
                                  <a:latin typeface="Cambria Math" panose="02040503050406030204" pitchFamily="18" charset="0"/>
                                </a:rPr>
                              </m:ctrlPr>
                            </m:sSubPr>
                            <m:e>
                              <m:r>
                                <a:rPr lang="en-US" altLang="zh-CN" i="1">
                                  <a:solidFill>
                                    <a:srgbClr val="000000"/>
                                  </a:solidFill>
                                  <a:latin typeface="Cambria Math"/>
                                </a:rPr>
                                <m:t>𝑛</m:t>
                              </m:r>
                            </m:e>
                            <m:sub>
                              <m:r>
                                <a:rPr lang="en-US" altLang="zh-CN" i="1">
                                  <a:solidFill>
                                    <a:srgbClr val="000000"/>
                                  </a:solidFill>
                                  <a:latin typeface="Cambria Math"/>
                                </a:rPr>
                                <m:t>2</m:t>
                              </m:r>
                            </m:sub>
                          </m:sSub>
                          <m:r>
                            <a:rPr lang="en-US" altLang="zh-CN" i="1">
                              <a:solidFill>
                                <a:srgbClr val="000000"/>
                              </a:solidFill>
                              <a:latin typeface="Cambria Math"/>
                            </a:rPr>
                            <m:t>!⋯</m:t>
                          </m:r>
                          <m:sSub>
                            <m:sSubPr>
                              <m:ctrlPr>
                                <a:rPr lang="en-US" altLang="zh-CN" i="1">
                                  <a:solidFill>
                                    <a:srgbClr val="000000"/>
                                  </a:solidFill>
                                  <a:latin typeface="Cambria Math" panose="02040503050406030204" pitchFamily="18" charset="0"/>
                                </a:rPr>
                              </m:ctrlPr>
                            </m:sSubPr>
                            <m:e>
                              <m:r>
                                <a:rPr lang="en-US" altLang="zh-CN" i="1">
                                  <a:solidFill>
                                    <a:srgbClr val="000000"/>
                                  </a:solidFill>
                                  <a:latin typeface="Cambria Math"/>
                                </a:rPr>
                                <m:t>𝑛</m:t>
                              </m:r>
                            </m:e>
                            <m:sub>
                              <m:r>
                                <a:rPr lang="en-US" altLang="zh-CN" i="1">
                                  <a:solidFill>
                                    <a:srgbClr val="000000"/>
                                  </a:solidFill>
                                  <a:latin typeface="Cambria Math"/>
                                </a:rPr>
                                <m:t>𝑘</m:t>
                              </m:r>
                            </m:sub>
                          </m:sSub>
                          <m:r>
                            <a:rPr lang="en-US" altLang="zh-CN" i="1">
                              <a:solidFill>
                                <a:srgbClr val="000000"/>
                              </a:solidFill>
                              <a:latin typeface="Cambria Math"/>
                            </a:rPr>
                            <m:t>!</m:t>
                          </m:r>
                        </m:den>
                      </m:f>
                      <m:r>
                        <a:rPr lang="zh-CN" altLang="en-US" i="1">
                          <a:solidFill>
                            <a:srgbClr val="000000"/>
                          </a:solidFill>
                          <a:latin typeface="Cambria Math" panose="02040503050406030204" pitchFamily="18" charset="0"/>
                        </a:rPr>
                        <m:t>，</m:t>
                      </m:r>
                    </m:oMath>
                  </m:oMathPara>
                </a14:m>
                <a:endParaRPr lang="en-US" altLang="zh-CN" i="1" dirty="0">
                  <a:solidFill>
                    <a:srgbClr val="000000"/>
                  </a:solidFill>
                </a:endParaRPr>
              </a:p>
              <a:p>
                <a:pPr marL="0" indent="0" eaLnBrk="1">
                  <a:buNone/>
                </a:pPr>
                <a:r>
                  <a:rPr lang="zh-CN" altLang="en-US" dirty="0">
                    <a:solidFill>
                      <a:srgbClr val="000000"/>
                    </a:solidFill>
                  </a:rPr>
                  <a:t>这里</a:t>
                </a:r>
                <a14:m>
                  <m:oMath xmlns:m="http://schemas.openxmlformats.org/officeDocument/2006/math">
                    <m:r>
                      <a:rPr lang="en-US" altLang="zh-CN" i="1" dirty="0">
                        <a:solidFill>
                          <a:srgbClr val="000000"/>
                        </a:solidFill>
                        <a:latin typeface="Cambria Math" panose="02040503050406030204" pitchFamily="18" charset="0"/>
                      </a:rPr>
                      <m:t>𝑛</m:t>
                    </m:r>
                    <m:r>
                      <a:rPr lang="en-US" altLang="zh-CN" i="1" dirty="0">
                        <a:solidFill>
                          <a:srgbClr val="000000"/>
                        </a:solidFill>
                        <a:latin typeface="Cambria Math" panose="02040503050406030204" pitchFamily="18" charset="0"/>
                      </a:rPr>
                      <m:t>=</m:t>
                    </m:r>
                    <m:sSub>
                      <m:sSubPr>
                        <m:ctrlPr>
                          <a:rPr lang="en-US" altLang="zh-CN" i="1" dirty="0">
                            <a:solidFill>
                              <a:srgbClr val="000000"/>
                            </a:solidFill>
                            <a:latin typeface="Cambria Math" panose="02040503050406030204" pitchFamily="18" charset="0"/>
                          </a:rPr>
                        </m:ctrlPr>
                      </m:sSubPr>
                      <m:e>
                        <m:r>
                          <a:rPr lang="en-US" altLang="zh-CN" i="1" dirty="0">
                            <a:solidFill>
                              <a:srgbClr val="000000"/>
                            </a:solidFill>
                            <a:latin typeface="Cambria Math" panose="02040503050406030204" pitchFamily="18" charset="0"/>
                          </a:rPr>
                          <m:t>𝑛</m:t>
                        </m:r>
                      </m:e>
                      <m:sub>
                        <m:r>
                          <a:rPr lang="en-US" altLang="zh-CN" i="1" dirty="0">
                            <a:solidFill>
                              <a:srgbClr val="000000"/>
                            </a:solidFill>
                            <a:latin typeface="Cambria Math" panose="02040503050406030204" pitchFamily="18" charset="0"/>
                          </a:rPr>
                          <m:t>1</m:t>
                        </m:r>
                      </m:sub>
                    </m:sSub>
                    <m:r>
                      <a:rPr lang="en-US" altLang="zh-CN" i="1" dirty="0">
                        <a:solidFill>
                          <a:srgbClr val="000000"/>
                        </a:solidFill>
                        <a:latin typeface="Cambria Math" panose="02040503050406030204" pitchFamily="18" charset="0"/>
                      </a:rPr>
                      <m:t>+</m:t>
                    </m:r>
                    <m:sSub>
                      <m:sSubPr>
                        <m:ctrlPr>
                          <a:rPr lang="en-US" altLang="zh-CN" i="1" dirty="0">
                            <a:solidFill>
                              <a:srgbClr val="000000"/>
                            </a:solidFill>
                            <a:latin typeface="Cambria Math" panose="02040503050406030204" pitchFamily="18" charset="0"/>
                          </a:rPr>
                        </m:ctrlPr>
                      </m:sSubPr>
                      <m:e>
                        <m:r>
                          <a:rPr lang="en-US" altLang="zh-CN" i="1" dirty="0">
                            <a:solidFill>
                              <a:srgbClr val="000000"/>
                            </a:solidFill>
                            <a:latin typeface="Cambria Math" panose="02040503050406030204" pitchFamily="18" charset="0"/>
                          </a:rPr>
                          <m:t>𝑛</m:t>
                        </m:r>
                      </m:e>
                      <m:sub>
                        <m:r>
                          <a:rPr lang="en-US" altLang="zh-CN" i="1" dirty="0">
                            <a:solidFill>
                              <a:srgbClr val="000000"/>
                            </a:solidFill>
                            <a:latin typeface="Cambria Math" panose="02040503050406030204" pitchFamily="18" charset="0"/>
                          </a:rPr>
                          <m:t>2</m:t>
                        </m:r>
                      </m:sub>
                    </m:sSub>
                    <m:r>
                      <a:rPr lang="en-US" altLang="zh-CN" i="1" dirty="0">
                        <a:solidFill>
                          <a:srgbClr val="000000"/>
                        </a:solidFill>
                        <a:latin typeface="Cambria Math" panose="02040503050406030204" pitchFamily="18" charset="0"/>
                      </a:rPr>
                      <m:t>+</m:t>
                    </m:r>
                    <m:r>
                      <a:rPr lang="en-US" altLang="zh-CN" i="1" dirty="0">
                        <a:solidFill>
                          <a:srgbClr val="000000"/>
                        </a:solidFill>
                        <a:latin typeface="Cambria Math" panose="02040503050406030204" pitchFamily="18" charset="0"/>
                      </a:rPr>
                      <m:t>⋯+</m:t>
                    </m:r>
                    <m:sSub>
                      <m:sSubPr>
                        <m:ctrlPr>
                          <a:rPr lang="en-US" altLang="zh-CN" i="1" dirty="0">
                            <a:solidFill>
                              <a:srgbClr val="000000"/>
                            </a:solidFill>
                            <a:latin typeface="Cambria Math" panose="02040503050406030204" pitchFamily="18" charset="0"/>
                          </a:rPr>
                        </m:ctrlPr>
                      </m:sSubPr>
                      <m:e>
                        <m:r>
                          <a:rPr lang="en-US" altLang="zh-CN" i="1" dirty="0">
                            <a:solidFill>
                              <a:srgbClr val="000000"/>
                            </a:solidFill>
                            <a:latin typeface="Cambria Math" panose="02040503050406030204" pitchFamily="18" charset="0"/>
                          </a:rPr>
                          <m:t>𝑛</m:t>
                        </m:r>
                      </m:e>
                      <m:sub>
                        <m:r>
                          <a:rPr lang="en-US" altLang="zh-CN" i="1" dirty="0">
                            <a:solidFill>
                              <a:srgbClr val="000000"/>
                            </a:solidFill>
                            <a:latin typeface="Cambria Math" panose="02040503050406030204" pitchFamily="18" charset="0"/>
                          </a:rPr>
                          <m:t>𝑘</m:t>
                        </m:r>
                      </m:sub>
                    </m:sSub>
                  </m:oMath>
                </a14:m>
                <a:r>
                  <a:rPr lang="zh-CN" altLang="en-US" dirty="0">
                    <a:solidFill>
                      <a:srgbClr val="000000"/>
                    </a:solidFill>
                  </a:rPr>
                  <a:t>。</a:t>
                </a:r>
                <a:endParaRPr lang="en-US" altLang="zh-CN" dirty="0">
                  <a:solidFill>
                    <a:srgbClr val="000000"/>
                  </a:solidFill>
                </a:endParaRPr>
              </a:p>
            </p:txBody>
          </p:sp>
        </mc:Choice>
        <mc:Fallback>
          <p:sp>
            <p:nvSpPr>
              <p:cNvPr id="2" name="内容占位符 2">
                <a:extLst>
                  <a:ext uri="{FF2B5EF4-FFF2-40B4-BE49-F238E27FC236}">
                    <a16:creationId xmlns:a16="http://schemas.microsoft.com/office/drawing/2014/main" id="{C3740BB5-3D82-7AB0-CF83-DD211990B06C}"/>
                  </a:ext>
                </a:extLst>
              </p:cNvPr>
              <p:cNvSpPr txBox="1">
                <a:spLocks noRot="1" noChangeAspect="1" noMove="1" noResize="1" noEditPoints="1" noAdjustHandles="1" noChangeArrowheads="1" noChangeShapeType="1" noTextEdit="1"/>
              </p:cNvSpPr>
              <p:nvPr/>
            </p:nvSpPr>
            <p:spPr bwMode="auto">
              <a:xfrm>
                <a:off x="154780" y="2184920"/>
                <a:ext cx="8836819" cy="4215879"/>
              </a:xfrm>
              <a:prstGeom prst="rect">
                <a:avLst/>
              </a:prstGeom>
              <a:blipFill>
                <a:blip r:embed="rId3"/>
                <a:stretch>
                  <a:fillRect l="-1724" t="-578" r="-621"/>
                </a:stretch>
              </a:blip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zh-CN" altLang="en-US">
                    <a:noFill/>
                  </a:rPr>
                  <a:t> </a:t>
                </a:r>
              </a:p>
            </p:txBody>
          </p:sp>
        </mc:Fallback>
      </mc:AlternateContent>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106" name="Rectangle 2">
            <a:extLst>
              <a:ext uri="{FF2B5EF4-FFF2-40B4-BE49-F238E27FC236}">
                <a16:creationId xmlns:a16="http://schemas.microsoft.com/office/drawing/2014/main" id="{05BEED20-6456-489E-51B6-78A1F07D8077}"/>
              </a:ext>
            </a:extLst>
          </p:cNvPr>
          <p:cNvSpPr>
            <a:spLocks noGrp="1" noChangeArrowheads="1"/>
          </p:cNvSpPr>
          <p:nvPr>
            <p:ph type="body" idx="1"/>
          </p:nvPr>
        </p:nvSpPr>
        <p:spPr>
          <a:xfrm>
            <a:off x="228600" y="228600"/>
            <a:ext cx="6934200" cy="609600"/>
          </a:xfrm>
        </p:spPr>
        <p:txBody>
          <a:bodyPr/>
          <a:lstStyle/>
          <a:p>
            <a:pPr eaLnBrk="1" hangingPunct="1">
              <a:buFontTx/>
              <a:buNone/>
            </a:pPr>
            <a:r>
              <a:rPr lang="en-US" altLang="zh-CN"/>
              <a:t>2 </a:t>
            </a:r>
            <a:r>
              <a:rPr lang="zh-CN" altLang="en-US"/>
              <a:t>排列与组合（续）</a:t>
            </a:r>
            <a:endParaRPr lang="en-US" altLang="zh-CN"/>
          </a:p>
        </p:txBody>
      </p:sp>
      <p:sp>
        <p:nvSpPr>
          <p:cNvPr id="47107" name="矩形 1">
            <a:extLst>
              <a:ext uri="{FF2B5EF4-FFF2-40B4-BE49-F238E27FC236}">
                <a16:creationId xmlns:a16="http://schemas.microsoft.com/office/drawing/2014/main" id="{86975DDF-B0FB-1BF4-5095-109C4C72F368}"/>
              </a:ext>
            </a:extLst>
          </p:cNvPr>
          <p:cNvSpPr>
            <a:spLocks noChangeArrowheads="1"/>
          </p:cNvSpPr>
          <p:nvPr/>
        </p:nvSpPr>
        <p:spPr bwMode="auto">
          <a:xfrm>
            <a:off x="228600" y="685800"/>
            <a:ext cx="8426450" cy="130131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457200" indent="-457200">
              <a:spcBef>
                <a:spcPct val="20000"/>
              </a:spcBef>
              <a:buChar char="•"/>
              <a:defRPr sz="3200">
                <a:solidFill>
                  <a:schemeClr val="tx1"/>
                </a:solidFill>
                <a:latin typeface="Arial" panose="020B0604020202020204" pitchFamily="34" charset="0"/>
                <a:ea typeface="宋体" panose="02010600030101010101" pitchFamily="2" charset="-122"/>
              </a:defRPr>
            </a:lvl1pPr>
            <a:lvl2pPr marL="914400" indent="-45720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nSpc>
                <a:spcPct val="150000"/>
              </a:lnSpc>
              <a:spcBef>
                <a:spcPct val="0"/>
              </a:spcBef>
            </a:pPr>
            <a:r>
              <a:rPr lang="zh-CN" altLang="en-US" sz="2800" b="1" dirty="0">
                <a:solidFill>
                  <a:srgbClr val="000000"/>
                </a:solidFill>
              </a:rPr>
              <a:t>把物体放入盒子</a:t>
            </a:r>
            <a:endParaRPr lang="en-US" altLang="zh-CN" sz="2800" b="1" dirty="0">
              <a:solidFill>
                <a:srgbClr val="000000"/>
              </a:solidFill>
            </a:endParaRPr>
          </a:p>
          <a:p>
            <a:pPr lvl="1">
              <a:lnSpc>
                <a:spcPct val="150000"/>
              </a:lnSpc>
              <a:spcBef>
                <a:spcPct val="0"/>
              </a:spcBef>
              <a:buFont typeface="Wingdings" panose="05000000000000000000" pitchFamily="2" charset="2"/>
              <a:buChar char="Ø"/>
            </a:pPr>
            <a:r>
              <a:rPr lang="zh-CN" altLang="en-US" i="1" dirty="0"/>
              <a:t>不可辨别</a:t>
            </a:r>
            <a:r>
              <a:rPr lang="zh-CN" altLang="en-US" dirty="0">
                <a:solidFill>
                  <a:srgbClr val="000000"/>
                </a:solidFill>
              </a:rPr>
              <a:t>的物体与</a:t>
            </a:r>
            <a:r>
              <a:rPr lang="zh-CN" altLang="en-US" i="1" dirty="0"/>
              <a:t>可辨别</a:t>
            </a:r>
            <a:r>
              <a:rPr lang="zh-CN" altLang="en-US" dirty="0">
                <a:solidFill>
                  <a:srgbClr val="000000"/>
                </a:solidFill>
              </a:rPr>
              <a:t>的盒子</a:t>
            </a:r>
            <a:endParaRPr lang="en-US" altLang="zh-CN" dirty="0">
              <a:solidFill>
                <a:srgbClr val="000000"/>
              </a:solidFill>
            </a:endParaRPr>
          </a:p>
        </p:txBody>
      </p:sp>
      <mc:AlternateContent xmlns:mc="http://schemas.openxmlformats.org/markup-compatibility/2006">
        <mc:Choice xmlns:a14="http://schemas.microsoft.com/office/drawing/2010/main" Requires="a14">
          <p:sp>
            <p:nvSpPr>
              <p:cNvPr id="3" name="内容占位符 2">
                <a:extLst>
                  <a:ext uri="{FF2B5EF4-FFF2-40B4-BE49-F238E27FC236}">
                    <a16:creationId xmlns:a16="http://schemas.microsoft.com/office/drawing/2014/main" id="{67164C81-F640-DB80-CF3F-E19BE4B47F00}"/>
                  </a:ext>
                </a:extLst>
              </p:cNvPr>
              <p:cNvSpPr txBox="1">
                <a:spLocks/>
              </p:cNvSpPr>
              <p:nvPr/>
            </p:nvSpPr>
            <p:spPr bwMode="auto">
              <a:xfrm>
                <a:off x="153590" y="2031136"/>
                <a:ext cx="8836819" cy="4413682"/>
              </a:xfrm>
              <a:prstGeom prst="rect">
                <a:avLst/>
              </a:prstGeom>
              <a:noFill/>
              <a:ln>
                <a:noFill/>
              </a:ln>
              <a:extLst>
                <a:ext uri="{909E8E84-426E-40DD-AFC4-6F175D3DCCD1}">
                  <a14:hiddenFill>
                    <a:solidFill>
                      <a:srgbClr val="FFFFFF"/>
                    </a:solidFill>
                  </a14:hiddenFill>
                </a:ext>
                <a:ext uri="{91240B29-F687-4F45-9708-019B960494DF}">
                  <a14:hiddenLine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vl6pPr marL="2514600" indent="-228600" algn="l" rtl="0" fontAlgn="base">
                  <a:spcBef>
                    <a:spcPct val="20000"/>
                  </a:spcBef>
                  <a:spcAft>
                    <a:spcPct val="0"/>
                  </a:spcAft>
                  <a:buChar char="»"/>
                  <a:defRPr sz="2000">
                    <a:solidFill>
                      <a:schemeClr val="tx1"/>
                    </a:solidFill>
                    <a:latin typeface="+mn-lt"/>
                    <a:ea typeface="+mn-ea"/>
                  </a:defRPr>
                </a:lvl6pPr>
                <a:lvl7pPr marL="2971800" indent="-228600" algn="l" rtl="0" fontAlgn="base">
                  <a:spcBef>
                    <a:spcPct val="20000"/>
                  </a:spcBef>
                  <a:spcAft>
                    <a:spcPct val="0"/>
                  </a:spcAft>
                  <a:buChar char="»"/>
                  <a:defRPr sz="2000">
                    <a:solidFill>
                      <a:schemeClr val="tx1"/>
                    </a:solidFill>
                    <a:latin typeface="+mn-lt"/>
                    <a:ea typeface="+mn-ea"/>
                  </a:defRPr>
                </a:lvl7pPr>
                <a:lvl8pPr marL="3429000" indent="-228600" algn="l" rtl="0" fontAlgn="base">
                  <a:spcBef>
                    <a:spcPct val="20000"/>
                  </a:spcBef>
                  <a:spcAft>
                    <a:spcPct val="0"/>
                  </a:spcAft>
                  <a:buChar char="»"/>
                  <a:defRPr sz="2000">
                    <a:solidFill>
                      <a:schemeClr val="tx1"/>
                    </a:solidFill>
                    <a:latin typeface="+mn-lt"/>
                    <a:ea typeface="+mn-ea"/>
                  </a:defRPr>
                </a:lvl8pPr>
                <a:lvl9pPr marL="3886200" indent="-228600" algn="l" rtl="0" fontAlgn="base">
                  <a:spcBef>
                    <a:spcPct val="20000"/>
                  </a:spcBef>
                  <a:spcAft>
                    <a:spcPct val="0"/>
                  </a:spcAft>
                  <a:buChar char="»"/>
                  <a:defRPr sz="2000">
                    <a:solidFill>
                      <a:schemeClr val="tx1"/>
                    </a:solidFill>
                    <a:latin typeface="+mn-lt"/>
                    <a:ea typeface="+mn-ea"/>
                  </a:defRPr>
                </a:lvl9pPr>
              </a:lstStyle>
              <a:p>
                <a:pPr marL="0" indent="0" eaLnBrk="1" latinLnBrk="1">
                  <a:lnSpc>
                    <a:spcPct val="130000"/>
                  </a:lnSpc>
                  <a:buNone/>
                </a:pPr>
                <a:r>
                  <a:rPr lang="zh-CN" altLang="zh-CN" sz="3000" b="1" dirty="0">
                    <a:latin typeface="+mn-ea"/>
                  </a:rPr>
                  <a:t>定理</a:t>
                </a:r>
                <a:r>
                  <a:rPr lang="en-US" altLang="zh-CN" sz="3000" b="1" dirty="0">
                    <a:latin typeface="+mn-ea"/>
                  </a:rPr>
                  <a:t>6 </a:t>
                </a:r>
                <a:r>
                  <a:rPr lang="zh-CN" altLang="en-US" dirty="0">
                    <a:solidFill>
                      <a:srgbClr val="000000"/>
                    </a:solidFill>
                    <a:latin typeface="+mn-ea"/>
                  </a:rPr>
                  <a:t>把</a:t>
                </a:r>
                <a14:m>
                  <m:oMath xmlns:m="http://schemas.openxmlformats.org/officeDocument/2006/math">
                    <m:r>
                      <a:rPr lang="en-US" altLang="zh-CN" dirty="0">
                        <a:solidFill>
                          <a:srgbClr val="000000"/>
                        </a:solidFill>
                        <a:latin typeface="Cambria Math" panose="02040503050406030204" pitchFamily="18" charset="0"/>
                      </a:rPr>
                      <m:t> </m:t>
                    </m:r>
                    <m:r>
                      <a:rPr lang="en-US" altLang="zh-CN" i="1" dirty="0">
                        <a:solidFill>
                          <a:srgbClr val="000000"/>
                        </a:solidFill>
                        <a:latin typeface="Cambria Math" panose="02040503050406030204" pitchFamily="18" charset="0"/>
                      </a:rPr>
                      <m:t>𝑛</m:t>
                    </m:r>
                  </m:oMath>
                </a14:m>
                <a:r>
                  <a:rPr lang="zh-CN" altLang="en-US" dirty="0">
                    <a:solidFill>
                      <a:srgbClr val="000000"/>
                    </a:solidFill>
                    <a:latin typeface="+mn-ea"/>
                  </a:rPr>
                  <a:t>个不可辨别的物体分配到</a:t>
                </a:r>
                <a14:m>
                  <m:oMath xmlns:m="http://schemas.openxmlformats.org/officeDocument/2006/math">
                    <m:r>
                      <a:rPr lang="en-US" altLang="zh-CN" dirty="0">
                        <a:solidFill>
                          <a:srgbClr val="000000"/>
                        </a:solidFill>
                        <a:latin typeface="Cambria Math" panose="02040503050406030204" pitchFamily="18" charset="0"/>
                      </a:rPr>
                      <m:t> </m:t>
                    </m:r>
                    <m:r>
                      <a:rPr lang="en-US" altLang="zh-CN" i="1" dirty="0">
                        <a:solidFill>
                          <a:srgbClr val="000000"/>
                        </a:solidFill>
                        <a:latin typeface="Cambria Math" panose="02040503050406030204" pitchFamily="18" charset="0"/>
                      </a:rPr>
                      <m:t>𝑘</m:t>
                    </m:r>
                  </m:oMath>
                </a14:m>
                <a:r>
                  <a:rPr lang="zh-CN" altLang="en-US" dirty="0">
                    <a:solidFill>
                      <a:srgbClr val="000000"/>
                    </a:solidFill>
                    <a:latin typeface="+mn-ea"/>
                  </a:rPr>
                  <a:t>个可辨别的盒子的方式数等于</a:t>
                </a:r>
                <a:endParaRPr lang="en-US" altLang="zh-CN" dirty="0">
                  <a:solidFill>
                    <a:srgbClr val="000000"/>
                  </a:solidFill>
                  <a:latin typeface="+mn-ea"/>
                </a:endParaRPr>
              </a:p>
              <a:p>
                <a:pPr marL="0" indent="0" eaLnBrk="1" latinLnBrk="1">
                  <a:buNone/>
                </a:pPr>
                <a14:m>
                  <m:oMathPara xmlns:m="http://schemas.openxmlformats.org/officeDocument/2006/math">
                    <m:oMathParaPr>
                      <m:jc m:val="centerGroup"/>
                    </m:oMathParaPr>
                    <m:oMath xmlns:m="http://schemas.openxmlformats.org/officeDocument/2006/math">
                      <m:r>
                        <a:rPr lang="en-US" altLang="zh-CN" i="1">
                          <a:solidFill>
                            <a:srgbClr val="000000"/>
                          </a:solidFill>
                          <a:latin typeface="Cambria Math" panose="02040503050406030204" pitchFamily="18" charset="0"/>
                        </a:rPr>
                        <m:t>𝐶</m:t>
                      </m:r>
                      <m:d>
                        <m:dPr>
                          <m:ctrlPr>
                            <a:rPr lang="en-US" altLang="zh-CN" i="1">
                              <a:solidFill>
                                <a:srgbClr val="000000"/>
                              </a:solidFill>
                              <a:latin typeface="Cambria Math" panose="02040503050406030204" pitchFamily="18" charset="0"/>
                            </a:rPr>
                          </m:ctrlPr>
                        </m:dPr>
                        <m:e>
                          <m:r>
                            <a:rPr lang="en-US" altLang="zh-CN" i="1">
                              <a:solidFill>
                                <a:srgbClr val="000000"/>
                              </a:solidFill>
                              <a:latin typeface="Cambria Math" panose="02040503050406030204" pitchFamily="18" charset="0"/>
                            </a:rPr>
                            <m:t>𝑘</m:t>
                          </m:r>
                          <m:r>
                            <a:rPr lang="en-US" altLang="zh-CN" i="1">
                              <a:solidFill>
                                <a:srgbClr val="000000"/>
                              </a:solidFill>
                              <a:latin typeface="Cambria Math" panose="02040503050406030204" pitchFamily="18" charset="0"/>
                            </a:rPr>
                            <m:t>+</m:t>
                          </m:r>
                          <m:r>
                            <a:rPr lang="en-US" altLang="zh-CN" i="1">
                              <a:solidFill>
                                <a:srgbClr val="000000"/>
                              </a:solidFill>
                              <a:latin typeface="Cambria Math" panose="02040503050406030204" pitchFamily="18" charset="0"/>
                            </a:rPr>
                            <m:t>𝑛</m:t>
                          </m:r>
                          <m:r>
                            <a:rPr lang="en-US" altLang="zh-CN" i="1">
                              <a:solidFill>
                                <a:srgbClr val="000000"/>
                              </a:solidFill>
                              <a:latin typeface="Cambria Math" panose="02040503050406030204" pitchFamily="18" charset="0"/>
                            </a:rPr>
                            <m:t>−1</m:t>
                          </m:r>
                          <m:r>
                            <a:rPr lang="zh-CN" altLang="en-US" i="1">
                              <a:solidFill>
                                <a:srgbClr val="000000"/>
                              </a:solidFill>
                              <a:latin typeface="Cambria Math" panose="02040503050406030204" pitchFamily="18" charset="0"/>
                            </a:rPr>
                            <m:t>，</m:t>
                          </m:r>
                          <m:r>
                            <a:rPr lang="en-US" altLang="zh-CN" i="1">
                              <a:solidFill>
                                <a:srgbClr val="000000"/>
                              </a:solidFill>
                              <a:latin typeface="Cambria Math" panose="02040503050406030204" pitchFamily="18" charset="0"/>
                            </a:rPr>
                            <m:t>𝑘</m:t>
                          </m:r>
                          <m:r>
                            <a:rPr lang="en-US" altLang="zh-CN" i="1">
                              <a:solidFill>
                                <a:srgbClr val="000000"/>
                              </a:solidFill>
                              <a:latin typeface="Cambria Math" panose="02040503050406030204" pitchFamily="18" charset="0"/>
                            </a:rPr>
                            <m:t>−1</m:t>
                          </m:r>
                        </m:e>
                      </m:d>
                      <m:r>
                        <a:rPr lang="en-US" altLang="zh-CN" b="0" i="1" smtClean="0">
                          <a:solidFill>
                            <a:srgbClr val="000000"/>
                          </a:solidFill>
                          <a:latin typeface="Cambria Math" panose="02040503050406030204" pitchFamily="18" charset="0"/>
                        </a:rPr>
                        <m:t>=</m:t>
                      </m:r>
                      <m:r>
                        <a:rPr lang="en-US" altLang="zh-CN" i="1">
                          <a:solidFill>
                            <a:srgbClr val="000000"/>
                          </a:solidFill>
                          <a:latin typeface="Cambria Math" panose="02040503050406030204" pitchFamily="18" charset="0"/>
                        </a:rPr>
                        <m:t>𝐶</m:t>
                      </m:r>
                      <m:d>
                        <m:dPr>
                          <m:ctrlPr>
                            <a:rPr lang="en-US" altLang="zh-CN" i="1">
                              <a:solidFill>
                                <a:srgbClr val="000000"/>
                              </a:solidFill>
                              <a:latin typeface="Cambria Math" panose="02040503050406030204" pitchFamily="18" charset="0"/>
                            </a:rPr>
                          </m:ctrlPr>
                        </m:dPr>
                        <m:e>
                          <m:r>
                            <a:rPr lang="en-US" altLang="zh-CN" i="1">
                              <a:solidFill>
                                <a:srgbClr val="000000"/>
                              </a:solidFill>
                              <a:latin typeface="Cambria Math" panose="02040503050406030204" pitchFamily="18" charset="0"/>
                            </a:rPr>
                            <m:t>𝑘</m:t>
                          </m:r>
                          <m:r>
                            <a:rPr lang="en-US" altLang="zh-CN" i="1">
                              <a:solidFill>
                                <a:srgbClr val="000000"/>
                              </a:solidFill>
                              <a:latin typeface="Cambria Math" panose="02040503050406030204" pitchFamily="18" charset="0"/>
                            </a:rPr>
                            <m:t>+</m:t>
                          </m:r>
                          <m:r>
                            <a:rPr lang="en-US" altLang="zh-CN" i="1">
                              <a:solidFill>
                                <a:srgbClr val="000000"/>
                              </a:solidFill>
                              <a:latin typeface="Cambria Math" panose="02040503050406030204" pitchFamily="18" charset="0"/>
                            </a:rPr>
                            <m:t>𝑛</m:t>
                          </m:r>
                          <m:r>
                            <a:rPr lang="en-US" altLang="zh-CN" i="1">
                              <a:solidFill>
                                <a:srgbClr val="000000"/>
                              </a:solidFill>
                              <a:latin typeface="Cambria Math" panose="02040503050406030204" pitchFamily="18" charset="0"/>
                            </a:rPr>
                            <m:t>−1</m:t>
                          </m:r>
                          <m:r>
                            <a:rPr lang="zh-CN" altLang="en-US" i="1">
                              <a:solidFill>
                                <a:srgbClr val="000000"/>
                              </a:solidFill>
                              <a:latin typeface="Cambria Math" panose="02040503050406030204" pitchFamily="18" charset="0"/>
                            </a:rPr>
                            <m:t>，</m:t>
                          </m:r>
                          <m:r>
                            <a:rPr lang="en-US" altLang="zh-CN" b="0" i="1" smtClean="0">
                              <a:solidFill>
                                <a:srgbClr val="000000"/>
                              </a:solidFill>
                              <a:latin typeface="Cambria Math" panose="02040503050406030204" pitchFamily="18" charset="0"/>
                            </a:rPr>
                            <m:t>𝑛</m:t>
                          </m:r>
                        </m:e>
                      </m:d>
                      <m:r>
                        <a:rPr lang="zh-CN" altLang="en-US" i="1">
                          <a:solidFill>
                            <a:srgbClr val="000000"/>
                          </a:solidFill>
                          <a:latin typeface="Cambria Math" panose="02040503050406030204" pitchFamily="18" charset="0"/>
                        </a:rPr>
                        <m:t>，</m:t>
                      </m:r>
                    </m:oMath>
                  </m:oMathPara>
                </a14:m>
                <a:endParaRPr lang="en-US" altLang="zh-CN" i="1" dirty="0">
                  <a:solidFill>
                    <a:srgbClr val="000000"/>
                  </a:solidFill>
                  <a:latin typeface="+mn-ea"/>
                </a:endParaRPr>
              </a:p>
              <a:p>
                <a:pPr marL="0" indent="0" eaLnBrk="1" latinLnBrk="1">
                  <a:buNone/>
                </a:pPr>
                <a:r>
                  <a:rPr lang="zh-CN" altLang="en-US" dirty="0">
                    <a:solidFill>
                      <a:srgbClr val="000000"/>
                    </a:solidFill>
                    <a:latin typeface="+mn-ea"/>
                  </a:rPr>
                  <a:t>这里</a:t>
                </a:r>
                <a14:m>
                  <m:oMath xmlns:m="http://schemas.openxmlformats.org/officeDocument/2006/math">
                    <m:r>
                      <a:rPr lang="en-US" altLang="zh-CN" i="1" dirty="0">
                        <a:solidFill>
                          <a:srgbClr val="000000"/>
                        </a:solidFill>
                        <a:latin typeface="Cambria Math" panose="02040503050406030204" pitchFamily="18" charset="0"/>
                      </a:rPr>
                      <m:t>𝑛</m:t>
                    </m:r>
                    <m:r>
                      <a:rPr lang="en-US" altLang="zh-CN" i="1" dirty="0">
                        <a:solidFill>
                          <a:srgbClr val="000000"/>
                        </a:solidFill>
                        <a:latin typeface="Cambria Math" panose="02040503050406030204" pitchFamily="18" charset="0"/>
                      </a:rPr>
                      <m:t>=</m:t>
                    </m:r>
                    <m:sSub>
                      <m:sSubPr>
                        <m:ctrlPr>
                          <a:rPr lang="en-US" altLang="zh-CN" i="1" dirty="0">
                            <a:solidFill>
                              <a:srgbClr val="000000"/>
                            </a:solidFill>
                            <a:latin typeface="Cambria Math" panose="02040503050406030204" pitchFamily="18" charset="0"/>
                          </a:rPr>
                        </m:ctrlPr>
                      </m:sSubPr>
                      <m:e>
                        <m:r>
                          <a:rPr lang="en-US" altLang="zh-CN" i="1" dirty="0">
                            <a:solidFill>
                              <a:srgbClr val="000000"/>
                            </a:solidFill>
                            <a:latin typeface="Cambria Math" panose="02040503050406030204" pitchFamily="18" charset="0"/>
                          </a:rPr>
                          <m:t>𝑛</m:t>
                        </m:r>
                      </m:e>
                      <m:sub>
                        <m:r>
                          <a:rPr lang="en-US" altLang="zh-CN" i="1" dirty="0">
                            <a:solidFill>
                              <a:srgbClr val="000000"/>
                            </a:solidFill>
                            <a:latin typeface="Cambria Math" panose="02040503050406030204" pitchFamily="18" charset="0"/>
                          </a:rPr>
                          <m:t>1</m:t>
                        </m:r>
                      </m:sub>
                    </m:sSub>
                    <m:r>
                      <a:rPr lang="en-US" altLang="zh-CN" i="1" dirty="0">
                        <a:solidFill>
                          <a:srgbClr val="000000"/>
                        </a:solidFill>
                        <a:latin typeface="Cambria Math" panose="02040503050406030204" pitchFamily="18" charset="0"/>
                      </a:rPr>
                      <m:t>+</m:t>
                    </m:r>
                    <m:sSub>
                      <m:sSubPr>
                        <m:ctrlPr>
                          <a:rPr lang="en-US" altLang="zh-CN" i="1" dirty="0">
                            <a:solidFill>
                              <a:srgbClr val="000000"/>
                            </a:solidFill>
                            <a:latin typeface="Cambria Math" panose="02040503050406030204" pitchFamily="18" charset="0"/>
                          </a:rPr>
                        </m:ctrlPr>
                      </m:sSubPr>
                      <m:e>
                        <m:r>
                          <a:rPr lang="en-US" altLang="zh-CN" i="1" dirty="0">
                            <a:solidFill>
                              <a:srgbClr val="000000"/>
                            </a:solidFill>
                            <a:latin typeface="Cambria Math" panose="02040503050406030204" pitchFamily="18" charset="0"/>
                          </a:rPr>
                          <m:t>𝑛</m:t>
                        </m:r>
                      </m:e>
                      <m:sub>
                        <m:r>
                          <a:rPr lang="en-US" altLang="zh-CN" i="1" dirty="0">
                            <a:solidFill>
                              <a:srgbClr val="000000"/>
                            </a:solidFill>
                            <a:latin typeface="Cambria Math" panose="02040503050406030204" pitchFamily="18" charset="0"/>
                          </a:rPr>
                          <m:t>2</m:t>
                        </m:r>
                      </m:sub>
                    </m:sSub>
                    <m:r>
                      <a:rPr lang="en-US" altLang="zh-CN" i="1" dirty="0">
                        <a:solidFill>
                          <a:srgbClr val="000000"/>
                        </a:solidFill>
                        <a:latin typeface="Cambria Math" panose="02040503050406030204" pitchFamily="18" charset="0"/>
                      </a:rPr>
                      <m:t>+</m:t>
                    </m:r>
                    <m:r>
                      <a:rPr lang="en-US" altLang="zh-CN" i="1" dirty="0">
                        <a:solidFill>
                          <a:srgbClr val="000000"/>
                        </a:solidFill>
                        <a:latin typeface="Cambria Math" panose="02040503050406030204" pitchFamily="18" charset="0"/>
                      </a:rPr>
                      <m:t>⋯+</m:t>
                    </m:r>
                    <m:sSub>
                      <m:sSubPr>
                        <m:ctrlPr>
                          <a:rPr lang="en-US" altLang="zh-CN" i="1" dirty="0">
                            <a:solidFill>
                              <a:srgbClr val="000000"/>
                            </a:solidFill>
                            <a:latin typeface="Cambria Math" panose="02040503050406030204" pitchFamily="18" charset="0"/>
                          </a:rPr>
                        </m:ctrlPr>
                      </m:sSubPr>
                      <m:e>
                        <m:r>
                          <a:rPr lang="en-US" altLang="zh-CN" i="1" dirty="0">
                            <a:solidFill>
                              <a:srgbClr val="000000"/>
                            </a:solidFill>
                            <a:latin typeface="Cambria Math" panose="02040503050406030204" pitchFamily="18" charset="0"/>
                          </a:rPr>
                          <m:t>𝑛</m:t>
                        </m:r>
                      </m:e>
                      <m:sub>
                        <m:r>
                          <a:rPr lang="en-US" altLang="zh-CN" i="1" dirty="0">
                            <a:solidFill>
                              <a:srgbClr val="000000"/>
                            </a:solidFill>
                            <a:latin typeface="Cambria Math" panose="02040503050406030204" pitchFamily="18" charset="0"/>
                          </a:rPr>
                          <m:t>𝑘</m:t>
                        </m:r>
                      </m:sub>
                    </m:sSub>
                  </m:oMath>
                </a14:m>
                <a:r>
                  <a:rPr lang="zh-CN" altLang="en-US" dirty="0">
                    <a:solidFill>
                      <a:srgbClr val="000000"/>
                    </a:solidFill>
                    <a:latin typeface="+mn-ea"/>
                  </a:rPr>
                  <a:t>。</a:t>
                </a:r>
                <a:endParaRPr lang="en-US" altLang="zh-CN" dirty="0">
                  <a:solidFill>
                    <a:srgbClr val="000000"/>
                  </a:solidFill>
                  <a:latin typeface="+mn-ea"/>
                </a:endParaRPr>
              </a:p>
              <a:p>
                <a:pPr marL="0" indent="0" eaLnBrk="1" latinLnBrk="1">
                  <a:lnSpc>
                    <a:spcPct val="110000"/>
                  </a:lnSpc>
                  <a:buNone/>
                </a:pPr>
                <a:r>
                  <a:rPr lang="zh-CN" altLang="en-US" b="1" dirty="0">
                    <a:solidFill>
                      <a:srgbClr val="000000"/>
                    </a:solidFill>
                    <a:latin typeface="+mn-ea"/>
                  </a:rPr>
                  <a:t>注：</a:t>
                </a:r>
                <a:endParaRPr lang="en-US" altLang="zh-CN" i="1" dirty="0">
                  <a:solidFill>
                    <a:srgbClr val="000000"/>
                  </a:solidFill>
                  <a:latin typeface="+mn-ea"/>
                </a:endParaRPr>
              </a:p>
              <a:p>
                <a:pPr marL="457200" indent="-457200" eaLnBrk="1" latinLnBrk="1">
                  <a:lnSpc>
                    <a:spcPct val="110000"/>
                  </a:lnSpc>
                  <a:buFont typeface="Wingdings" panose="05000000000000000000" pitchFamily="2" charset="2"/>
                  <a:buChar char="Ø"/>
                </a:pPr>
                <a:r>
                  <a:rPr lang="zh-CN" altLang="en-US" dirty="0">
                    <a:solidFill>
                      <a:srgbClr val="000000"/>
                    </a:solidFill>
                    <a:latin typeface="+mn-ea"/>
                  </a:rPr>
                  <a:t>上述问题等价于</a:t>
                </a:r>
                <a:r>
                  <a:rPr lang="zh-CN" altLang="en-US" dirty="0">
                    <a:latin typeface="+mn-ea"/>
                  </a:rPr>
                  <a:t>有重复且重复</a:t>
                </a:r>
                <a:r>
                  <a:rPr lang="zh-CN" altLang="en-US" i="1" dirty="0">
                    <a:latin typeface="+mn-ea"/>
                  </a:rPr>
                  <a:t>无限制</a:t>
                </a:r>
                <a:r>
                  <a:rPr lang="zh-CN" altLang="en-US" dirty="0">
                    <a:latin typeface="+mn-ea"/>
                  </a:rPr>
                  <a:t>的组合。</a:t>
                </a:r>
                <a:endParaRPr lang="en-US" altLang="zh-CN" dirty="0">
                  <a:latin typeface="+mn-ea"/>
                </a:endParaRPr>
              </a:p>
              <a:p>
                <a:pPr marL="457200" indent="-457200" eaLnBrk="1" latinLnBrk="1">
                  <a:lnSpc>
                    <a:spcPct val="110000"/>
                  </a:lnSpc>
                  <a:buClr>
                    <a:schemeClr val="tx1"/>
                  </a:buClr>
                  <a:buFont typeface="Wingdings" panose="05000000000000000000" pitchFamily="2" charset="2"/>
                  <a:buChar char="Ø"/>
                </a:pPr>
                <a:r>
                  <a:rPr lang="zh-CN" altLang="en-US" dirty="0">
                    <a:latin typeface="+mn-ea"/>
                  </a:rPr>
                  <a:t>有重复但重复</a:t>
                </a:r>
                <a:r>
                  <a:rPr lang="zh-CN" altLang="en-US" i="1" dirty="0">
                    <a:latin typeface="+mn-ea"/>
                  </a:rPr>
                  <a:t>有限制</a:t>
                </a:r>
                <a:r>
                  <a:rPr lang="zh-CN" altLang="en-US" dirty="0">
                    <a:latin typeface="+mn-ea"/>
                  </a:rPr>
                  <a:t>的组合</a:t>
                </a:r>
                <a:r>
                  <a:rPr lang="zh-CN" altLang="en-US" dirty="0">
                    <a:solidFill>
                      <a:srgbClr val="000000"/>
                    </a:solidFill>
                    <a:latin typeface="+mn-ea"/>
                  </a:rPr>
                  <a:t>问题见母函数。</a:t>
                </a:r>
                <a:endParaRPr lang="en-US" altLang="zh-CN" dirty="0">
                  <a:solidFill>
                    <a:srgbClr val="000000"/>
                  </a:solidFill>
                </a:endParaRPr>
              </a:p>
              <a:p>
                <a:pPr marL="0" indent="0" eaLnBrk="1" latinLnBrk="1" hangingPunct="1">
                  <a:buNone/>
                </a:pPr>
                <a:endParaRPr lang="en-US" altLang="zh-CN" sz="3000" i="1" dirty="0">
                  <a:solidFill>
                    <a:srgbClr val="000000"/>
                  </a:solidFill>
                  <a:latin typeface="+mn-ea"/>
                </a:endParaRPr>
              </a:p>
            </p:txBody>
          </p:sp>
        </mc:Choice>
        <mc:Fallback>
          <p:sp>
            <p:nvSpPr>
              <p:cNvPr id="3" name="内容占位符 2">
                <a:extLst>
                  <a:ext uri="{FF2B5EF4-FFF2-40B4-BE49-F238E27FC236}">
                    <a16:creationId xmlns:a16="http://schemas.microsoft.com/office/drawing/2014/main" id="{67164C81-F640-DB80-CF3F-E19BE4B47F00}"/>
                  </a:ext>
                </a:extLst>
              </p:cNvPr>
              <p:cNvSpPr txBox="1">
                <a:spLocks noRot="1" noChangeAspect="1" noMove="1" noResize="1" noEditPoints="1" noAdjustHandles="1" noChangeArrowheads="1" noChangeShapeType="1" noTextEdit="1"/>
              </p:cNvSpPr>
              <p:nvPr/>
            </p:nvSpPr>
            <p:spPr bwMode="auto">
              <a:xfrm>
                <a:off x="153590" y="2031136"/>
                <a:ext cx="8836819" cy="4413682"/>
              </a:xfrm>
              <a:prstGeom prst="rect">
                <a:avLst/>
              </a:prstGeom>
              <a:blipFill>
                <a:blip r:embed="rId2"/>
                <a:stretch>
                  <a:fillRect l="-1724" t="-552" r="-1172" b="-1243"/>
                </a:stretch>
              </a:blip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zh-CN" altLang="en-US">
                    <a:noFill/>
                  </a:rPr>
                  <a:t> </a:t>
                </a:r>
              </a:p>
            </p:txBody>
          </p:sp>
        </mc:Fallback>
      </mc:AlternateContent>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130" name="Rectangle 2">
            <a:extLst>
              <a:ext uri="{FF2B5EF4-FFF2-40B4-BE49-F238E27FC236}">
                <a16:creationId xmlns:a16="http://schemas.microsoft.com/office/drawing/2014/main" id="{66A6D5BF-64E6-7594-631E-38915592BF78}"/>
              </a:ext>
            </a:extLst>
          </p:cNvPr>
          <p:cNvSpPr>
            <a:spLocks noGrp="1" noChangeArrowheads="1"/>
          </p:cNvSpPr>
          <p:nvPr>
            <p:ph type="body" idx="1"/>
          </p:nvPr>
        </p:nvSpPr>
        <p:spPr>
          <a:xfrm>
            <a:off x="152400" y="195263"/>
            <a:ext cx="6934200" cy="609600"/>
          </a:xfrm>
        </p:spPr>
        <p:txBody>
          <a:bodyPr/>
          <a:lstStyle/>
          <a:p>
            <a:pPr eaLnBrk="1" hangingPunct="1">
              <a:buFontTx/>
              <a:buNone/>
            </a:pPr>
            <a:r>
              <a:rPr lang="en-US" altLang="zh-CN"/>
              <a:t>2 </a:t>
            </a:r>
            <a:r>
              <a:rPr lang="zh-CN" altLang="en-US"/>
              <a:t>排列与组合（续）</a:t>
            </a:r>
            <a:endParaRPr lang="en-US" altLang="zh-CN"/>
          </a:p>
        </p:txBody>
      </p:sp>
      <p:sp>
        <p:nvSpPr>
          <p:cNvPr id="48131" name="矩形 3">
            <a:extLst>
              <a:ext uri="{FF2B5EF4-FFF2-40B4-BE49-F238E27FC236}">
                <a16:creationId xmlns:a16="http://schemas.microsoft.com/office/drawing/2014/main" id="{8DDB9076-A98A-A16C-8709-A2A5F0CEFC1A}"/>
              </a:ext>
            </a:extLst>
          </p:cNvPr>
          <p:cNvSpPr>
            <a:spLocks noChangeArrowheads="1"/>
          </p:cNvSpPr>
          <p:nvPr/>
        </p:nvSpPr>
        <p:spPr bwMode="auto">
          <a:xfrm>
            <a:off x="319809" y="804863"/>
            <a:ext cx="8424863" cy="12128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457200" indent="-457200">
              <a:spcBef>
                <a:spcPct val="20000"/>
              </a:spcBef>
              <a:buChar char="•"/>
              <a:defRPr sz="3200">
                <a:solidFill>
                  <a:schemeClr val="tx1"/>
                </a:solidFill>
                <a:latin typeface="Arial" panose="020B0604020202020204" pitchFamily="34" charset="0"/>
                <a:ea typeface="宋体" panose="02010600030101010101" pitchFamily="2" charset="-122"/>
              </a:defRPr>
            </a:lvl1pPr>
            <a:lvl2pPr marL="914400" indent="-45720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lnSpc>
                <a:spcPct val="150000"/>
              </a:lnSpc>
              <a:spcBef>
                <a:spcPct val="0"/>
              </a:spcBef>
            </a:pPr>
            <a:r>
              <a:rPr kumimoji="1" lang="zh-CN" altLang="en-US" sz="2800" b="1" dirty="0">
                <a:solidFill>
                  <a:srgbClr val="000000"/>
                </a:solidFill>
                <a:latin typeface="Times New Roman" panose="02020603050405020304" pitchFamily="18" charset="0"/>
                <a:cs typeface="Tahoma" panose="020B0604030504040204" pitchFamily="34" charset="0"/>
              </a:rPr>
              <a:t>把物体放入盒子</a:t>
            </a:r>
            <a:endParaRPr kumimoji="1" lang="en-US" altLang="zh-CN" sz="2800" b="1" dirty="0">
              <a:solidFill>
                <a:srgbClr val="000000"/>
              </a:solidFill>
              <a:latin typeface="Times New Roman" panose="02020603050405020304" pitchFamily="18" charset="0"/>
              <a:cs typeface="Tahoma" panose="020B0604030504040204" pitchFamily="34" charset="0"/>
            </a:endParaRPr>
          </a:p>
          <a:p>
            <a:pPr lvl="1" eaLnBrk="1" hangingPunct="1">
              <a:lnSpc>
                <a:spcPct val="110000"/>
              </a:lnSpc>
              <a:spcBef>
                <a:spcPct val="0"/>
              </a:spcBef>
              <a:buFont typeface="Wingdings" panose="05000000000000000000" pitchFamily="2" charset="2"/>
              <a:buChar char="Ø"/>
            </a:pPr>
            <a:r>
              <a:rPr kumimoji="1" lang="zh-CN" altLang="en-US" i="1" dirty="0">
                <a:latin typeface="Times New Roman" panose="02020603050405020304" pitchFamily="18" charset="0"/>
                <a:cs typeface="Tahoma" panose="020B0604030504040204" pitchFamily="34" charset="0"/>
              </a:rPr>
              <a:t>可辨别</a:t>
            </a:r>
            <a:r>
              <a:rPr kumimoji="1" lang="zh-CN" altLang="en-US" dirty="0">
                <a:latin typeface="Times New Roman" panose="02020603050405020304" pitchFamily="18" charset="0"/>
                <a:cs typeface="Tahoma" panose="020B0604030504040204" pitchFamily="34" charset="0"/>
              </a:rPr>
              <a:t>的物体与</a:t>
            </a:r>
            <a:r>
              <a:rPr kumimoji="1" lang="zh-CN" altLang="en-US" i="1" dirty="0">
                <a:latin typeface="Times New Roman" panose="02020603050405020304" pitchFamily="18" charset="0"/>
                <a:cs typeface="Tahoma" panose="020B0604030504040204" pitchFamily="34" charset="0"/>
              </a:rPr>
              <a:t>不可辨别</a:t>
            </a:r>
            <a:r>
              <a:rPr kumimoji="1" lang="zh-CN" altLang="en-US" dirty="0">
                <a:latin typeface="Times New Roman" panose="02020603050405020304" pitchFamily="18" charset="0"/>
                <a:cs typeface="Tahoma" panose="020B0604030504040204" pitchFamily="34" charset="0"/>
              </a:rPr>
              <a:t>的盒子</a:t>
            </a:r>
            <a:endParaRPr kumimoji="1" lang="en-US" altLang="zh-CN" dirty="0">
              <a:latin typeface="Times New Roman" panose="02020603050405020304" pitchFamily="18" charset="0"/>
              <a:cs typeface="Tahoma" panose="020B0604030504040204" pitchFamily="34" charset="0"/>
            </a:endParaRPr>
          </a:p>
        </p:txBody>
      </p:sp>
      <mc:AlternateContent xmlns:mc="http://schemas.openxmlformats.org/markup-compatibility/2006" xmlns:a14="http://schemas.microsoft.com/office/drawing/2010/main">
        <mc:Choice Requires="a14">
          <p:sp>
            <p:nvSpPr>
              <p:cNvPr id="3" name="内容占位符 2">
                <a:extLst>
                  <a:ext uri="{FF2B5EF4-FFF2-40B4-BE49-F238E27FC236}">
                    <a16:creationId xmlns:a16="http://schemas.microsoft.com/office/drawing/2014/main" id="{8D749FB9-6B5C-A29B-158E-70E261DCA1F5}"/>
                  </a:ext>
                </a:extLst>
              </p:cNvPr>
              <p:cNvSpPr txBox="1">
                <a:spLocks/>
              </p:cNvSpPr>
              <p:nvPr/>
            </p:nvSpPr>
            <p:spPr bwMode="auto">
              <a:xfrm>
                <a:off x="153590" y="2031136"/>
                <a:ext cx="8836819" cy="4413682"/>
              </a:xfrm>
              <a:prstGeom prst="rect">
                <a:avLst/>
              </a:prstGeom>
              <a:noFill/>
              <a:ln>
                <a:noFill/>
              </a:ln>
              <a:extLst>
                <a:ext uri="{909E8E84-426E-40DD-AFC4-6F175D3DCCD1}">
                  <a14:hiddenFill>
                    <a:solidFill>
                      <a:srgbClr val="FFFFFF"/>
                    </a:solidFill>
                  </a14:hiddenFill>
                </a:ext>
                <a:ext uri="{91240B29-F687-4F45-9708-019B960494DF}">
                  <a14:hiddenLine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vl6pPr marL="2514600" indent="-228600" algn="l" rtl="0" fontAlgn="base">
                  <a:spcBef>
                    <a:spcPct val="20000"/>
                  </a:spcBef>
                  <a:spcAft>
                    <a:spcPct val="0"/>
                  </a:spcAft>
                  <a:buChar char="»"/>
                  <a:defRPr sz="2000">
                    <a:solidFill>
                      <a:schemeClr val="tx1"/>
                    </a:solidFill>
                    <a:latin typeface="+mn-lt"/>
                    <a:ea typeface="+mn-ea"/>
                  </a:defRPr>
                </a:lvl6pPr>
                <a:lvl7pPr marL="2971800" indent="-228600" algn="l" rtl="0" fontAlgn="base">
                  <a:spcBef>
                    <a:spcPct val="20000"/>
                  </a:spcBef>
                  <a:spcAft>
                    <a:spcPct val="0"/>
                  </a:spcAft>
                  <a:buChar char="»"/>
                  <a:defRPr sz="2000">
                    <a:solidFill>
                      <a:schemeClr val="tx1"/>
                    </a:solidFill>
                    <a:latin typeface="+mn-lt"/>
                    <a:ea typeface="+mn-ea"/>
                  </a:defRPr>
                </a:lvl7pPr>
                <a:lvl8pPr marL="3429000" indent="-228600" algn="l" rtl="0" fontAlgn="base">
                  <a:spcBef>
                    <a:spcPct val="20000"/>
                  </a:spcBef>
                  <a:spcAft>
                    <a:spcPct val="0"/>
                  </a:spcAft>
                  <a:buChar char="»"/>
                  <a:defRPr sz="2000">
                    <a:solidFill>
                      <a:schemeClr val="tx1"/>
                    </a:solidFill>
                    <a:latin typeface="+mn-lt"/>
                    <a:ea typeface="+mn-ea"/>
                  </a:defRPr>
                </a:lvl8pPr>
                <a:lvl9pPr marL="3886200" indent="-228600" algn="l" rtl="0" fontAlgn="base">
                  <a:spcBef>
                    <a:spcPct val="20000"/>
                  </a:spcBef>
                  <a:spcAft>
                    <a:spcPct val="0"/>
                  </a:spcAft>
                  <a:buChar char="»"/>
                  <a:defRPr sz="2000">
                    <a:solidFill>
                      <a:schemeClr val="tx1"/>
                    </a:solidFill>
                    <a:latin typeface="+mn-lt"/>
                    <a:ea typeface="+mn-ea"/>
                  </a:defRPr>
                </a:lvl9pPr>
              </a:lstStyle>
              <a:p>
                <a:pPr marL="0" indent="0">
                  <a:lnSpc>
                    <a:spcPct val="130000"/>
                  </a:lnSpc>
                  <a:buNone/>
                </a:pPr>
                <a:r>
                  <a:rPr lang="zh-CN" altLang="zh-CN" sz="3000" b="1" dirty="0">
                    <a:latin typeface="+mn-ea"/>
                  </a:rPr>
                  <a:t>定理</a:t>
                </a:r>
                <a:r>
                  <a:rPr lang="en-US" altLang="zh-CN" sz="3000" b="1" dirty="0">
                    <a:latin typeface="+mn-ea"/>
                  </a:rPr>
                  <a:t>7 </a:t>
                </a:r>
                <a:r>
                  <a:rPr lang="zh-CN" altLang="en-US" dirty="0">
                    <a:solidFill>
                      <a:srgbClr val="000000"/>
                    </a:solidFill>
                  </a:rPr>
                  <a:t>把</a:t>
                </a:r>
                <a14:m>
                  <m:oMath xmlns:m="http://schemas.openxmlformats.org/officeDocument/2006/math">
                    <m:r>
                      <a:rPr lang="en-US" altLang="zh-CN" dirty="0">
                        <a:solidFill>
                          <a:srgbClr val="000000"/>
                        </a:solidFill>
                        <a:latin typeface="Cambria Math"/>
                      </a:rPr>
                      <m:t> </m:t>
                    </m:r>
                    <m:r>
                      <a:rPr lang="en-US" altLang="zh-CN" i="1" dirty="0">
                        <a:solidFill>
                          <a:srgbClr val="000000"/>
                        </a:solidFill>
                        <a:latin typeface="Cambria Math"/>
                      </a:rPr>
                      <m:t>𝑛</m:t>
                    </m:r>
                    <m:r>
                      <a:rPr lang="el-GR" altLang="zh-CN" i="1" dirty="0">
                        <a:solidFill>
                          <a:srgbClr val="000000"/>
                        </a:solidFill>
                        <a:latin typeface="Cambria Math"/>
                      </a:rPr>
                      <m:t> </m:t>
                    </m:r>
                  </m:oMath>
                </a14:m>
                <a:r>
                  <a:rPr lang="zh-CN" altLang="en-US" dirty="0">
                    <a:solidFill>
                      <a:srgbClr val="000000"/>
                    </a:solidFill>
                  </a:rPr>
                  <a:t>个可辨别的物体分配到</a:t>
                </a:r>
                <a14:m>
                  <m:oMath xmlns:m="http://schemas.openxmlformats.org/officeDocument/2006/math">
                    <m:r>
                      <a:rPr lang="en-US" altLang="zh-CN" dirty="0">
                        <a:solidFill>
                          <a:srgbClr val="000000"/>
                        </a:solidFill>
                        <a:latin typeface="Cambria Math"/>
                      </a:rPr>
                      <m:t> </m:t>
                    </m:r>
                    <m:r>
                      <a:rPr lang="en-US" altLang="zh-CN" i="1" dirty="0">
                        <a:solidFill>
                          <a:srgbClr val="000000"/>
                        </a:solidFill>
                        <a:latin typeface="Cambria Math"/>
                      </a:rPr>
                      <m:t>𝑘</m:t>
                    </m:r>
                    <m:r>
                      <a:rPr lang="en-US" altLang="zh-CN" i="1" dirty="0">
                        <a:solidFill>
                          <a:srgbClr val="000000"/>
                        </a:solidFill>
                        <a:latin typeface="Cambria Math"/>
                      </a:rPr>
                      <m:t> </m:t>
                    </m:r>
                  </m:oMath>
                </a14:m>
                <a:r>
                  <a:rPr lang="zh-CN" altLang="en-US" dirty="0">
                    <a:solidFill>
                      <a:srgbClr val="000000"/>
                    </a:solidFill>
                  </a:rPr>
                  <a:t>个不可辨别的盒子的方式数等于</a:t>
                </a:r>
                <a:endParaRPr lang="en-US" altLang="zh-CN" dirty="0">
                  <a:solidFill>
                    <a:srgbClr val="000000"/>
                  </a:solidFill>
                </a:endParaRPr>
              </a:p>
              <a:p>
                <a:pPr marL="0" indent="0">
                  <a:buNone/>
                </a:pPr>
                <a14:m>
                  <m:oMathPara xmlns:m="http://schemas.openxmlformats.org/officeDocument/2006/math">
                    <m:oMathParaPr>
                      <m:jc m:val="centerGroup"/>
                    </m:oMathParaPr>
                    <m:oMath xmlns:m="http://schemas.openxmlformats.org/officeDocument/2006/math">
                      <m:nary>
                        <m:naryPr>
                          <m:chr m:val="∑"/>
                          <m:ctrlPr>
                            <a:rPr lang="en-US" altLang="zh-CN" i="1">
                              <a:solidFill>
                                <a:srgbClr val="000000"/>
                              </a:solidFill>
                              <a:latin typeface="Cambria Math" panose="02040503050406030204" pitchFamily="18" charset="0"/>
                            </a:rPr>
                          </m:ctrlPr>
                        </m:naryPr>
                        <m:sub>
                          <m:r>
                            <m:rPr>
                              <m:brk m:alnAt="23"/>
                            </m:rPr>
                            <a:rPr lang="en-US" altLang="zh-CN" i="1">
                              <a:solidFill>
                                <a:srgbClr val="000000"/>
                              </a:solidFill>
                              <a:latin typeface="Cambria Math"/>
                            </a:rPr>
                            <m:t>𝑗</m:t>
                          </m:r>
                          <m:r>
                            <a:rPr lang="en-US" altLang="zh-CN" i="1">
                              <a:solidFill>
                                <a:srgbClr val="000000"/>
                              </a:solidFill>
                              <a:latin typeface="Cambria Math"/>
                            </a:rPr>
                            <m:t>=1</m:t>
                          </m:r>
                        </m:sub>
                        <m:sup>
                          <m:r>
                            <a:rPr lang="en-US" altLang="zh-CN" i="1">
                              <a:solidFill>
                                <a:srgbClr val="000000"/>
                              </a:solidFill>
                              <a:latin typeface="Cambria Math"/>
                            </a:rPr>
                            <m:t>𝑘</m:t>
                          </m:r>
                        </m:sup>
                        <m:e>
                          <m:r>
                            <a:rPr lang="en-US" altLang="zh-CN" i="1">
                              <a:solidFill>
                                <a:srgbClr val="000000"/>
                              </a:solidFill>
                              <a:latin typeface="Cambria Math"/>
                            </a:rPr>
                            <m:t>𝑆</m:t>
                          </m:r>
                          <m:d>
                            <m:dPr>
                              <m:ctrlPr>
                                <a:rPr lang="en-US" altLang="zh-CN" i="1">
                                  <a:solidFill>
                                    <a:srgbClr val="000000"/>
                                  </a:solidFill>
                                  <a:latin typeface="Cambria Math" panose="02040503050406030204" pitchFamily="18" charset="0"/>
                                </a:rPr>
                              </m:ctrlPr>
                            </m:dPr>
                            <m:e>
                              <m:r>
                                <a:rPr lang="en-US" altLang="zh-CN" i="1">
                                  <a:solidFill>
                                    <a:srgbClr val="000000"/>
                                  </a:solidFill>
                                  <a:latin typeface="Cambria Math"/>
                                </a:rPr>
                                <m:t>𝑛</m:t>
                              </m:r>
                              <m:r>
                                <a:rPr lang="zh-CN" altLang="en-US" i="1" smtClean="0">
                                  <a:solidFill>
                                    <a:srgbClr val="000000"/>
                                  </a:solidFill>
                                  <a:latin typeface="Cambria Math" panose="02040503050406030204" pitchFamily="18" charset="0"/>
                                </a:rPr>
                                <m:t>，</m:t>
                              </m:r>
                              <m:r>
                                <a:rPr lang="en-US" altLang="zh-CN" i="1">
                                  <a:solidFill>
                                    <a:srgbClr val="000000"/>
                                  </a:solidFill>
                                  <a:latin typeface="Cambria Math"/>
                                </a:rPr>
                                <m:t>𝑗</m:t>
                              </m:r>
                            </m:e>
                          </m:d>
                        </m:e>
                      </m:nary>
                      <m:r>
                        <a:rPr lang="en-US" altLang="zh-CN" i="1">
                          <a:solidFill>
                            <a:srgbClr val="000000"/>
                          </a:solidFill>
                          <a:latin typeface="Cambria Math"/>
                        </a:rPr>
                        <m:t>=</m:t>
                      </m:r>
                      <m:nary>
                        <m:naryPr>
                          <m:chr m:val="∑"/>
                          <m:ctrlPr>
                            <a:rPr lang="en-US" altLang="zh-CN" i="1">
                              <a:solidFill>
                                <a:srgbClr val="000000"/>
                              </a:solidFill>
                              <a:latin typeface="Cambria Math" panose="02040503050406030204" pitchFamily="18" charset="0"/>
                            </a:rPr>
                          </m:ctrlPr>
                        </m:naryPr>
                        <m:sub>
                          <m:r>
                            <m:rPr>
                              <m:brk m:alnAt="23"/>
                            </m:rPr>
                            <a:rPr lang="en-US" altLang="zh-CN" i="1">
                              <a:solidFill>
                                <a:srgbClr val="000000"/>
                              </a:solidFill>
                              <a:latin typeface="Cambria Math"/>
                            </a:rPr>
                            <m:t>𝑗</m:t>
                          </m:r>
                          <m:r>
                            <a:rPr lang="en-US" altLang="zh-CN" i="1">
                              <a:solidFill>
                                <a:srgbClr val="000000"/>
                              </a:solidFill>
                              <a:latin typeface="Cambria Math"/>
                            </a:rPr>
                            <m:t>=1</m:t>
                          </m:r>
                        </m:sub>
                        <m:sup>
                          <m:r>
                            <a:rPr lang="en-US" altLang="zh-CN" i="1">
                              <a:solidFill>
                                <a:srgbClr val="000000"/>
                              </a:solidFill>
                              <a:latin typeface="Cambria Math"/>
                            </a:rPr>
                            <m:t>𝑘</m:t>
                          </m:r>
                        </m:sup>
                        <m:e>
                          <m:f>
                            <m:fPr>
                              <m:ctrlPr>
                                <a:rPr lang="en-US" altLang="zh-CN" i="1">
                                  <a:solidFill>
                                    <a:srgbClr val="000000"/>
                                  </a:solidFill>
                                  <a:latin typeface="Cambria Math" panose="02040503050406030204" pitchFamily="18" charset="0"/>
                                </a:rPr>
                              </m:ctrlPr>
                            </m:fPr>
                            <m:num>
                              <m:r>
                                <a:rPr lang="en-US" altLang="zh-CN" i="1">
                                  <a:solidFill>
                                    <a:srgbClr val="000000"/>
                                  </a:solidFill>
                                  <a:latin typeface="Cambria Math"/>
                                </a:rPr>
                                <m:t>1</m:t>
                              </m:r>
                            </m:num>
                            <m:den>
                              <m:r>
                                <a:rPr lang="en-US" altLang="zh-CN" i="1">
                                  <a:solidFill>
                                    <a:srgbClr val="000000"/>
                                  </a:solidFill>
                                  <a:latin typeface="Cambria Math"/>
                                </a:rPr>
                                <m:t>𝑗</m:t>
                              </m:r>
                              <m:r>
                                <a:rPr lang="en-US" altLang="zh-CN" i="1">
                                  <a:solidFill>
                                    <a:srgbClr val="000000"/>
                                  </a:solidFill>
                                  <a:latin typeface="Cambria Math"/>
                                </a:rPr>
                                <m:t>!</m:t>
                              </m:r>
                            </m:den>
                          </m:f>
                        </m:e>
                      </m:nary>
                      <m:nary>
                        <m:naryPr>
                          <m:chr m:val="∑"/>
                          <m:ctrlPr>
                            <a:rPr lang="en-US" altLang="zh-CN" i="1">
                              <a:solidFill>
                                <a:srgbClr val="000000"/>
                              </a:solidFill>
                              <a:latin typeface="Cambria Math" panose="02040503050406030204" pitchFamily="18" charset="0"/>
                            </a:rPr>
                          </m:ctrlPr>
                        </m:naryPr>
                        <m:sub>
                          <m:r>
                            <a:rPr lang="en-US" altLang="zh-CN" i="1">
                              <a:solidFill>
                                <a:srgbClr val="000000"/>
                              </a:solidFill>
                              <a:latin typeface="Cambria Math"/>
                            </a:rPr>
                            <m:t>𝑖</m:t>
                          </m:r>
                          <m:r>
                            <a:rPr lang="en-US" altLang="zh-CN" i="1">
                              <a:solidFill>
                                <a:srgbClr val="000000"/>
                              </a:solidFill>
                              <a:latin typeface="Cambria Math"/>
                            </a:rPr>
                            <m:t>=0</m:t>
                          </m:r>
                        </m:sub>
                        <m:sup>
                          <m:r>
                            <a:rPr lang="en-US" altLang="zh-CN" i="1">
                              <a:solidFill>
                                <a:srgbClr val="000000"/>
                              </a:solidFill>
                              <a:latin typeface="Cambria Math"/>
                            </a:rPr>
                            <m:t>𝑗</m:t>
                          </m:r>
                          <m:r>
                            <a:rPr lang="en-US" altLang="zh-CN" i="1">
                              <a:solidFill>
                                <a:srgbClr val="000000"/>
                              </a:solidFill>
                              <a:latin typeface="Cambria Math"/>
                            </a:rPr>
                            <m:t>−1</m:t>
                          </m:r>
                        </m:sup>
                        <m:e>
                          <m:sSup>
                            <m:sSupPr>
                              <m:ctrlPr>
                                <a:rPr lang="en-US" altLang="zh-CN" i="1">
                                  <a:solidFill>
                                    <a:srgbClr val="000000"/>
                                  </a:solidFill>
                                  <a:latin typeface="Cambria Math" panose="02040503050406030204" pitchFamily="18" charset="0"/>
                                </a:rPr>
                              </m:ctrlPr>
                            </m:sSupPr>
                            <m:e>
                              <m:d>
                                <m:dPr>
                                  <m:ctrlPr>
                                    <a:rPr lang="en-US" altLang="zh-CN" i="1">
                                      <a:solidFill>
                                        <a:srgbClr val="000000"/>
                                      </a:solidFill>
                                      <a:latin typeface="Cambria Math" panose="02040503050406030204" pitchFamily="18" charset="0"/>
                                    </a:rPr>
                                  </m:ctrlPr>
                                </m:dPr>
                                <m:e>
                                  <m:r>
                                    <a:rPr lang="en-US" altLang="zh-CN" i="1">
                                      <a:solidFill>
                                        <a:srgbClr val="000000"/>
                                      </a:solidFill>
                                      <a:latin typeface="Cambria Math"/>
                                    </a:rPr>
                                    <m:t>−1</m:t>
                                  </m:r>
                                </m:e>
                              </m:d>
                            </m:e>
                            <m:sup>
                              <m:r>
                                <a:rPr lang="en-US" altLang="zh-CN" i="1">
                                  <a:solidFill>
                                    <a:srgbClr val="000000"/>
                                  </a:solidFill>
                                  <a:latin typeface="Cambria Math"/>
                                </a:rPr>
                                <m:t>𝑖</m:t>
                              </m:r>
                            </m:sup>
                          </m:sSup>
                          <m:d>
                            <m:dPr>
                              <m:ctrlPr>
                                <a:rPr lang="en-US" altLang="zh-CN" i="1">
                                  <a:solidFill>
                                    <a:srgbClr val="000000"/>
                                  </a:solidFill>
                                  <a:latin typeface="Cambria Math" panose="02040503050406030204" pitchFamily="18" charset="0"/>
                                </a:rPr>
                              </m:ctrlPr>
                            </m:dPr>
                            <m:e>
                              <m:f>
                                <m:fPr>
                                  <m:type m:val="noBar"/>
                                  <m:ctrlPr>
                                    <a:rPr lang="en-US" altLang="zh-CN" i="1">
                                      <a:solidFill>
                                        <a:srgbClr val="000000"/>
                                      </a:solidFill>
                                      <a:latin typeface="Cambria Math" panose="02040503050406030204" pitchFamily="18" charset="0"/>
                                    </a:rPr>
                                  </m:ctrlPr>
                                </m:fPr>
                                <m:num>
                                  <m:r>
                                    <a:rPr lang="en-US" altLang="zh-CN" i="1">
                                      <a:solidFill>
                                        <a:srgbClr val="000000"/>
                                      </a:solidFill>
                                      <a:latin typeface="Cambria Math"/>
                                    </a:rPr>
                                    <m:t>𝑗</m:t>
                                  </m:r>
                                </m:num>
                                <m:den>
                                  <m:r>
                                    <a:rPr lang="en-US" altLang="zh-CN" i="1">
                                      <a:solidFill>
                                        <a:srgbClr val="000000"/>
                                      </a:solidFill>
                                      <a:latin typeface="Cambria Math"/>
                                    </a:rPr>
                                    <m:t>𝑖</m:t>
                                  </m:r>
                                </m:den>
                              </m:f>
                            </m:e>
                          </m:d>
                          <m:sSup>
                            <m:sSupPr>
                              <m:ctrlPr>
                                <a:rPr lang="en-US" altLang="zh-CN" i="1">
                                  <a:solidFill>
                                    <a:srgbClr val="000000"/>
                                  </a:solidFill>
                                  <a:latin typeface="Cambria Math" panose="02040503050406030204" pitchFamily="18" charset="0"/>
                                </a:rPr>
                              </m:ctrlPr>
                            </m:sSupPr>
                            <m:e>
                              <m:d>
                                <m:dPr>
                                  <m:ctrlPr>
                                    <a:rPr lang="en-US" altLang="zh-CN" i="1">
                                      <a:solidFill>
                                        <a:srgbClr val="000000"/>
                                      </a:solidFill>
                                      <a:latin typeface="Cambria Math" panose="02040503050406030204" pitchFamily="18" charset="0"/>
                                    </a:rPr>
                                  </m:ctrlPr>
                                </m:dPr>
                                <m:e>
                                  <m:r>
                                    <a:rPr lang="en-US" altLang="zh-CN" i="1">
                                      <a:solidFill>
                                        <a:srgbClr val="000000"/>
                                      </a:solidFill>
                                      <a:latin typeface="Cambria Math"/>
                                    </a:rPr>
                                    <m:t>𝑗</m:t>
                                  </m:r>
                                  <m:r>
                                    <a:rPr lang="en-US" altLang="zh-CN" i="1">
                                      <a:solidFill>
                                        <a:srgbClr val="000000"/>
                                      </a:solidFill>
                                      <a:latin typeface="Cambria Math"/>
                                    </a:rPr>
                                    <m:t>−</m:t>
                                  </m:r>
                                  <m:r>
                                    <a:rPr lang="en-US" altLang="zh-CN" i="1">
                                      <a:solidFill>
                                        <a:srgbClr val="000000"/>
                                      </a:solidFill>
                                      <a:latin typeface="Cambria Math"/>
                                    </a:rPr>
                                    <m:t>𝑖</m:t>
                                  </m:r>
                                </m:e>
                              </m:d>
                            </m:e>
                            <m:sup>
                              <m:r>
                                <a:rPr lang="en-US" altLang="zh-CN" i="1">
                                  <a:solidFill>
                                    <a:srgbClr val="000000"/>
                                  </a:solidFill>
                                  <a:latin typeface="Cambria Math"/>
                                </a:rPr>
                                <m:t>𝑛</m:t>
                              </m:r>
                            </m:sup>
                          </m:sSup>
                        </m:e>
                      </m:nary>
                    </m:oMath>
                  </m:oMathPara>
                </a14:m>
                <a:endParaRPr lang="en-US" altLang="zh-CN" i="1" dirty="0">
                  <a:solidFill>
                    <a:srgbClr val="000000"/>
                  </a:solidFill>
                </a:endParaRPr>
              </a:p>
              <a:p>
                <a:pPr marL="0" indent="0">
                  <a:spcBef>
                    <a:spcPts val="1200"/>
                  </a:spcBef>
                  <a:buNone/>
                </a:pPr>
                <a:r>
                  <a:rPr lang="zh-CN" altLang="en-US" dirty="0">
                    <a:solidFill>
                      <a:srgbClr val="000000"/>
                    </a:solidFill>
                  </a:rPr>
                  <a:t>其中，</a:t>
                </a:r>
                <a14:m>
                  <m:oMath xmlns:m="http://schemas.openxmlformats.org/officeDocument/2006/math">
                    <m:r>
                      <a:rPr lang="en-US" altLang="zh-CN" i="1">
                        <a:solidFill>
                          <a:srgbClr val="000000"/>
                        </a:solidFill>
                        <a:latin typeface="Cambria Math"/>
                      </a:rPr>
                      <m:t>𝑆</m:t>
                    </m:r>
                    <m:d>
                      <m:dPr>
                        <m:ctrlPr>
                          <a:rPr lang="en-US" altLang="zh-CN" i="1">
                            <a:solidFill>
                              <a:srgbClr val="000000"/>
                            </a:solidFill>
                            <a:latin typeface="Cambria Math" panose="02040503050406030204" pitchFamily="18" charset="0"/>
                          </a:rPr>
                        </m:ctrlPr>
                      </m:dPr>
                      <m:e>
                        <m:r>
                          <a:rPr lang="en-US" altLang="zh-CN" i="1">
                            <a:solidFill>
                              <a:srgbClr val="000000"/>
                            </a:solidFill>
                            <a:latin typeface="Cambria Math"/>
                          </a:rPr>
                          <m:t>𝑛</m:t>
                        </m:r>
                        <m:r>
                          <a:rPr lang="zh-CN" altLang="en-US" i="1" smtClean="0">
                            <a:solidFill>
                              <a:srgbClr val="000000"/>
                            </a:solidFill>
                            <a:latin typeface="Cambria Math" panose="02040503050406030204" pitchFamily="18" charset="0"/>
                          </a:rPr>
                          <m:t>，</m:t>
                        </m:r>
                        <m:r>
                          <a:rPr lang="en-US" altLang="zh-CN" i="1">
                            <a:solidFill>
                              <a:srgbClr val="000000"/>
                            </a:solidFill>
                            <a:latin typeface="Cambria Math"/>
                          </a:rPr>
                          <m:t>𝑗</m:t>
                        </m:r>
                      </m:e>
                    </m:d>
                    <m:r>
                      <a:rPr lang="en-US" altLang="zh-CN" i="1">
                        <a:solidFill>
                          <a:srgbClr val="000000"/>
                        </a:solidFill>
                        <a:latin typeface="Cambria Math" panose="02040503050406030204" pitchFamily="18" charset="0"/>
                      </a:rPr>
                      <m:t> </m:t>
                    </m:r>
                  </m:oMath>
                </a14:m>
                <a:r>
                  <a:rPr lang="zh-CN" altLang="en-US" dirty="0">
                    <a:solidFill>
                      <a:srgbClr val="000000"/>
                    </a:solidFill>
                  </a:rPr>
                  <a:t>表示</a:t>
                </a:r>
                <a14:m>
                  <m:oMath xmlns:m="http://schemas.openxmlformats.org/officeDocument/2006/math">
                    <m:r>
                      <a:rPr lang="en-US" altLang="zh-CN">
                        <a:solidFill>
                          <a:srgbClr val="000000"/>
                        </a:solidFill>
                        <a:latin typeface="Cambria Math" panose="02040503050406030204" pitchFamily="18" charset="0"/>
                      </a:rPr>
                      <m:t> </m:t>
                    </m:r>
                    <m:r>
                      <a:rPr lang="en-US" altLang="zh-CN" i="1">
                        <a:solidFill>
                          <a:srgbClr val="000000"/>
                        </a:solidFill>
                        <a:latin typeface="Cambria Math"/>
                      </a:rPr>
                      <m:t>𝑛</m:t>
                    </m:r>
                    <m:r>
                      <a:rPr lang="en-US" altLang="zh-CN" i="1">
                        <a:solidFill>
                          <a:srgbClr val="000000"/>
                        </a:solidFill>
                        <a:latin typeface="Cambria Math" panose="02040503050406030204" pitchFamily="18" charset="0"/>
                      </a:rPr>
                      <m:t> </m:t>
                    </m:r>
                  </m:oMath>
                </a14:m>
                <a:r>
                  <a:rPr lang="zh-CN" altLang="en-US" dirty="0">
                    <a:solidFill>
                      <a:srgbClr val="000000"/>
                    </a:solidFill>
                  </a:rPr>
                  <a:t>个</a:t>
                </a:r>
                <a:r>
                  <a:rPr lang="zh-CN" altLang="en-US" dirty="0"/>
                  <a:t>可辨别的物体放入</a:t>
                </a:r>
                <a14:m>
                  <m:oMath xmlns:m="http://schemas.openxmlformats.org/officeDocument/2006/math">
                    <m:r>
                      <a:rPr lang="en-US" altLang="zh-CN">
                        <a:latin typeface="Cambria Math" panose="02040503050406030204" pitchFamily="18" charset="0"/>
                      </a:rPr>
                      <m:t> </m:t>
                    </m:r>
                    <m:r>
                      <a:rPr lang="en-US" altLang="zh-CN" i="1">
                        <a:latin typeface="Cambria Math"/>
                      </a:rPr>
                      <m:t>𝑗</m:t>
                    </m:r>
                    <m:r>
                      <a:rPr lang="en-US" altLang="zh-CN" i="1">
                        <a:latin typeface="Cambria Math" panose="02040503050406030204" pitchFamily="18" charset="0"/>
                      </a:rPr>
                      <m:t> </m:t>
                    </m:r>
                  </m:oMath>
                </a14:m>
                <a:r>
                  <a:rPr lang="zh-CN" altLang="en-US" dirty="0"/>
                  <a:t>个不可辨别</a:t>
                </a:r>
                <a:r>
                  <a:rPr lang="zh-CN" altLang="en-US" dirty="0">
                    <a:solidFill>
                      <a:srgbClr val="000000"/>
                    </a:solidFill>
                  </a:rPr>
                  <a:t>的盒子（不允许空）的方式数，</a:t>
                </a:r>
                <a14:m>
                  <m:oMath xmlns:m="http://schemas.openxmlformats.org/officeDocument/2006/math">
                    <m:r>
                      <a:rPr lang="en-US" altLang="zh-CN" i="1">
                        <a:solidFill>
                          <a:srgbClr val="000000"/>
                        </a:solidFill>
                        <a:latin typeface="Cambria Math"/>
                      </a:rPr>
                      <m:t>𝑆</m:t>
                    </m:r>
                    <m:d>
                      <m:dPr>
                        <m:ctrlPr>
                          <a:rPr lang="en-US" altLang="zh-CN" i="1">
                            <a:solidFill>
                              <a:srgbClr val="000000"/>
                            </a:solidFill>
                            <a:latin typeface="Cambria Math" panose="02040503050406030204" pitchFamily="18" charset="0"/>
                          </a:rPr>
                        </m:ctrlPr>
                      </m:dPr>
                      <m:e>
                        <m:r>
                          <a:rPr lang="en-US" altLang="zh-CN" i="1">
                            <a:solidFill>
                              <a:srgbClr val="000000"/>
                            </a:solidFill>
                            <a:latin typeface="Cambria Math"/>
                          </a:rPr>
                          <m:t>𝑛</m:t>
                        </m:r>
                        <m:r>
                          <a:rPr lang="zh-CN" altLang="en-US" i="1" smtClean="0">
                            <a:solidFill>
                              <a:srgbClr val="000000"/>
                            </a:solidFill>
                            <a:latin typeface="Cambria Math" panose="02040503050406030204" pitchFamily="18" charset="0"/>
                          </a:rPr>
                          <m:t>，</m:t>
                        </m:r>
                        <m:r>
                          <a:rPr lang="en-US" altLang="zh-CN" i="1">
                            <a:solidFill>
                              <a:srgbClr val="000000"/>
                            </a:solidFill>
                            <a:latin typeface="Cambria Math"/>
                          </a:rPr>
                          <m:t>𝑗</m:t>
                        </m:r>
                      </m:e>
                    </m:d>
                    <m:r>
                      <a:rPr lang="en-US" altLang="zh-CN" i="1">
                        <a:solidFill>
                          <a:srgbClr val="000000"/>
                        </a:solidFill>
                        <a:latin typeface="Cambria Math" panose="02040503050406030204" pitchFamily="18" charset="0"/>
                      </a:rPr>
                      <m:t> </m:t>
                    </m:r>
                  </m:oMath>
                </a14:m>
                <a:r>
                  <a:rPr lang="zh-CN" altLang="en-US" dirty="0">
                    <a:solidFill>
                      <a:srgbClr val="000000"/>
                    </a:solidFill>
                  </a:rPr>
                  <a:t>称为</a:t>
                </a:r>
                <a:r>
                  <a:rPr lang="zh-CN" altLang="en-US" b="1" dirty="0"/>
                  <a:t>第二类斯特林数（</a:t>
                </a:r>
                <a:r>
                  <a:rPr lang="en-US" altLang="zh-CN" b="1" dirty="0" err="1"/>
                  <a:t>Stirling</a:t>
                </a:r>
                <a:r>
                  <a:rPr lang="zh-CN" altLang="en-US" b="1" dirty="0"/>
                  <a:t>数）</a:t>
                </a:r>
                <a:r>
                  <a:rPr lang="zh-CN" altLang="en-US" dirty="0"/>
                  <a:t>。</a:t>
                </a:r>
                <a:endParaRPr lang="en-US" altLang="zh-CN" dirty="0"/>
              </a:p>
              <a:p>
                <a:pPr marL="0" indent="0" eaLnBrk="1" latinLnBrk="1" hangingPunct="1">
                  <a:buNone/>
                </a:pPr>
                <a:endParaRPr lang="en-US" altLang="zh-CN" sz="3000" i="1" dirty="0">
                  <a:solidFill>
                    <a:srgbClr val="000000"/>
                  </a:solidFill>
                  <a:latin typeface="+mn-ea"/>
                </a:endParaRPr>
              </a:p>
            </p:txBody>
          </p:sp>
        </mc:Choice>
        <mc:Fallback xmlns="">
          <p:sp>
            <p:nvSpPr>
              <p:cNvPr id="3" name="内容占位符 2">
                <a:extLst>
                  <a:ext uri="{FF2B5EF4-FFF2-40B4-BE49-F238E27FC236}">
                    <a16:creationId xmlns:a16="http://schemas.microsoft.com/office/drawing/2014/main" id="{8D749FB9-6B5C-A29B-158E-70E261DCA1F5}"/>
                  </a:ext>
                </a:extLst>
              </p:cNvPr>
              <p:cNvSpPr txBox="1">
                <a:spLocks noRot="1" noChangeAspect="1" noMove="1" noResize="1" noEditPoints="1" noAdjustHandles="1" noChangeArrowheads="1" noChangeShapeType="1" noTextEdit="1"/>
              </p:cNvSpPr>
              <p:nvPr/>
            </p:nvSpPr>
            <p:spPr bwMode="auto">
              <a:xfrm>
                <a:off x="153590" y="2031136"/>
                <a:ext cx="8836819" cy="4413682"/>
              </a:xfrm>
              <a:prstGeom prst="rect">
                <a:avLst/>
              </a:prstGeom>
              <a:blipFill>
                <a:blip r:embed="rId3"/>
                <a:stretch>
                  <a:fillRect l="-1724" t="-552" r="-69" b="-4696"/>
                </a:stretch>
              </a:blip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zh-CN" altLang="en-US">
                    <a:noFill/>
                  </a:rPr>
                  <a:t> </a:t>
                </a:r>
              </a:p>
            </p:txBody>
          </p:sp>
        </mc:Fallback>
      </mc:AlternateContent>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178" name="Rectangle 2">
            <a:extLst>
              <a:ext uri="{FF2B5EF4-FFF2-40B4-BE49-F238E27FC236}">
                <a16:creationId xmlns:a16="http://schemas.microsoft.com/office/drawing/2014/main" id="{3233BB11-3D61-4ED7-CB82-FB3B0163FB64}"/>
              </a:ext>
            </a:extLst>
          </p:cNvPr>
          <p:cNvSpPr>
            <a:spLocks noGrp="1" noChangeArrowheads="1"/>
          </p:cNvSpPr>
          <p:nvPr>
            <p:ph type="body" idx="1"/>
          </p:nvPr>
        </p:nvSpPr>
        <p:spPr>
          <a:xfrm>
            <a:off x="228600" y="76200"/>
            <a:ext cx="6934200" cy="609600"/>
          </a:xfrm>
        </p:spPr>
        <p:txBody>
          <a:bodyPr/>
          <a:lstStyle/>
          <a:p>
            <a:pPr eaLnBrk="1" hangingPunct="1">
              <a:buFontTx/>
              <a:buNone/>
            </a:pPr>
            <a:r>
              <a:rPr lang="en-US" altLang="zh-CN" dirty="0"/>
              <a:t>2 </a:t>
            </a:r>
            <a:r>
              <a:rPr lang="zh-CN" altLang="en-US" dirty="0"/>
              <a:t>排列与组合（续）</a:t>
            </a:r>
            <a:endParaRPr lang="en-US" altLang="zh-CN" dirty="0"/>
          </a:p>
        </p:txBody>
      </p:sp>
      <mc:AlternateContent xmlns:mc="http://schemas.openxmlformats.org/markup-compatibility/2006">
        <mc:Choice xmlns:a14="http://schemas.microsoft.com/office/drawing/2010/main" Requires="a14">
          <p:sp>
            <p:nvSpPr>
              <p:cNvPr id="3" name="内容占位符 2">
                <a:extLst>
                  <a:ext uri="{FF2B5EF4-FFF2-40B4-BE49-F238E27FC236}">
                    <a16:creationId xmlns:a16="http://schemas.microsoft.com/office/drawing/2014/main" id="{042E84BD-C085-81A6-2003-F82CDD68373D}"/>
                  </a:ext>
                </a:extLst>
              </p:cNvPr>
              <p:cNvSpPr txBox="1">
                <a:spLocks/>
              </p:cNvSpPr>
              <p:nvPr/>
            </p:nvSpPr>
            <p:spPr bwMode="auto">
              <a:xfrm>
                <a:off x="228600" y="609600"/>
                <a:ext cx="8572500" cy="6056539"/>
              </a:xfrm>
              <a:prstGeom prst="rect">
                <a:avLst/>
              </a:prstGeom>
              <a:noFill/>
              <a:ln>
                <a:noFill/>
              </a:ln>
              <a:extLst>
                <a:ext uri="{909E8E84-426E-40DD-AFC4-6F175D3DCCD1}">
                  <a14:hiddenFill>
                    <a:solidFill>
                      <a:srgbClr val="FFFFFF"/>
                    </a:solidFill>
                  </a14:hiddenFill>
                </a:ext>
                <a:ext uri="{91240B29-F687-4F45-9708-019B960494DF}">
                  <a14:hiddenLine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vl6pPr marL="2514600" indent="-228600" algn="l" rtl="0" fontAlgn="base">
                  <a:spcBef>
                    <a:spcPct val="20000"/>
                  </a:spcBef>
                  <a:spcAft>
                    <a:spcPct val="0"/>
                  </a:spcAft>
                  <a:buChar char="»"/>
                  <a:defRPr sz="2000">
                    <a:solidFill>
                      <a:schemeClr val="tx1"/>
                    </a:solidFill>
                    <a:latin typeface="+mn-lt"/>
                    <a:ea typeface="+mn-ea"/>
                  </a:defRPr>
                </a:lvl6pPr>
                <a:lvl7pPr marL="2971800" indent="-228600" algn="l" rtl="0" fontAlgn="base">
                  <a:spcBef>
                    <a:spcPct val="20000"/>
                  </a:spcBef>
                  <a:spcAft>
                    <a:spcPct val="0"/>
                  </a:spcAft>
                  <a:buChar char="»"/>
                  <a:defRPr sz="2000">
                    <a:solidFill>
                      <a:schemeClr val="tx1"/>
                    </a:solidFill>
                    <a:latin typeface="+mn-lt"/>
                    <a:ea typeface="+mn-ea"/>
                  </a:defRPr>
                </a:lvl7pPr>
                <a:lvl8pPr marL="3429000" indent="-228600" algn="l" rtl="0" fontAlgn="base">
                  <a:spcBef>
                    <a:spcPct val="20000"/>
                  </a:spcBef>
                  <a:spcAft>
                    <a:spcPct val="0"/>
                  </a:spcAft>
                  <a:buChar char="»"/>
                  <a:defRPr sz="2000">
                    <a:solidFill>
                      <a:schemeClr val="tx1"/>
                    </a:solidFill>
                    <a:latin typeface="+mn-lt"/>
                    <a:ea typeface="+mn-ea"/>
                  </a:defRPr>
                </a:lvl8pPr>
                <a:lvl9pPr marL="3886200" indent="-228600" algn="l" rtl="0" fontAlgn="base">
                  <a:spcBef>
                    <a:spcPct val="20000"/>
                  </a:spcBef>
                  <a:spcAft>
                    <a:spcPct val="0"/>
                  </a:spcAft>
                  <a:buChar char="»"/>
                  <a:defRPr sz="2000">
                    <a:solidFill>
                      <a:schemeClr val="tx1"/>
                    </a:solidFill>
                    <a:latin typeface="+mn-lt"/>
                    <a:ea typeface="+mn-ea"/>
                  </a:defRPr>
                </a:lvl9pPr>
              </a:lstStyle>
              <a:p>
                <a:pPr marL="0" indent="0">
                  <a:lnSpc>
                    <a:spcPct val="120000"/>
                  </a:lnSpc>
                  <a:buNone/>
                </a:pPr>
                <a:r>
                  <a:rPr kumimoji="1" lang="zh-CN" altLang="en-US" sz="2400" b="1" dirty="0">
                    <a:solidFill>
                      <a:srgbClr val="000000"/>
                    </a:solidFill>
                    <a:latin typeface="+mn-ea"/>
                    <a:cs typeface="Tahoma"/>
                  </a:rPr>
                  <a:t>例子</a:t>
                </a:r>
                <a:r>
                  <a:rPr kumimoji="1" lang="en-US" altLang="zh-CN" sz="2400" b="1" dirty="0">
                    <a:solidFill>
                      <a:srgbClr val="000000"/>
                    </a:solidFill>
                    <a:latin typeface="+mn-ea"/>
                    <a:cs typeface="Tahoma"/>
                  </a:rPr>
                  <a:t>9 </a:t>
                </a:r>
                <a:r>
                  <a:rPr lang="zh-CN" altLang="en-US" sz="2400" dirty="0">
                    <a:solidFill>
                      <a:srgbClr val="000000"/>
                    </a:solidFill>
                    <a:latin typeface="+mn-ea"/>
                  </a:rPr>
                  <a:t>将</a:t>
                </a:r>
                <a:r>
                  <a:rPr lang="en-US" altLang="zh-CN" sz="2400" dirty="0">
                    <a:solidFill>
                      <a:srgbClr val="000000"/>
                    </a:solidFill>
                    <a:latin typeface="+mn-ea"/>
                  </a:rPr>
                  <a:t>4</a:t>
                </a:r>
                <a:r>
                  <a:rPr lang="zh-CN" altLang="en-US" sz="2400" dirty="0">
                    <a:solidFill>
                      <a:srgbClr val="000000"/>
                    </a:solidFill>
                    <a:latin typeface="+mn-ea"/>
                  </a:rPr>
                  <a:t>个不同的雇员安排在</a:t>
                </a:r>
                <a:r>
                  <a:rPr lang="en-US" altLang="zh-CN" sz="2400" dirty="0">
                    <a:solidFill>
                      <a:srgbClr val="000000"/>
                    </a:solidFill>
                    <a:latin typeface="+mn-ea"/>
                  </a:rPr>
                  <a:t>3</a:t>
                </a:r>
                <a:r>
                  <a:rPr lang="zh-CN" altLang="en-US" sz="2400" dirty="0">
                    <a:solidFill>
                      <a:srgbClr val="000000"/>
                    </a:solidFill>
                    <a:latin typeface="+mn-ea"/>
                  </a:rPr>
                  <a:t>间不可辨别的办公室，有多少种方式？其中每间办公室可以安排任意个数的雇员。</a:t>
                </a:r>
                <a:endParaRPr lang="en-US" altLang="zh-CN" sz="2400" dirty="0">
                  <a:solidFill>
                    <a:srgbClr val="000000"/>
                  </a:solidFill>
                  <a:latin typeface="+mn-ea"/>
                </a:endParaRPr>
              </a:p>
              <a:p>
                <a:pPr marL="0" indent="0">
                  <a:lnSpc>
                    <a:spcPct val="110000"/>
                  </a:lnSpc>
                  <a:buNone/>
                </a:pPr>
                <a:r>
                  <a:rPr lang="zh-CN" altLang="en-US" sz="2400" dirty="0">
                    <a:solidFill>
                      <a:srgbClr val="000000"/>
                    </a:solidFill>
                    <a:latin typeface="+mn-ea"/>
                  </a:rPr>
                  <a:t>上述每一种安排方式都可以用把</a:t>
                </a:r>
                <a:r>
                  <a:rPr lang="en-US" altLang="zh-CN" sz="2400" dirty="0">
                    <a:solidFill>
                      <a:srgbClr val="000000"/>
                    </a:solidFill>
                    <a:latin typeface="+mn-ea"/>
                  </a:rPr>
                  <a:t>A</a:t>
                </a:r>
                <a:r>
                  <a:rPr lang="zh-CN" altLang="en-US" sz="2400" dirty="0">
                    <a:solidFill>
                      <a:srgbClr val="000000"/>
                    </a:solidFill>
                    <a:latin typeface="+mn-ea"/>
                  </a:rPr>
                  <a:t>、</a:t>
                </a:r>
                <a:r>
                  <a:rPr lang="en-US" altLang="zh-CN" sz="2400" dirty="0">
                    <a:solidFill>
                      <a:srgbClr val="000000"/>
                    </a:solidFill>
                    <a:latin typeface="+mn-ea"/>
                  </a:rPr>
                  <a:t>B</a:t>
                </a:r>
                <a:r>
                  <a:rPr lang="zh-CN" altLang="en-US" sz="2400" dirty="0">
                    <a:solidFill>
                      <a:srgbClr val="000000"/>
                    </a:solidFill>
                    <a:latin typeface="+mn-ea"/>
                  </a:rPr>
                  <a:t>、</a:t>
                </a:r>
                <a:r>
                  <a:rPr lang="en-US" altLang="zh-CN" sz="2400" dirty="0">
                    <a:solidFill>
                      <a:srgbClr val="000000"/>
                    </a:solidFill>
                    <a:latin typeface="+mn-ea"/>
                  </a:rPr>
                  <a:t>C</a:t>
                </a:r>
                <a:r>
                  <a:rPr lang="zh-CN" altLang="en-US" sz="2400" dirty="0">
                    <a:solidFill>
                      <a:srgbClr val="000000"/>
                    </a:solidFill>
                    <a:latin typeface="+mn-ea"/>
                  </a:rPr>
                  <a:t>、</a:t>
                </a:r>
                <a:r>
                  <a:rPr lang="en-US" altLang="zh-CN" sz="2400" dirty="0">
                    <a:solidFill>
                      <a:srgbClr val="000000"/>
                    </a:solidFill>
                    <a:latin typeface="+mn-ea"/>
                  </a:rPr>
                  <a:t>D</a:t>
                </a:r>
                <a:r>
                  <a:rPr lang="zh-CN" altLang="en-US" sz="2400" dirty="0">
                    <a:solidFill>
                      <a:srgbClr val="000000"/>
                    </a:solidFill>
                    <a:latin typeface="+mn-ea"/>
                  </a:rPr>
                  <a:t>分成不相交的子集的方式来表示。</a:t>
                </a:r>
                <a:endParaRPr lang="en-US" altLang="zh-CN" sz="2400" dirty="0">
                  <a:solidFill>
                    <a:srgbClr val="000000"/>
                  </a:solidFill>
                  <a:latin typeface="+mn-ea"/>
                </a:endParaRPr>
              </a:p>
              <a:p>
                <a:pPr marL="0" indent="0">
                  <a:lnSpc>
                    <a:spcPct val="110000"/>
                  </a:lnSpc>
                  <a:buNone/>
                </a:pPr>
                <a:r>
                  <a:rPr lang="en-US" altLang="zh-CN" sz="2400" dirty="0">
                    <a:solidFill>
                      <a:srgbClr val="000000"/>
                    </a:solidFill>
                    <a:latin typeface="+mn-ea"/>
                  </a:rPr>
                  <a:t>1. 4</a:t>
                </a:r>
                <a:r>
                  <a:rPr lang="zh-CN" altLang="en-US" sz="2400" dirty="0">
                    <a:solidFill>
                      <a:srgbClr val="000000"/>
                    </a:solidFill>
                    <a:latin typeface="+mn-ea"/>
                  </a:rPr>
                  <a:t>个雇员排</a:t>
                </a:r>
                <a:r>
                  <a:rPr lang="en-US" altLang="zh-CN" sz="2400" dirty="0">
                    <a:solidFill>
                      <a:srgbClr val="000000"/>
                    </a:solidFill>
                    <a:latin typeface="+mn-ea"/>
                  </a:rPr>
                  <a:t>1</a:t>
                </a:r>
                <a:r>
                  <a:rPr lang="zh-CN" altLang="en-US" sz="2400" dirty="0">
                    <a:solidFill>
                      <a:srgbClr val="000000"/>
                    </a:solidFill>
                    <a:latin typeface="+mn-ea"/>
                  </a:rPr>
                  <a:t>间，</a:t>
                </a:r>
                <a14:m>
                  <m:oMath xmlns:m="http://schemas.openxmlformats.org/officeDocument/2006/math">
                    <m:r>
                      <a:rPr lang="en-US" altLang="zh-CN" sz="2400" b="1" i="1" smtClean="0">
                        <a:solidFill>
                          <a:schemeClr val="tx1"/>
                        </a:solidFill>
                        <a:latin typeface="Cambria Math" panose="02040503050406030204" pitchFamily="18" charset="0"/>
                      </a:rPr>
                      <m:t>𝑺</m:t>
                    </m:r>
                    <m:d>
                      <m:dPr>
                        <m:ctrlPr>
                          <a:rPr lang="en-US" altLang="zh-CN" sz="2400" b="1" i="1">
                            <a:solidFill>
                              <a:schemeClr val="tx1"/>
                            </a:solidFill>
                            <a:latin typeface="Cambria Math" panose="02040503050406030204" pitchFamily="18" charset="0"/>
                          </a:rPr>
                        </m:ctrlPr>
                      </m:dPr>
                      <m:e>
                        <m:r>
                          <a:rPr lang="en-US" altLang="zh-CN" sz="2400" b="1" i="1">
                            <a:solidFill>
                              <a:schemeClr val="tx1"/>
                            </a:solidFill>
                            <a:latin typeface="Cambria Math" panose="02040503050406030204" pitchFamily="18" charset="0"/>
                          </a:rPr>
                          <m:t>𝟒</m:t>
                        </m:r>
                        <m:r>
                          <a:rPr lang="zh-CN" altLang="en-US" sz="2400" b="1" i="1" smtClean="0">
                            <a:solidFill>
                              <a:schemeClr val="tx1"/>
                            </a:solidFill>
                            <a:latin typeface="Cambria Math" panose="02040503050406030204" pitchFamily="18" charset="0"/>
                          </a:rPr>
                          <m:t>，</m:t>
                        </m:r>
                        <m:r>
                          <a:rPr lang="en-US" altLang="zh-CN" sz="2400" b="1" i="1">
                            <a:solidFill>
                              <a:schemeClr val="tx1"/>
                            </a:solidFill>
                            <a:latin typeface="Cambria Math" panose="02040503050406030204" pitchFamily="18" charset="0"/>
                          </a:rPr>
                          <m:t>𝟏</m:t>
                        </m:r>
                      </m:e>
                    </m:d>
                    <m:r>
                      <a:rPr lang="en-US" altLang="zh-CN" sz="2400" b="1" i="1">
                        <a:solidFill>
                          <a:schemeClr val="tx1"/>
                        </a:solidFill>
                        <a:latin typeface="Cambria Math" panose="02040503050406030204" pitchFamily="18" charset="0"/>
                      </a:rPr>
                      <m:t>=</m:t>
                    </m:r>
                    <m:r>
                      <a:rPr lang="en-US" altLang="zh-CN" sz="2400" b="1" i="1">
                        <a:solidFill>
                          <a:schemeClr val="tx1"/>
                        </a:solidFill>
                        <a:latin typeface="Cambria Math" panose="02040503050406030204" pitchFamily="18" charset="0"/>
                      </a:rPr>
                      <m:t>𝟏</m:t>
                    </m:r>
                    <m:r>
                      <a:rPr lang="en-US" altLang="zh-CN" sz="2400" b="1" i="1">
                        <a:solidFill>
                          <a:schemeClr val="tx1"/>
                        </a:solidFill>
                        <a:latin typeface="Cambria Math" panose="02040503050406030204" pitchFamily="18" charset="0"/>
                      </a:rPr>
                      <m:t> </m:t>
                    </m:r>
                  </m:oMath>
                </a14:m>
                <a:r>
                  <a:rPr lang="zh-CN" altLang="en-US" sz="2400" dirty="0">
                    <a:solidFill>
                      <a:srgbClr val="000000"/>
                    </a:solidFill>
                    <a:latin typeface="+mn-ea"/>
                  </a:rPr>
                  <a:t>：</a:t>
                </a:r>
                <a14:m>
                  <m:oMath xmlns:m="http://schemas.openxmlformats.org/officeDocument/2006/math">
                    <m:d>
                      <m:dPr>
                        <m:begChr m:val="{"/>
                        <m:endChr m:val="}"/>
                        <m:ctrlPr>
                          <a:rPr lang="en-US" altLang="zh-CN" sz="2400" i="1">
                            <a:solidFill>
                              <a:srgbClr val="000000"/>
                            </a:solidFill>
                            <a:latin typeface="Cambria Math" panose="02040503050406030204" pitchFamily="18" charset="0"/>
                          </a:rPr>
                        </m:ctrlPr>
                      </m:dPr>
                      <m:e>
                        <m:d>
                          <m:dPr>
                            <m:begChr m:val="{"/>
                            <m:endChr m:val="}"/>
                            <m:ctrlPr>
                              <a:rPr lang="en-US" altLang="zh-CN" sz="2400" i="1">
                                <a:solidFill>
                                  <a:srgbClr val="000000"/>
                                </a:solidFill>
                                <a:latin typeface="Cambria Math" panose="02040503050406030204" pitchFamily="18" charset="0"/>
                              </a:rPr>
                            </m:ctrlPr>
                          </m:dPr>
                          <m:e>
                            <m:r>
                              <a:rPr lang="en-US" altLang="zh-CN" sz="2400" i="1">
                                <a:solidFill>
                                  <a:srgbClr val="000000"/>
                                </a:solidFill>
                                <a:latin typeface="Cambria Math" panose="02040503050406030204" pitchFamily="18" charset="0"/>
                              </a:rPr>
                              <m:t>𝐴</m:t>
                            </m:r>
                            <m:r>
                              <a:rPr lang="zh-CN" altLang="en-US" sz="2400" i="1" smtClean="0">
                                <a:solidFill>
                                  <a:srgbClr val="000000"/>
                                </a:solidFill>
                                <a:latin typeface="Cambria Math" panose="02040503050406030204" pitchFamily="18" charset="0"/>
                              </a:rPr>
                              <m:t>，</m:t>
                            </m:r>
                            <m:r>
                              <a:rPr lang="en-US" altLang="zh-CN" sz="2400" i="1">
                                <a:solidFill>
                                  <a:srgbClr val="000000"/>
                                </a:solidFill>
                                <a:latin typeface="Cambria Math" panose="02040503050406030204" pitchFamily="18" charset="0"/>
                              </a:rPr>
                              <m:t>𝐵</m:t>
                            </m:r>
                            <m:r>
                              <a:rPr lang="zh-CN" altLang="en-US" sz="2400" i="1" smtClean="0">
                                <a:solidFill>
                                  <a:srgbClr val="000000"/>
                                </a:solidFill>
                                <a:latin typeface="Cambria Math" panose="02040503050406030204" pitchFamily="18" charset="0"/>
                              </a:rPr>
                              <m:t>，</m:t>
                            </m:r>
                            <m:r>
                              <a:rPr lang="en-US" altLang="zh-CN" sz="2400" i="1">
                                <a:solidFill>
                                  <a:srgbClr val="000000"/>
                                </a:solidFill>
                                <a:latin typeface="Cambria Math" panose="02040503050406030204" pitchFamily="18" charset="0"/>
                              </a:rPr>
                              <m:t>𝐶</m:t>
                            </m:r>
                            <m:r>
                              <a:rPr lang="zh-CN" altLang="en-US" sz="2400" i="1" smtClean="0">
                                <a:solidFill>
                                  <a:srgbClr val="000000"/>
                                </a:solidFill>
                                <a:latin typeface="Cambria Math" panose="02040503050406030204" pitchFamily="18" charset="0"/>
                              </a:rPr>
                              <m:t>，</m:t>
                            </m:r>
                            <m:r>
                              <a:rPr lang="en-US" altLang="zh-CN" sz="2400" i="1">
                                <a:solidFill>
                                  <a:srgbClr val="000000"/>
                                </a:solidFill>
                                <a:latin typeface="Cambria Math" panose="02040503050406030204" pitchFamily="18" charset="0"/>
                              </a:rPr>
                              <m:t>𝐷</m:t>
                            </m:r>
                          </m:e>
                        </m:d>
                      </m:e>
                    </m:d>
                  </m:oMath>
                </a14:m>
                <a:r>
                  <a:rPr lang="zh-CN" altLang="en-US" sz="2400" dirty="0">
                    <a:solidFill>
                      <a:srgbClr val="000000"/>
                    </a:solidFill>
                    <a:latin typeface="+mn-ea"/>
                  </a:rPr>
                  <a:t>。</a:t>
                </a:r>
                <a:endParaRPr lang="en-US" altLang="zh-CN" sz="2400" dirty="0">
                  <a:solidFill>
                    <a:srgbClr val="000000"/>
                  </a:solidFill>
                  <a:latin typeface="+mn-ea"/>
                </a:endParaRPr>
              </a:p>
              <a:p>
                <a:pPr marL="0" indent="0">
                  <a:lnSpc>
                    <a:spcPct val="110000"/>
                  </a:lnSpc>
                  <a:buNone/>
                </a:pPr>
                <a:r>
                  <a:rPr lang="en-US" altLang="zh-CN" sz="2400" dirty="0">
                    <a:solidFill>
                      <a:srgbClr val="000000"/>
                    </a:solidFill>
                    <a:latin typeface="+mn-ea"/>
                  </a:rPr>
                  <a:t>2. 4</a:t>
                </a:r>
                <a:r>
                  <a:rPr lang="zh-CN" altLang="en-US" sz="2400" dirty="0">
                    <a:solidFill>
                      <a:srgbClr val="000000"/>
                    </a:solidFill>
                    <a:latin typeface="+mn-ea"/>
                  </a:rPr>
                  <a:t>个雇员排</a:t>
                </a:r>
                <a:r>
                  <a:rPr lang="en-US" altLang="zh-CN" sz="2400" dirty="0">
                    <a:solidFill>
                      <a:srgbClr val="000000"/>
                    </a:solidFill>
                    <a:latin typeface="+mn-ea"/>
                  </a:rPr>
                  <a:t>2</a:t>
                </a:r>
                <a:r>
                  <a:rPr lang="zh-CN" altLang="en-US" sz="2400" dirty="0">
                    <a:solidFill>
                      <a:srgbClr val="000000"/>
                    </a:solidFill>
                    <a:latin typeface="+mn-ea"/>
                  </a:rPr>
                  <a:t>间，</a:t>
                </a:r>
                <a14:m>
                  <m:oMath xmlns:m="http://schemas.openxmlformats.org/officeDocument/2006/math">
                    <m:r>
                      <a:rPr lang="en-US" altLang="zh-CN" sz="2400" b="1" i="1" smtClean="0">
                        <a:solidFill>
                          <a:schemeClr val="tx1"/>
                        </a:solidFill>
                        <a:latin typeface="Cambria Math" panose="02040503050406030204" pitchFamily="18" charset="0"/>
                      </a:rPr>
                      <m:t>𝑺</m:t>
                    </m:r>
                    <m:d>
                      <m:dPr>
                        <m:ctrlPr>
                          <a:rPr lang="en-US" altLang="zh-CN" sz="2400" b="1" i="1">
                            <a:solidFill>
                              <a:schemeClr val="tx1"/>
                            </a:solidFill>
                            <a:latin typeface="Cambria Math" panose="02040503050406030204" pitchFamily="18" charset="0"/>
                          </a:rPr>
                        </m:ctrlPr>
                      </m:dPr>
                      <m:e>
                        <m:r>
                          <a:rPr lang="en-US" altLang="zh-CN" sz="2400" b="1" i="1">
                            <a:solidFill>
                              <a:schemeClr val="tx1"/>
                            </a:solidFill>
                            <a:latin typeface="Cambria Math" panose="02040503050406030204" pitchFamily="18" charset="0"/>
                          </a:rPr>
                          <m:t>𝟒</m:t>
                        </m:r>
                        <m:r>
                          <a:rPr lang="zh-CN" altLang="en-US" sz="2400" b="1" i="1">
                            <a:solidFill>
                              <a:schemeClr val="tx1"/>
                            </a:solidFill>
                            <a:latin typeface="Cambria Math" panose="02040503050406030204" pitchFamily="18" charset="0"/>
                          </a:rPr>
                          <m:t>，</m:t>
                        </m:r>
                        <m:r>
                          <a:rPr lang="en-US" altLang="zh-CN" sz="2400" b="1" i="1">
                            <a:solidFill>
                              <a:schemeClr val="tx1"/>
                            </a:solidFill>
                            <a:latin typeface="Cambria Math" panose="02040503050406030204" pitchFamily="18" charset="0"/>
                          </a:rPr>
                          <m:t>𝟐</m:t>
                        </m:r>
                      </m:e>
                    </m:d>
                    <m:r>
                      <a:rPr lang="en-US" altLang="zh-CN" sz="2400" b="1" i="1">
                        <a:solidFill>
                          <a:schemeClr val="tx1"/>
                        </a:solidFill>
                        <a:latin typeface="Cambria Math" panose="02040503050406030204" pitchFamily="18" charset="0"/>
                      </a:rPr>
                      <m:t>=</m:t>
                    </m:r>
                    <m:r>
                      <a:rPr lang="en-US" altLang="zh-CN" sz="2400" b="1" i="1" smtClean="0">
                        <a:solidFill>
                          <a:schemeClr val="tx1"/>
                        </a:solidFill>
                        <a:latin typeface="Cambria Math" panose="02040503050406030204" pitchFamily="18" charset="0"/>
                      </a:rPr>
                      <m:t>𝟕</m:t>
                    </m:r>
                  </m:oMath>
                </a14:m>
                <a:r>
                  <a:rPr lang="zh-CN" altLang="en-US" sz="2400" dirty="0">
                    <a:solidFill>
                      <a:srgbClr val="000000"/>
                    </a:solidFill>
                    <a:latin typeface="+mn-ea"/>
                  </a:rPr>
                  <a:t>：</a:t>
                </a:r>
                <a:endParaRPr lang="en-US" altLang="zh-CN" sz="2400" i="1" dirty="0">
                  <a:solidFill>
                    <a:srgbClr val="000000"/>
                  </a:solidFill>
                  <a:latin typeface="+mn-ea"/>
                </a:endParaRPr>
              </a:p>
              <a:p>
                <a:pPr marL="0" indent="0">
                  <a:lnSpc>
                    <a:spcPct val="110000"/>
                  </a:lnSpc>
                  <a:buNone/>
                </a:pPr>
                <a14:m>
                  <m:oMath xmlns:m="http://schemas.openxmlformats.org/officeDocument/2006/math">
                    <m:r>
                      <a:rPr lang="en-US" altLang="zh-CN" sz="2400" i="1" dirty="0">
                        <a:solidFill>
                          <a:srgbClr val="000000"/>
                        </a:solidFill>
                        <a:latin typeface="Cambria Math" panose="02040503050406030204" pitchFamily="18" charset="0"/>
                      </a:rPr>
                      <m:t> </m:t>
                    </m:r>
                    <m:d>
                      <m:dPr>
                        <m:begChr m:val="{"/>
                        <m:endChr m:val="}"/>
                        <m:ctrlPr>
                          <a:rPr lang="en-US" altLang="zh-CN" sz="2400" i="1" dirty="0">
                            <a:solidFill>
                              <a:srgbClr val="000000"/>
                            </a:solidFill>
                            <a:latin typeface="Cambria Math" panose="02040503050406030204" pitchFamily="18" charset="0"/>
                          </a:rPr>
                        </m:ctrlPr>
                      </m:dPr>
                      <m:e>
                        <m:d>
                          <m:dPr>
                            <m:begChr m:val="{"/>
                            <m:endChr m:val="}"/>
                            <m:ctrlPr>
                              <a:rPr lang="en-US" altLang="zh-CN" sz="2400" i="1" dirty="0">
                                <a:solidFill>
                                  <a:srgbClr val="000000"/>
                                </a:solidFill>
                                <a:latin typeface="Cambria Math" panose="02040503050406030204" pitchFamily="18" charset="0"/>
                              </a:rPr>
                            </m:ctrlPr>
                          </m:dPr>
                          <m:e>
                            <m:r>
                              <a:rPr lang="en-US" altLang="zh-CN" sz="2400" i="1" dirty="0">
                                <a:solidFill>
                                  <a:srgbClr val="000000"/>
                                </a:solidFill>
                                <a:latin typeface="Cambria Math" panose="02040503050406030204" pitchFamily="18" charset="0"/>
                              </a:rPr>
                              <m:t> </m:t>
                            </m:r>
                            <m:r>
                              <a:rPr lang="en-US" altLang="zh-CN" sz="2400" i="1" dirty="0">
                                <a:solidFill>
                                  <a:srgbClr val="000000"/>
                                </a:solidFill>
                                <a:latin typeface="Cambria Math" panose="02040503050406030204" pitchFamily="18" charset="0"/>
                              </a:rPr>
                              <m:t>𝐴</m:t>
                            </m:r>
                            <m:r>
                              <a:rPr lang="zh-CN" altLang="en-US" sz="2400" i="1" dirty="0" smtClean="0">
                                <a:solidFill>
                                  <a:srgbClr val="000000"/>
                                </a:solidFill>
                                <a:latin typeface="Cambria Math" panose="02040503050406030204" pitchFamily="18" charset="0"/>
                              </a:rPr>
                              <m:t>，</m:t>
                            </m:r>
                            <m:r>
                              <a:rPr lang="en-US" altLang="zh-CN" sz="2400" i="1" dirty="0">
                                <a:solidFill>
                                  <a:srgbClr val="000000"/>
                                </a:solidFill>
                                <a:latin typeface="Cambria Math" panose="02040503050406030204" pitchFamily="18" charset="0"/>
                              </a:rPr>
                              <m:t> </m:t>
                            </m:r>
                            <m:r>
                              <a:rPr lang="en-US" altLang="zh-CN" sz="2400" i="1" dirty="0">
                                <a:solidFill>
                                  <a:srgbClr val="000000"/>
                                </a:solidFill>
                                <a:latin typeface="Cambria Math" panose="02040503050406030204" pitchFamily="18" charset="0"/>
                              </a:rPr>
                              <m:t>𝐵</m:t>
                            </m:r>
                            <m:r>
                              <a:rPr lang="zh-CN" altLang="en-US" sz="2400" i="1" dirty="0" smtClean="0">
                                <a:solidFill>
                                  <a:srgbClr val="000000"/>
                                </a:solidFill>
                                <a:latin typeface="Cambria Math" panose="02040503050406030204" pitchFamily="18" charset="0"/>
                              </a:rPr>
                              <m:t>，</m:t>
                            </m:r>
                            <m:r>
                              <a:rPr lang="en-US" altLang="zh-CN" sz="2400" i="1" dirty="0">
                                <a:solidFill>
                                  <a:srgbClr val="000000"/>
                                </a:solidFill>
                                <a:latin typeface="Cambria Math" panose="02040503050406030204" pitchFamily="18" charset="0"/>
                              </a:rPr>
                              <m:t>𝐶</m:t>
                            </m:r>
                          </m:e>
                        </m:d>
                        <m:r>
                          <a:rPr lang="zh-CN" altLang="en-US" sz="2400" i="1" dirty="0" smtClean="0">
                            <a:solidFill>
                              <a:srgbClr val="000000"/>
                            </a:solidFill>
                            <a:latin typeface="Cambria Math" panose="02040503050406030204" pitchFamily="18" charset="0"/>
                          </a:rPr>
                          <m:t>，</m:t>
                        </m:r>
                        <m:r>
                          <a:rPr lang="en-US" altLang="zh-CN" sz="2400" i="1" dirty="0">
                            <a:solidFill>
                              <a:srgbClr val="000000"/>
                            </a:solidFill>
                            <a:latin typeface="Cambria Math" panose="02040503050406030204" pitchFamily="18" charset="0"/>
                          </a:rPr>
                          <m:t> </m:t>
                        </m:r>
                        <m:d>
                          <m:dPr>
                            <m:begChr m:val="{"/>
                            <m:endChr m:val="}"/>
                            <m:ctrlPr>
                              <a:rPr lang="en-US" altLang="zh-CN" sz="2400" i="1" dirty="0">
                                <a:solidFill>
                                  <a:srgbClr val="000000"/>
                                </a:solidFill>
                                <a:latin typeface="Cambria Math" panose="02040503050406030204" pitchFamily="18" charset="0"/>
                              </a:rPr>
                            </m:ctrlPr>
                          </m:dPr>
                          <m:e>
                            <m:r>
                              <a:rPr lang="en-US" altLang="zh-CN" sz="2400" i="1" dirty="0">
                                <a:solidFill>
                                  <a:srgbClr val="000000"/>
                                </a:solidFill>
                                <a:latin typeface="Cambria Math" panose="02040503050406030204" pitchFamily="18" charset="0"/>
                              </a:rPr>
                              <m:t>𝐷</m:t>
                            </m:r>
                          </m:e>
                        </m:d>
                      </m:e>
                    </m:d>
                    <m:r>
                      <a:rPr lang="zh-CN" altLang="en-US" sz="2400" i="1" dirty="0" smtClean="0">
                        <a:solidFill>
                          <a:srgbClr val="000000"/>
                        </a:solidFill>
                        <a:latin typeface="Cambria Math" panose="02040503050406030204" pitchFamily="18" charset="0"/>
                      </a:rPr>
                      <m:t>，</m:t>
                    </m:r>
                    <m:d>
                      <m:dPr>
                        <m:begChr m:val="{"/>
                        <m:endChr m:val="}"/>
                        <m:ctrlPr>
                          <a:rPr lang="en-US" altLang="zh-CN" sz="2400" i="1" dirty="0">
                            <a:solidFill>
                              <a:srgbClr val="000000"/>
                            </a:solidFill>
                            <a:latin typeface="Cambria Math" panose="02040503050406030204" pitchFamily="18" charset="0"/>
                          </a:rPr>
                        </m:ctrlPr>
                      </m:dPr>
                      <m:e>
                        <m:d>
                          <m:dPr>
                            <m:begChr m:val="{"/>
                            <m:endChr m:val="}"/>
                            <m:ctrlPr>
                              <a:rPr lang="en-US" altLang="zh-CN" sz="2400" i="1" dirty="0">
                                <a:solidFill>
                                  <a:srgbClr val="000000"/>
                                </a:solidFill>
                                <a:latin typeface="Cambria Math" panose="02040503050406030204" pitchFamily="18" charset="0"/>
                              </a:rPr>
                            </m:ctrlPr>
                          </m:dPr>
                          <m:e>
                            <m:r>
                              <a:rPr lang="en-US" altLang="zh-CN" sz="2400" i="1" dirty="0">
                                <a:solidFill>
                                  <a:srgbClr val="000000"/>
                                </a:solidFill>
                                <a:latin typeface="Cambria Math" panose="02040503050406030204" pitchFamily="18" charset="0"/>
                              </a:rPr>
                              <m:t> </m:t>
                            </m:r>
                            <m:r>
                              <a:rPr lang="en-US" altLang="zh-CN" sz="2400" i="1" dirty="0">
                                <a:solidFill>
                                  <a:srgbClr val="000000"/>
                                </a:solidFill>
                                <a:latin typeface="Cambria Math" panose="02040503050406030204" pitchFamily="18" charset="0"/>
                              </a:rPr>
                              <m:t>𝐴</m:t>
                            </m:r>
                            <m:r>
                              <a:rPr lang="zh-CN" altLang="en-US" sz="2400" i="1" dirty="0">
                                <a:solidFill>
                                  <a:srgbClr val="000000"/>
                                </a:solidFill>
                                <a:latin typeface="Cambria Math" panose="02040503050406030204" pitchFamily="18" charset="0"/>
                              </a:rPr>
                              <m:t>，</m:t>
                            </m:r>
                            <m:r>
                              <a:rPr lang="zh-CN" altLang="en-US" sz="2400" i="1" dirty="0">
                                <a:solidFill>
                                  <a:srgbClr val="000000"/>
                                </a:solidFill>
                                <a:latin typeface="Cambria Math" panose="02040503050406030204" pitchFamily="18" charset="0"/>
                              </a:rPr>
                              <m:t> </m:t>
                            </m:r>
                            <m:r>
                              <a:rPr lang="en-US" altLang="zh-CN" sz="2400" i="1" dirty="0">
                                <a:solidFill>
                                  <a:srgbClr val="000000"/>
                                </a:solidFill>
                                <a:latin typeface="Cambria Math" panose="02040503050406030204" pitchFamily="18" charset="0"/>
                              </a:rPr>
                              <m:t>𝐵</m:t>
                            </m:r>
                            <m:r>
                              <a:rPr lang="zh-CN" altLang="en-US" sz="2400" i="1" dirty="0">
                                <a:solidFill>
                                  <a:srgbClr val="000000"/>
                                </a:solidFill>
                                <a:latin typeface="Cambria Math" panose="02040503050406030204" pitchFamily="18" charset="0"/>
                              </a:rPr>
                              <m:t>，</m:t>
                            </m:r>
                            <m:r>
                              <a:rPr lang="en-US" altLang="zh-CN" sz="2400" i="1" dirty="0">
                                <a:solidFill>
                                  <a:srgbClr val="000000"/>
                                </a:solidFill>
                                <a:latin typeface="Cambria Math" panose="02040503050406030204" pitchFamily="18" charset="0"/>
                              </a:rPr>
                              <m:t> </m:t>
                            </m:r>
                            <m:r>
                              <a:rPr lang="en-US" altLang="zh-CN" sz="2400" i="1" dirty="0">
                                <a:solidFill>
                                  <a:srgbClr val="000000"/>
                                </a:solidFill>
                                <a:latin typeface="Cambria Math" panose="02040503050406030204" pitchFamily="18" charset="0"/>
                              </a:rPr>
                              <m:t>𝐷</m:t>
                            </m:r>
                          </m:e>
                        </m:d>
                        <m:r>
                          <a:rPr lang="zh-CN" altLang="en-US" sz="2400" i="1" dirty="0">
                            <a:solidFill>
                              <a:srgbClr val="000000"/>
                            </a:solidFill>
                            <a:latin typeface="Cambria Math" panose="02040503050406030204" pitchFamily="18" charset="0"/>
                          </a:rPr>
                          <m:t>，</m:t>
                        </m:r>
                        <m:d>
                          <m:dPr>
                            <m:begChr m:val="{"/>
                            <m:endChr m:val="}"/>
                            <m:ctrlPr>
                              <a:rPr lang="en-US" altLang="zh-CN" sz="2400" i="1" dirty="0">
                                <a:solidFill>
                                  <a:srgbClr val="000000"/>
                                </a:solidFill>
                                <a:latin typeface="Cambria Math" panose="02040503050406030204" pitchFamily="18" charset="0"/>
                              </a:rPr>
                            </m:ctrlPr>
                          </m:dPr>
                          <m:e>
                            <m:r>
                              <a:rPr lang="en-US" altLang="zh-CN" sz="2400" i="1" dirty="0">
                                <a:solidFill>
                                  <a:srgbClr val="000000"/>
                                </a:solidFill>
                                <a:latin typeface="Cambria Math" panose="02040503050406030204" pitchFamily="18" charset="0"/>
                              </a:rPr>
                              <m:t>𝐶</m:t>
                            </m:r>
                          </m:e>
                        </m:d>
                      </m:e>
                    </m:d>
                    <m:r>
                      <a:rPr lang="zh-CN" altLang="en-US" sz="2400" i="1" dirty="0">
                        <a:solidFill>
                          <a:srgbClr val="000000"/>
                        </a:solidFill>
                        <a:latin typeface="Cambria Math" panose="02040503050406030204" pitchFamily="18" charset="0"/>
                      </a:rPr>
                      <m:t>，</m:t>
                    </m:r>
                    <m:d>
                      <m:dPr>
                        <m:begChr m:val="{"/>
                        <m:endChr m:val="}"/>
                        <m:ctrlPr>
                          <a:rPr lang="en-US" altLang="zh-CN" sz="2400" i="1" dirty="0">
                            <a:solidFill>
                              <a:srgbClr val="000000"/>
                            </a:solidFill>
                            <a:latin typeface="Cambria Math" panose="02040503050406030204" pitchFamily="18" charset="0"/>
                          </a:rPr>
                        </m:ctrlPr>
                      </m:dPr>
                      <m:e>
                        <m:d>
                          <m:dPr>
                            <m:begChr m:val="{"/>
                            <m:endChr m:val="}"/>
                            <m:ctrlPr>
                              <a:rPr lang="en-US" altLang="zh-CN" sz="2400" i="1" dirty="0">
                                <a:solidFill>
                                  <a:srgbClr val="000000"/>
                                </a:solidFill>
                                <a:latin typeface="Cambria Math" panose="02040503050406030204" pitchFamily="18" charset="0"/>
                              </a:rPr>
                            </m:ctrlPr>
                          </m:dPr>
                          <m:e>
                            <m:r>
                              <a:rPr lang="en-US" altLang="zh-CN" sz="2400" i="1" dirty="0">
                                <a:solidFill>
                                  <a:srgbClr val="000000"/>
                                </a:solidFill>
                                <a:latin typeface="Cambria Math" panose="02040503050406030204" pitchFamily="18" charset="0"/>
                              </a:rPr>
                              <m:t> </m:t>
                            </m:r>
                            <m:r>
                              <a:rPr lang="en-US" altLang="zh-CN" sz="2400" i="1" dirty="0">
                                <a:solidFill>
                                  <a:srgbClr val="000000"/>
                                </a:solidFill>
                                <a:latin typeface="Cambria Math" panose="02040503050406030204" pitchFamily="18" charset="0"/>
                              </a:rPr>
                              <m:t>𝐴</m:t>
                            </m:r>
                            <m:r>
                              <a:rPr lang="zh-CN" altLang="en-US" sz="2400" i="1" dirty="0">
                                <a:solidFill>
                                  <a:srgbClr val="000000"/>
                                </a:solidFill>
                                <a:latin typeface="Cambria Math" panose="02040503050406030204" pitchFamily="18" charset="0"/>
                              </a:rPr>
                              <m:t>，</m:t>
                            </m:r>
                            <m:r>
                              <a:rPr lang="en-US" altLang="zh-CN" sz="2400" i="1" dirty="0">
                                <a:solidFill>
                                  <a:srgbClr val="000000"/>
                                </a:solidFill>
                                <a:latin typeface="Cambria Math" panose="02040503050406030204" pitchFamily="18" charset="0"/>
                              </a:rPr>
                              <m:t>𝐶</m:t>
                            </m:r>
                            <m:r>
                              <a:rPr lang="zh-CN" altLang="en-US" sz="2400" i="1" dirty="0">
                                <a:solidFill>
                                  <a:srgbClr val="000000"/>
                                </a:solidFill>
                                <a:latin typeface="Cambria Math" panose="02040503050406030204" pitchFamily="18" charset="0"/>
                              </a:rPr>
                              <m:t>，</m:t>
                            </m:r>
                            <m:r>
                              <a:rPr lang="en-US" altLang="zh-CN" sz="2400" i="1" dirty="0">
                                <a:solidFill>
                                  <a:srgbClr val="000000"/>
                                </a:solidFill>
                                <a:latin typeface="Cambria Math" panose="02040503050406030204" pitchFamily="18" charset="0"/>
                              </a:rPr>
                              <m:t>𝐷</m:t>
                            </m:r>
                          </m:e>
                        </m:d>
                        <m:r>
                          <a:rPr lang="zh-CN" altLang="en-US" sz="2400" i="1" dirty="0">
                            <a:solidFill>
                              <a:srgbClr val="000000"/>
                            </a:solidFill>
                            <a:latin typeface="Cambria Math" panose="02040503050406030204" pitchFamily="18" charset="0"/>
                          </a:rPr>
                          <m:t>，</m:t>
                        </m:r>
                        <m:d>
                          <m:dPr>
                            <m:begChr m:val="{"/>
                            <m:endChr m:val="}"/>
                            <m:ctrlPr>
                              <a:rPr lang="en-US" altLang="zh-CN" sz="2400" i="1" dirty="0">
                                <a:solidFill>
                                  <a:srgbClr val="000000"/>
                                </a:solidFill>
                                <a:latin typeface="Cambria Math" panose="02040503050406030204" pitchFamily="18" charset="0"/>
                              </a:rPr>
                            </m:ctrlPr>
                          </m:dPr>
                          <m:e>
                            <m:r>
                              <a:rPr lang="en-US" altLang="zh-CN" sz="2400" i="1" dirty="0">
                                <a:solidFill>
                                  <a:srgbClr val="000000"/>
                                </a:solidFill>
                                <a:latin typeface="Cambria Math" panose="02040503050406030204" pitchFamily="18" charset="0"/>
                              </a:rPr>
                              <m:t>𝐵</m:t>
                            </m:r>
                          </m:e>
                        </m:d>
                      </m:e>
                    </m:d>
                    <m:r>
                      <a:rPr lang="en-US" altLang="zh-CN" sz="2400" i="1" dirty="0">
                        <a:solidFill>
                          <a:srgbClr val="000000"/>
                        </a:solidFill>
                        <a:latin typeface="Cambria Math" panose="02040503050406030204" pitchFamily="18" charset="0"/>
                      </a:rPr>
                      <m:t> </m:t>
                    </m:r>
                    <m:r>
                      <a:rPr lang="zh-CN" altLang="en-US" sz="2400" i="1" dirty="0">
                        <a:solidFill>
                          <a:srgbClr val="000000"/>
                        </a:solidFill>
                        <a:latin typeface="Cambria Math" panose="02040503050406030204" pitchFamily="18" charset="0"/>
                      </a:rPr>
                      <m:t>，</m:t>
                    </m:r>
                    <m:d>
                      <m:dPr>
                        <m:begChr m:val="{"/>
                        <m:endChr m:val="}"/>
                        <m:ctrlPr>
                          <a:rPr lang="en-US" altLang="zh-CN" sz="2400" i="1" dirty="0">
                            <a:solidFill>
                              <a:srgbClr val="000000"/>
                            </a:solidFill>
                            <a:latin typeface="Cambria Math" panose="02040503050406030204" pitchFamily="18" charset="0"/>
                          </a:rPr>
                        </m:ctrlPr>
                      </m:dPr>
                      <m:e>
                        <m:d>
                          <m:dPr>
                            <m:begChr m:val="{"/>
                            <m:endChr m:val="}"/>
                            <m:ctrlPr>
                              <a:rPr lang="en-US" altLang="zh-CN" sz="2400" i="1" dirty="0">
                                <a:solidFill>
                                  <a:srgbClr val="000000"/>
                                </a:solidFill>
                                <a:latin typeface="Cambria Math" panose="02040503050406030204" pitchFamily="18" charset="0"/>
                              </a:rPr>
                            </m:ctrlPr>
                          </m:dPr>
                          <m:e>
                            <m:r>
                              <a:rPr lang="en-US" altLang="zh-CN" sz="2400" i="1" dirty="0">
                                <a:solidFill>
                                  <a:srgbClr val="000000"/>
                                </a:solidFill>
                                <a:latin typeface="Cambria Math" panose="02040503050406030204" pitchFamily="18" charset="0"/>
                              </a:rPr>
                              <m:t> </m:t>
                            </m:r>
                            <m:r>
                              <a:rPr lang="en-US" altLang="zh-CN" sz="2400" i="1" dirty="0">
                                <a:solidFill>
                                  <a:srgbClr val="000000"/>
                                </a:solidFill>
                                <a:latin typeface="Cambria Math" panose="02040503050406030204" pitchFamily="18" charset="0"/>
                              </a:rPr>
                              <m:t>𝐵</m:t>
                            </m:r>
                            <m:r>
                              <a:rPr lang="zh-CN" altLang="en-US" sz="2400" i="1" dirty="0">
                                <a:solidFill>
                                  <a:srgbClr val="000000"/>
                                </a:solidFill>
                                <a:latin typeface="Cambria Math" panose="02040503050406030204" pitchFamily="18" charset="0"/>
                              </a:rPr>
                              <m:t>，</m:t>
                            </m:r>
                            <m:r>
                              <a:rPr lang="en-US" altLang="zh-CN" sz="2400" i="1" dirty="0">
                                <a:solidFill>
                                  <a:srgbClr val="000000"/>
                                </a:solidFill>
                                <a:latin typeface="Cambria Math" panose="02040503050406030204" pitchFamily="18" charset="0"/>
                              </a:rPr>
                              <m:t>𝐶</m:t>
                            </m:r>
                            <m:r>
                              <a:rPr lang="zh-CN" altLang="en-US" sz="2400" i="1" dirty="0">
                                <a:solidFill>
                                  <a:srgbClr val="000000"/>
                                </a:solidFill>
                                <a:latin typeface="Cambria Math" panose="02040503050406030204" pitchFamily="18" charset="0"/>
                              </a:rPr>
                              <m:t>，</m:t>
                            </m:r>
                            <m:r>
                              <a:rPr lang="en-US" altLang="zh-CN" sz="2400" i="1" dirty="0">
                                <a:solidFill>
                                  <a:srgbClr val="000000"/>
                                </a:solidFill>
                                <a:latin typeface="Cambria Math" panose="02040503050406030204" pitchFamily="18" charset="0"/>
                              </a:rPr>
                              <m:t>𝐷</m:t>
                            </m:r>
                          </m:e>
                        </m:d>
                        <m:r>
                          <a:rPr lang="zh-CN" altLang="en-US" sz="2400" i="1" dirty="0">
                            <a:solidFill>
                              <a:srgbClr val="000000"/>
                            </a:solidFill>
                            <a:latin typeface="Cambria Math" panose="02040503050406030204" pitchFamily="18" charset="0"/>
                          </a:rPr>
                          <m:t>，</m:t>
                        </m:r>
                        <m:d>
                          <m:dPr>
                            <m:begChr m:val="{"/>
                            <m:endChr m:val="}"/>
                            <m:ctrlPr>
                              <a:rPr lang="en-US" altLang="zh-CN" sz="2400" i="1" dirty="0">
                                <a:solidFill>
                                  <a:srgbClr val="000000"/>
                                </a:solidFill>
                                <a:latin typeface="Cambria Math" panose="02040503050406030204" pitchFamily="18" charset="0"/>
                              </a:rPr>
                            </m:ctrlPr>
                          </m:dPr>
                          <m:e>
                            <m:r>
                              <a:rPr lang="en-US" altLang="zh-CN" sz="2400" i="1" dirty="0">
                                <a:solidFill>
                                  <a:srgbClr val="000000"/>
                                </a:solidFill>
                                <a:latin typeface="Cambria Math" panose="02040503050406030204" pitchFamily="18" charset="0"/>
                              </a:rPr>
                              <m:t>𝐴</m:t>
                            </m:r>
                          </m:e>
                        </m:d>
                      </m:e>
                    </m:d>
                    <m:r>
                      <a:rPr lang="zh-CN" altLang="en-US" sz="2400" i="1" dirty="0">
                        <a:solidFill>
                          <a:srgbClr val="000000"/>
                        </a:solidFill>
                        <a:latin typeface="Cambria Math" panose="02040503050406030204" pitchFamily="18" charset="0"/>
                      </a:rPr>
                      <m:t>，</m:t>
                    </m:r>
                    <m:d>
                      <m:dPr>
                        <m:begChr m:val="{"/>
                        <m:endChr m:val="}"/>
                        <m:ctrlPr>
                          <a:rPr lang="en-US" altLang="zh-CN" sz="2400" i="1">
                            <a:solidFill>
                              <a:srgbClr val="000000"/>
                            </a:solidFill>
                            <a:latin typeface="Cambria Math" panose="02040503050406030204" pitchFamily="18" charset="0"/>
                          </a:rPr>
                        </m:ctrlPr>
                      </m:dPr>
                      <m:e>
                        <m:d>
                          <m:dPr>
                            <m:begChr m:val="{"/>
                            <m:endChr m:val="}"/>
                            <m:ctrlPr>
                              <a:rPr lang="en-US" altLang="zh-CN" sz="2400" i="1">
                                <a:solidFill>
                                  <a:srgbClr val="000000"/>
                                </a:solidFill>
                                <a:latin typeface="Cambria Math" panose="02040503050406030204" pitchFamily="18" charset="0"/>
                              </a:rPr>
                            </m:ctrlPr>
                          </m:dPr>
                          <m:e>
                            <m:r>
                              <a:rPr lang="en-US" altLang="zh-CN" sz="2400" i="1">
                                <a:solidFill>
                                  <a:srgbClr val="000000"/>
                                </a:solidFill>
                                <a:latin typeface="Cambria Math" panose="02040503050406030204" pitchFamily="18" charset="0"/>
                              </a:rPr>
                              <m:t>𝐴</m:t>
                            </m:r>
                            <m:r>
                              <a:rPr lang="zh-CN" altLang="en-US" sz="2400" i="1" smtClean="0">
                                <a:solidFill>
                                  <a:srgbClr val="000000"/>
                                </a:solidFill>
                                <a:latin typeface="Cambria Math" panose="02040503050406030204" pitchFamily="18" charset="0"/>
                              </a:rPr>
                              <m:t>，</m:t>
                            </m:r>
                            <m:r>
                              <a:rPr lang="en-US" altLang="zh-CN" sz="2400" i="1">
                                <a:solidFill>
                                  <a:srgbClr val="000000"/>
                                </a:solidFill>
                                <a:latin typeface="Cambria Math" panose="02040503050406030204" pitchFamily="18" charset="0"/>
                              </a:rPr>
                              <m:t>𝐵</m:t>
                            </m:r>
                          </m:e>
                        </m:d>
                        <m:r>
                          <a:rPr lang="zh-CN" altLang="en-US" sz="2400" i="1" smtClean="0">
                            <a:solidFill>
                              <a:srgbClr val="000000"/>
                            </a:solidFill>
                            <a:latin typeface="Cambria Math" panose="02040503050406030204" pitchFamily="18" charset="0"/>
                          </a:rPr>
                          <m:t>，</m:t>
                        </m:r>
                        <m:d>
                          <m:dPr>
                            <m:begChr m:val="{"/>
                            <m:endChr m:val="}"/>
                            <m:ctrlPr>
                              <a:rPr lang="en-US" altLang="zh-CN" sz="2400" i="1">
                                <a:solidFill>
                                  <a:srgbClr val="000000"/>
                                </a:solidFill>
                                <a:latin typeface="Cambria Math" panose="02040503050406030204" pitchFamily="18" charset="0"/>
                              </a:rPr>
                            </m:ctrlPr>
                          </m:dPr>
                          <m:e>
                            <m:r>
                              <a:rPr lang="en-US" altLang="zh-CN" sz="2400" i="1">
                                <a:solidFill>
                                  <a:srgbClr val="000000"/>
                                </a:solidFill>
                                <a:latin typeface="Cambria Math" panose="02040503050406030204" pitchFamily="18" charset="0"/>
                              </a:rPr>
                              <m:t>𝐶</m:t>
                            </m:r>
                            <m:r>
                              <a:rPr lang="zh-CN" altLang="en-US" sz="2400" i="1">
                                <a:solidFill>
                                  <a:srgbClr val="000000"/>
                                </a:solidFill>
                                <a:latin typeface="Cambria Math" panose="02040503050406030204" pitchFamily="18" charset="0"/>
                              </a:rPr>
                              <m:t>，</m:t>
                            </m:r>
                            <m:r>
                              <a:rPr lang="en-US" altLang="zh-CN" sz="2400" i="1">
                                <a:solidFill>
                                  <a:srgbClr val="000000"/>
                                </a:solidFill>
                                <a:latin typeface="Cambria Math" panose="02040503050406030204" pitchFamily="18" charset="0"/>
                              </a:rPr>
                              <m:t> </m:t>
                            </m:r>
                            <m:r>
                              <a:rPr lang="en-US" altLang="zh-CN" sz="2400" i="1">
                                <a:solidFill>
                                  <a:srgbClr val="000000"/>
                                </a:solidFill>
                                <a:latin typeface="Cambria Math" panose="02040503050406030204" pitchFamily="18" charset="0"/>
                              </a:rPr>
                              <m:t>𝐷</m:t>
                            </m:r>
                          </m:e>
                        </m:d>
                      </m:e>
                    </m:d>
                    <m:r>
                      <a:rPr lang="zh-CN" altLang="en-US" sz="2400" i="1">
                        <a:solidFill>
                          <a:srgbClr val="000000"/>
                        </a:solidFill>
                        <a:latin typeface="Cambria Math" panose="02040503050406030204" pitchFamily="18" charset="0"/>
                      </a:rPr>
                      <m:t>，</m:t>
                    </m:r>
                    <m:d>
                      <m:dPr>
                        <m:begChr m:val="{"/>
                        <m:endChr m:val="}"/>
                        <m:ctrlPr>
                          <a:rPr lang="en-US" altLang="zh-CN" sz="2400" i="1">
                            <a:solidFill>
                              <a:srgbClr val="000000"/>
                            </a:solidFill>
                            <a:latin typeface="Cambria Math" panose="02040503050406030204" pitchFamily="18" charset="0"/>
                          </a:rPr>
                        </m:ctrlPr>
                      </m:dPr>
                      <m:e>
                        <m:d>
                          <m:dPr>
                            <m:begChr m:val="{"/>
                            <m:endChr m:val="}"/>
                            <m:ctrlPr>
                              <a:rPr lang="en-US" altLang="zh-CN" sz="2400" i="1">
                                <a:solidFill>
                                  <a:srgbClr val="000000"/>
                                </a:solidFill>
                                <a:latin typeface="Cambria Math" panose="02040503050406030204" pitchFamily="18" charset="0"/>
                              </a:rPr>
                            </m:ctrlPr>
                          </m:dPr>
                          <m:e>
                            <m:r>
                              <a:rPr lang="en-US" altLang="zh-CN" sz="2400" i="1">
                                <a:solidFill>
                                  <a:srgbClr val="000000"/>
                                </a:solidFill>
                                <a:latin typeface="Cambria Math" panose="02040503050406030204" pitchFamily="18" charset="0"/>
                              </a:rPr>
                              <m:t>𝐴</m:t>
                            </m:r>
                            <m:r>
                              <a:rPr lang="zh-CN" altLang="en-US" sz="2400" i="1">
                                <a:solidFill>
                                  <a:srgbClr val="000000"/>
                                </a:solidFill>
                                <a:latin typeface="Cambria Math" panose="02040503050406030204" pitchFamily="18" charset="0"/>
                              </a:rPr>
                              <m:t>，</m:t>
                            </m:r>
                            <m:r>
                              <a:rPr lang="en-US" altLang="zh-CN" sz="2400" i="1">
                                <a:solidFill>
                                  <a:srgbClr val="000000"/>
                                </a:solidFill>
                                <a:latin typeface="Cambria Math" panose="02040503050406030204" pitchFamily="18" charset="0"/>
                              </a:rPr>
                              <m:t>𝐶</m:t>
                            </m:r>
                          </m:e>
                        </m:d>
                        <m:r>
                          <a:rPr lang="zh-CN" altLang="en-US" sz="2400" i="1">
                            <a:solidFill>
                              <a:srgbClr val="000000"/>
                            </a:solidFill>
                            <a:latin typeface="Cambria Math" panose="02040503050406030204" pitchFamily="18" charset="0"/>
                          </a:rPr>
                          <m:t>，</m:t>
                        </m:r>
                        <m:d>
                          <m:dPr>
                            <m:begChr m:val="{"/>
                            <m:endChr m:val="}"/>
                            <m:ctrlPr>
                              <a:rPr lang="en-US" altLang="zh-CN" sz="2400" i="1">
                                <a:solidFill>
                                  <a:srgbClr val="000000"/>
                                </a:solidFill>
                                <a:latin typeface="Cambria Math" panose="02040503050406030204" pitchFamily="18" charset="0"/>
                              </a:rPr>
                            </m:ctrlPr>
                          </m:dPr>
                          <m:e>
                            <m:r>
                              <a:rPr lang="en-US" altLang="zh-CN" sz="2400" i="1">
                                <a:solidFill>
                                  <a:srgbClr val="000000"/>
                                </a:solidFill>
                                <a:latin typeface="Cambria Math" panose="02040503050406030204" pitchFamily="18" charset="0"/>
                              </a:rPr>
                              <m:t>𝐵</m:t>
                            </m:r>
                            <m:r>
                              <a:rPr lang="zh-CN" altLang="en-US" sz="2400" i="1">
                                <a:solidFill>
                                  <a:srgbClr val="000000"/>
                                </a:solidFill>
                                <a:latin typeface="Cambria Math" panose="02040503050406030204" pitchFamily="18" charset="0"/>
                              </a:rPr>
                              <m:t>，</m:t>
                            </m:r>
                            <m:r>
                              <a:rPr lang="en-US" altLang="zh-CN" sz="2400" i="1">
                                <a:solidFill>
                                  <a:srgbClr val="000000"/>
                                </a:solidFill>
                                <a:latin typeface="Cambria Math" panose="02040503050406030204" pitchFamily="18" charset="0"/>
                              </a:rPr>
                              <m:t>𝐷</m:t>
                            </m:r>
                          </m:e>
                        </m:d>
                      </m:e>
                    </m:d>
                    <m:r>
                      <a:rPr lang="zh-CN" altLang="en-US" sz="2400" i="1">
                        <a:solidFill>
                          <a:srgbClr val="000000"/>
                        </a:solidFill>
                        <a:latin typeface="Cambria Math" panose="02040503050406030204" pitchFamily="18" charset="0"/>
                      </a:rPr>
                      <m:t>，</m:t>
                    </m:r>
                    <m:d>
                      <m:dPr>
                        <m:begChr m:val="{"/>
                        <m:endChr m:val="}"/>
                        <m:ctrlPr>
                          <a:rPr lang="en-US" altLang="zh-CN" sz="2400" i="1">
                            <a:solidFill>
                              <a:srgbClr val="000000"/>
                            </a:solidFill>
                            <a:latin typeface="Cambria Math" panose="02040503050406030204" pitchFamily="18" charset="0"/>
                          </a:rPr>
                        </m:ctrlPr>
                      </m:dPr>
                      <m:e>
                        <m:d>
                          <m:dPr>
                            <m:begChr m:val="{"/>
                            <m:endChr m:val="}"/>
                            <m:ctrlPr>
                              <a:rPr lang="en-US" altLang="zh-CN" sz="2400" i="1">
                                <a:solidFill>
                                  <a:srgbClr val="000000"/>
                                </a:solidFill>
                                <a:latin typeface="Cambria Math" panose="02040503050406030204" pitchFamily="18" charset="0"/>
                              </a:rPr>
                            </m:ctrlPr>
                          </m:dPr>
                          <m:e>
                            <m:r>
                              <a:rPr lang="en-US" altLang="zh-CN" sz="2400" i="1">
                                <a:solidFill>
                                  <a:srgbClr val="000000"/>
                                </a:solidFill>
                                <a:latin typeface="Cambria Math" panose="02040503050406030204" pitchFamily="18" charset="0"/>
                              </a:rPr>
                              <m:t>𝐴</m:t>
                            </m:r>
                            <m:r>
                              <a:rPr lang="zh-CN" altLang="en-US" sz="2400" i="1">
                                <a:solidFill>
                                  <a:srgbClr val="000000"/>
                                </a:solidFill>
                                <a:latin typeface="Cambria Math" panose="02040503050406030204" pitchFamily="18" charset="0"/>
                              </a:rPr>
                              <m:t>，</m:t>
                            </m:r>
                            <m:r>
                              <a:rPr lang="en-US" altLang="zh-CN" sz="2400" i="1">
                                <a:solidFill>
                                  <a:srgbClr val="000000"/>
                                </a:solidFill>
                                <a:latin typeface="Cambria Math" panose="02040503050406030204" pitchFamily="18" charset="0"/>
                              </a:rPr>
                              <m:t>𝐷</m:t>
                            </m:r>
                          </m:e>
                        </m:d>
                        <m:r>
                          <a:rPr lang="zh-CN" altLang="en-US" sz="2400" i="1">
                            <a:solidFill>
                              <a:srgbClr val="000000"/>
                            </a:solidFill>
                            <a:latin typeface="Cambria Math" panose="02040503050406030204" pitchFamily="18" charset="0"/>
                          </a:rPr>
                          <m:t>，</m:t>
                        </m:r>
                        <m:d>
                          <m:dPr>
                            <m:begChr m:val="{"/>
                            <m:endChr m:val="}"/>
                            <m:ctrlPr>
                              <a:rPr lang="en-US" altLang="zh-CN" sz="2400" i="1">
                                <a:solidFill>
                                  <a:srgbClr val="000000"/>
                                </a:solidFill>
                                <a:latin typeface="Cambria Math" panose="02040503050406030204" pitchFamily="18" charset="0"/>
                              </a:rPr>
                            </m:ctrlPr>
                          </m:dPr>
                          <m:e>
                            <m:r>
                              <a:rPr lang="en-US" altLang="zh-CN" sz="2400" i="1">
                                <a:solidFill>
                                  <a:srgbClr val="000000"/>
                                </a:solidFill>
                                <a:latin typeface="Cambria Math" panose="02040503050406030204" pitchFamily="18" charset="0"/>
                              </a:rPr>
                              <m:t>𝐵</m:t>
                            </m:r>
                            <m:r>
                              <a:rPr lang="zh-CN" altLang="en-US" sz="2400" i="1">
                                <a:solidFill>
                                  <a:srgbClr val="000000"/>
                                </a:solidFill>
                                <a:latin typeface="Cambria Math" panose="02040503050406030204" pitchFamily="18" charset="0"/>
                              </a:rPr>
                              <m:t>，</m:t>
                            </m:r>
                            <m:r>
                              <a:rPr lang="en-US" altLang="zh-CN" sz="2400" i="1">
                                <a:solidFill>
                                  <a:srgbClr val="000000"/>
                                </a:solidFill>
                                <a:latin typeface="Cambria Math" panose="02040503050406030204" pitchFamily="18" charset="0"/>
                              </a:rPr>
                              <m:t>𝐶</m:t>
                            </m:r>
                          </m:e>
                        </m:d>
                      </m:e>
                    </m:d>
                  </m:oMath>
                </a14:m>
                <a:r>
                  <a:rPr lang="zh-CN" altLang="en-US" sz="2400" dirty="0">
                    <a:solidFill>
                      <a:srgbClr val="000000"/>
                    </a:solidFill>
                    <a:latin typeface="+mn-ea"/>
                  </a:rPr>
                  <a:t>。</a:t>
                </a:r>
                <a:endParaRPr lang="en-US" altLang="zh-CN" sz="2400" dirty="0">
                  <a:solidFill>
                    <a:srgbClr val="000000"/>
                  </a:solidFill>
                  <a:latin typeface="+mn-ea"/>
                </a:endParaRPr>
              </a:p>
              <a:p>
                <a:pPr marL="0" indent="0">
                  <a:lnSpc>
                    <a:spcPct val="110000"/>
                  </a:lnSpc>
                  <a:buNone/>
                </a:pPr>
                <a:r>
                  <a:rPr lang="en-US" altLang="zh-CN" sz="2400" dirty="0">
                    <a:solidFill>
                      <a:srgbClr val="000000"/>
                    </a:solidFill>
                    <a:latin typeface="+mn-ea"/>
                  </a:rPr>
                  <a:t>3. 4</a:t>
                </a:r>
                <a:r>
                  <a:rPr lang="zh-CN" altLang="en-US" sz="2400" dirty="0">
                    <a:solidFill>
                      <a:srgbClr val="000000"/>
                    </a:solidFill>
                    <a:latin typeface="+mn-ea"/>
                  </a:rPr>
                  <a:t>个雇员排</a:t>
                </a:r>
                <a:r>
                  <a:rPr lang="en-US" altLang="zh-CN" sz="2400" dirty="0">
                    <a:solidFill>
                      <a:srgbClr val="000000"/>
                    </a:solidFill>
                    <a:latin typeface="+mn-ea"/>
                  </a:rPr>
                  <a:t>3</a:t>
                </a:r>
                <a:r>
                  <a:rPr lang="zh-CN" altLang="en-US" sz="2400" dirty="0">
                    <a:solidFill>
                      <a:srgbClr val="000000"/>
                    </a:solidFill>
                    <a:latin typeface="+mn-ea"/>
                  </a:rPr>
                  <a:t>间，</a:t>
                </a:r>
                <a14:m>
                  <m:oMath xmlns:m="http://schemas.openxmlformats.org/officeDocument/2006/math">
                    <m:r>
                      <a:rPr lang="en-US" altLang="zh-CN" sz="2400" b="1" i="1" smtClean="0">
                        <a:solidFill>
                          <a:schemeClr val="tx1"/>
                        </a:solidFill>
                        <a:latin typeface="Cambria Math" panose="02040503050406030204" pitchFamily="18" charset="0"/>
                      </a:rPr>
                      <m:t>𝑺</m:t>
                    </m:r>
                    <m:d>
                      <m:dPr>
                        <m:ctrlPr>
                          <a:rPr lang="en-US" altLang="zh-CN" sz="2400" b="1" i="1">
                            <a:solidFill>
                              <a:schemeClr val="tx1"/>
                            </a:solidFill>
                            <a:latin typeface="Cambria Math" panose="02040503050406030204" pitchFamily="18" charset="0"/>
                          </a:rPr>
                        </m:ctrlPr>
                      </m:dPr>
                      <m:e>
                        <m:r>
                          <a:rPr lang="en-US" altLang="zh-CN" sz="2400" b="1" i="1">
                            <a:solidFill>
                              <a:schemeClr val="tx1"/>
                            </a:solidFill>
                            <a:latin typeface="Cambria Math" panose="02040503050406030204" pitchFamily="18" charset="0"/>
                          </a:rPr>
                          <m:t>𝟒</m:t>
                        </m:r>
                        <m:r>
                          <a:rPr lang="zh-CN" altLang="en-US" sz="2400" b="1" i="1">
                            <a:solidFill>
                              <a:schemeClr val="tx1"/>
                            </a:solidFill>
                            <a:latin typeface="Cambria Math" panose="02040503050406030204" pitchFamily="18" charset="0"/>
                          </a:rPr>
                          <m:t>，</m:t>
                        </m:r>
                        <m:r>
                          <a:rPr lang="en-US" altLang="zh-CN" sz="2400" b="1" i="1">
                            <a:solidFill>
                              <a:schemeClr val="tx1"/>
                            </a:solidFill>
                            <a:latin typeface="Cambria Math" panose="02040503050406030204" pitchFamily="18" charset="0"/>
                          </a:rPr>
                          <m:t>𝟑</m:t>
                        </m:r>
                      </m:e>
                    </m:d>
                    <m:r>
                      <a:rPr lang="en-US" altLang="zh-CN" sz="2400" b="1" i="1">
                        <a:solidFill>
                          <a:schemeClr val="tx1"/>
                        </a:solidFill>
                        <a:latin typeface="Cambria Math" panose="02040503050406030204" pitchFamily="18" charset="0"/>
                      </a:rPr>
                      <m:t>=</m:t>
                    </m:r>
                    <m:r>
                      <a:rPr lang="en-US" altLang="zh-CN" sz="2400" b="1" i="1">
                        <a:solidFill>
                          <a:schemeClr val="tx1"/>
                        </a:solidFill>
                        <a:latin typeface="Cambria Math" panose="02040503050406030204" pitchFamily="18" charset="0"/>
                      </a:rPr>
                      <m:t>𝟔</m:t>
                    </m:r>
                  </m:oMath>
                </a14:m>
                <a:r>
                  <a:rPr lang="en-US" altLang="zh-CN" sz="2400" dirty="0">
                    <a:solidFill>
                      <a:srgbClr val="000000"/>
                    </a:solidFill>
                    <a:latin typeface="+mn-ea"/>
                  </a:rPr>
                  <a:t>:</a:t>
                </a:r>
              </a:p>
              <a:p>
                <a:pPr marL="0" indent="0">
                  <a:buNone/>
                </a:pPr>
                <a14:m>
                  <m:oMathPara xmlns:m="http://schemas.openxmlformats.org/officeDocument/2006/math">
                    <m:oMathParaPr>
                      <m:jc m:val="centerGroup"/>
                    </m:oMathParaPr>
                    <m:oMath xmlns:m="http://schemas.openxmlformats.org/officeDocument/2006/math">
                      <m:d>
                        <m:dPr>
                          <m:begChr m:val="{"/>
                          <m:endChr m:val="}"/>
                          <m:ctrlPr>
                            <a:rPr lang="en-US" altLang="zh-CN" sz="2400" i="1" dirty="0">
                              <a:solidFill>
                                <a:srgbClr val="000000"/>
                              </a:solidFill>
                              <a:latin typeface="Cambria Math" panose="02040503050406030204" pitchFamily="18" charset="0"/>
                            </a:rPr>
                          </m:ctrlPr>
                        </m:dPr>
                        <m:e>
                          <m:d>
                            <m:dPr>
                              <m:begChr m:val="{"/>
                              <m:endChr m:val="}"/>
                              <m:ctrlPr>
                                <a:rPr lang="en-US" altLang="zh-CN" sz="2400" i="1" dirty="0">
                                  <a:solidFill>
                                    <a:srgbClr val="000000"/>
                                  </a:solidFill>
                                  <a:latin typeface="Cambria Math" panose="02040503050406030204" pitchFamily="18" charset="0"/>
                                </a:rPr>
                              </m:ctrlPr>
                            </m:dPr>
                            <m:e>
                              <m:r>
                                <a:rPr lang="en-US" altLang="zh-CN" sz="2400" i="1" dirty="0">
                                  <a:solidFill>
                                    <a:srgbClr val="000000"/>
                                  </a:solidFill>
                                  <a:latin typeface="Cambria Math" panose="02040503050406030204" pitchFamily="18" charset="0"/>
                                </a:rPr>
                                <m:t>𝐴</m:t>
                              </m:r>
                              <m:r>
                                <a:rPr lang="zh-CN" altLang="en-US" sz="2400" i="1" dirty="0" smtClean="0">
                                  <a:solidFill>
                                    <a:srgbClr val="000000"/>
                                  </a:solidFill>
                                  <a:latin typeface="Cambria Math" panose="02040503050406030204" pitchFamily="18" charset="0"/>
                                </a:rPr>
                                <m:t>，</m:t>
                              </m:r>
                              <m:r>
                                <a:rPr lang="en-US" altLang="zh-CN" sz="2400" i="1" dirty="0">
                                  <a:solidFill>
                                    <a:srgbClr val="000000"/>
                                  </a:solidFill>
                                  <a:latin typeface="Cambria Math" panose="02040503050406030204" pitchFamily="18" charset="0"/>
                                </a:rPr>
                                <m:t>𝐵</m:t>
                              </m:r>
                            </m:e>
                          </m:d>
                          <m:r>
                            <a:rPr lang="zh-CN" altLang="en-US" sz="2400" i="1" dirty="0" smtClean="0">
                              <a:solidFill>
                                <a:srgbClr val="000000"/>
                              </a:solidFill>
                              <a:latin typeface="Cambria Math" panose="02040503050406030204" pitchFamily="18" charset="0"/>
                            </a:rPr>
                            <m:t>，</m:t>
                          </m:r>
                          <m:d>
                            <m:dPr>
                              <m:begChr m:val="{"/>
                              <m:endChr m:val="}"/>
                              <m:ctrlPr>
                                <a:rPr lang="en-US" altLang="zh-CN" sz="2400" i="1" dirty="0">
                                  <a:solidFill>
                                    <a:srgbClr val="000000"/>
                                  </a:solidFill>
                                  <a:latin typeface="Cambria Math" panose="02040503050406030204" pitchFamily="18" charset="0"/>
                                </a:rPr>
                              </m:ctrlPr>
                            </m:dPr>
                            <m:e>
                              <m:r>
                                <a:rPr lang="en-US" altLang="zh-CN" sz="2400" i="1" dirty="0">
                                  <a:solidFill>
                                    <a:srgbClr val="000000"/>
                                  </a:solidFill>
                                  <a:latin typeface="Cambria Math" panose="02040503050406030204" pitchFamily="18" charset="0"/>
                                </a:rPr>
                                <m:t>𝐶</m:t>
                              </m:r>
                            </m:e>
                          </m:d>
                          <m:r>
                            <a:rPr lang="zh-CN" altLang="en-US" sz="2400" i="1" dirty="0" smtClean="0">
                              <a:solidFill>
                                <a:srgbClr val="000000"/>
                              </a:solidFill>
                              <a:latin typeface="Cambria Math" panose="02040503050406030204" pitchFamily="18" charset="0"/>
                            </a:rPr>
                            <m:t>，</m:t>
                          </m:r>
                          <m:d>
                            <m:dPr>
                              <m:begChr m:val="{"/>
                              <m:endChr m:val="}"/>
                              <m:ctrlPr>
                                <a:rPr lang="en-US" altLang="zh-CN" sz="2400" i="1" dirty="0">
                                  <a:solidFill>
                                    <a:srgbClr val="000000"/>
                                  </a:solidFill>
                                  <a:latin typeface="Cambria Math" panose="02040503050406030204" pitchFamily="18" charset="0"/>
                                </a:rPr>
                              </m:ctrlPr>
                            </m:dPr>
                            <m:e>
                              <m:r>
                                <a:rPr lang="en-US" altLang="zh-CN" sz="2400" i="1" dirty="0">
                                  <a:solidFill>
                                    <a:srgbClr val="000000"/>
                                  </a:solidFill>
                                  <a:latin typeface="Cambria Math" panose="02040503050406030204" pitchFamily="18" charset="0"/>
                                </a:rPr>
                                <m:t>𝐷</m:t>
                              </m:r>
                            </m:e>
                          </m:d>
                        </m:e>
                      </m:d>
                      <m:r>
                        <a:rPr lang="zh-CN" altLang="en-US" sz="2400" i="1" dirty="0" smtClean="0">
                          <a:solidFill>
                            <a:srgbClr val="000000"/>
                          </a:solidFill>
                          <a:latin typeface="Cambria Math" panose="02040503050406030204" pitchFamily="18" charset="0"/>
                        </a:rPr>
                        <m:t>，</m:t>
                      </m:r>
                      <m:d>
                        <m:dPr>
                          <m:begChr m:val="{"/>
                          <m:endChr m:val="}"/>
                          <m:ctrlPr>
                            <a:rPr lang="en-US" altLang="zh-CN" sz="2400" i="1" dirty="0">
                              <a:solidFill>
                                <a:srgbClr val="000000"/>
                              </a:solidFill>
                              <a:latin typeface="Cambria Math" panose="02040503050406030204" pitchFamily="18" charset="0"/>
                            </a:rPr>
                          </m:ctrlPr>
                        </m:dPr>
                        <m:e>
                          <m:d>
                            <m:dPr>
                              <m:begChr m:val="{"/>
                              <m:endChr m:val="}"/>
                              <m:ctrlPr>
                                <a:rPr lang="en-US" altLang="zh-CN" sz="2400" i="1" dirty="0">
                                  <a:solidFill>
                                    <a:srgbClr val="000000"/>
                                  </a:solidFill>
                                  <a:latin typeface="Cambria Math" panose="02040503050406030204" pitchFamily="18" charset="0"/>
                                </a:rPr>
                              </m:ctrlPr>
                            </m:dPr>
                            <m:e>
                              <m:r>
                                <a:rPr lang="en-US" altLang="zh-CN" sz="2400" i="1" dirty="0">
                                  <a:solidFill>
                                    <a:srgbClr val="000000"/>
                                  </a:solidFill>
                                  <a:latin typeface="Cambria Math" panose="02040503050406030204" pitchFamily="18" charset="0"/>
                                </a:rPr>
                                <m:t>𝐴</m:t>
                              </m:r>
                              <m:r>
                                <a:rPr lang="zh-CN" altLang="en-US" sz="2400" i="1" dirty="0">
                                  <a:solidFill>
                                    <a:srgbClr val="000000"/>
                                  </a:solidFill>
                                  <a:latin typeface="Cambria Math" panose="02040503050406030204" pitchFamily="18" charset="0"/>
                                </a:rPr>
                                <m:t>，</m:t>
                              </m:r>
                              <m:r>
                                <a:rPr lang="en-US" altLang="zh-CN" sz="2400" i="1" dirty="0">
                                  <a:solidFill>
                                    <a:srgbClr val="000000"/>
                                  </a:solidFill>
                                  <a:latin typeface="Cambria Math" panose="02040503050406030204" pitchFamily="18" charset="0"/>
                                </a:rPr>
                                <m:t>𝐶</m:t>
                              </m:r>
                            </m:e>
                          </m:d>
                          <m:r>
                            <a:rPr lang="zh-CN" altLang="en-US" sz="2400" i="1" dirty="0">
                              <a:solidFill>
                                <a:srgbClr val="000000"/>
                              </a:solidFill>
                              <a:latin typeface="Cambria Math" panose="02040503050406030204" pitchFamily="18" charset="0"/>
                            </a:rPr>
                            <m:t>，</m:t>
                          </m:r>
                          <m:d>
                            <m:dPr>
                              <m:begChr m:val="{"/>
                              <m:endChr m:val="}"/>
                              <m:ctrlPr>
                                <a:rPr lang="en-US" altLang="zh-CN" sz="2400" i="1" dirty="0">
                                  <a:solidFill>
                                    <a:srgbClr val="000000"/>
                                  </a:solidFill>
                                  <a:latin typeface="Cambria Math" panose="02040503050406030204" pitchFamily="18" charset="0"/>
                                </a:rPr>
                              </m:ctrlPr>
                            </m:dPr>
                            <m:e>
                              <m:r>
                                <a:rPr lang="en-US" altLang="zh-CN" sz="2400" i="1" dirty="0">
                                  <a:solidFill>
                                    <a:srgbClr val="000000"/>
                                  </a:solidFill>
                                  <a:latin typeface="Cambria Math" panose="02040503050406030204" pitchFamily="18" charset="0"/>
                                </a:rPr>
                                <m:t>𝐵</m:t>
                              </m:r>
                            </m:e>
                          </m:d>
                          <m:r>
                            <a:rPr lang="zh-CN" altLang="en-US" sz="2400" i="1" dirty="0">
                              <a:solidFill>
                                <a:srgbClr val="000000"/>
                              </a:solidFill>
                              <a:latin typeface="Cambria Math" panose="02040503050406030204" pitchFamily="18" charset="0"/>
                            </a:rPr>
                            <m:t>，</m:t>
                          </m:r>
                          <m:d>
                            <m:dPr>
                              <m:begChr m:val="{"/>
                              <m:endChr m:val="}"/>
                              <m:ctrlPr>
                                <a:rPr lang="en-US" altLang="zh-CN" sz="2400" i="1" dirty="0">
                                  <a:solidFill>
                                    <a:srgbClr val="000000"/>
                                  </a:solidFill>
                                  <a:latin typeface="Cambria Math" panose="02040503050406030204" pitchFamily="18" charset="0"/>
                                </a:rPr>
                              </m:ctrlPr>
                            </m:dPr>
                            <m:e>
                              <m:r>
                                <a:rPr lang="en-US" altLang="zh-CN" sz="2400" i="1" dirty="0">
                                  <a:solidFill>
                                    <a:srgbClr val="000000"/>
                                  </a:solidFill>
                                  <a:latin typeface="Cambria Math" panose="02040503050406030204" pitchFamily="18" charset="0"/>
                                </a:rPr>
                                <m:t>𝐷</m:t>
                              </m:r>
                            </m:e>
                          </m:d>
                        </m:e>
                      </m:d>
                      <m:r>
                        <a:rPr lang="zh-CN" altLang="en-US" sz="2400" i="1" dirty="0" smtClean="0">
                          <a:solidFill>
                            <a:srgbClr val="000000"/>
                          </a:solidFill>
                          <a:latin typeface="Cambria Math" panose="02040503050406030204" pitchFamily="18" charset="0"/>
                        </a:rPr>
                        <m:t>，</m:t>
                      </m:r>
                      <m:d>
                        <m:dPr>
                          <m:begChr m:val="{"/>
                          <m:endChr m:val="}"/>
                          <m:ctrlPr>
                            <a:rPr lang="en-US" altLang="zh-CN" sz="2400" i="1" dirty="0">
                              <a:solidFill>
                                <a:srgbClr val="000000"/>
                              </a:solidFill>
                              <a:latin typeface="Cambria Math" panose="02040503050406030204" pitchFamily="18" charset="0"/>
                            </a:rPr>
                          </m:ctrlPr>
                        </m:dPr>
                        <m:e>
                          <m:d>
                            <m:dPr>
                              <m:begChr m:val="{"/>
                              <m:endChr m:val="}"/>
                              <m:ctrlPr>
                                <a:rPr lang="en-US" altLang="zh-CN" sz="2400" i="1" dirty="0">
                                  <a:solidFill>
                                    <a:srgbClr val="000000"/>
                                  </a:solidFill>
                                  <a:latin typeface="Cambria Math" panose="02040503050406030204" pitchFamily="18" charset="0"/>
                                </a:rPr>
                              </m:ctrlPr>
                            </m:dPr>
                            <m:e>
                              <m:r>
                                <a:rPr lang="en-US" altLang="zh-CN" sz="2400" i="1" dirty="0">
                                  <a:solidFill>
                                    <a:srgbClr val="000000"/>
                                  </a:solidFill>
                                  <a:latin typeface="Cambria Math" panose="02040503050406030204" pitchFamily="18" charset="0"/>
                                </a:rPr>
                                <m:t>𝐴</m:t>
                              </m:r>
                              <m:r>
                                <a:rPr lang="zh-CN" altLang="en-US" sz="2400" i="1" dirty="0">
                                  <a:solidFill>
                                    <a:srgbClr val="000000"/>
                                  </a:solidFill>
                                  <a:latin typeface="Cambria Math" panose="02040503050406030204" pitchFamily="18" charset="0"/>
                                </a:rPr>
                                <m:t>，</m:t>
                              </m:r>
                              <m:r>
                                <a:rPr lang="en-US" altLang="zh-CN" sz="2400" i="1" dirty="0">
                                  <a:solidFill>
                                    <a:srgbClr val="000000"/>
                                  </a:solidFill>
                                  <a:latin typeface="Cambria Math" panose="02040503050406030204" pitchFamily="18" charset="0"/>
                                </a:rPr>
                                <m:t>𝐷</m:t>
                              </m:r>
                            </m:e>
                          </m:d>
                          <m:r>
                            <a:rPr lang="zh-CN" altLang="en-US" sz="2400" i="1" dirty="0">
                              <a:solidFill>
                                <a:srgbClr val="000000"/>
                              </a:solidFill>
                              <a:latin typeface="Cambria Math" panose="02040503050406030204" pitchFamily="18" charset="0"/>
                            </a:rPr>
                            <m:t>，</m:t>
                          </m:r>
                          <m:d>
                            <m:dPr>
                              <m:begChr m:val="{"/>
                              <m:endChr m:val="}"/>
                              <m:ctrlPr>
                                <a:rPr lang="en-US" altLang="zh-CN" sz="2400" i="1" dirty="0">
                                  <a:solidFill>
                                    <a:srgbClr val="000000"/>
                                  </a:solidFill>
                                  <a:latin typeface="Cambria Math" panose="02040503050406030204" pitchFamily="18" charset="0"/>
                                </a:rPr>
                              </m:ctrlPr>
                            </m:dPr>
                            <m:e>
                              <m:r>
                                <a:rPr lang="en-US" altLang="zh-CN" sz="2400" i="1" dirty="0">
                                  <a:solidFill>
                                    <a:srgbClr val="000000"/>
                                  </a:solidFill>
                                  <a:latin typeface="Cambria Math" panose="02040503050406030204" pitchFamily="18" charset="0"/>
                                </a:rPr>
                                <m:t>𝐵</m:t>
                              </m:r>
                            </m:e>
                          </m:d>
                          <m:r>
                            <a:rPr lang="zh-CN" altLang="en-US" sz="2400" i="1" dirty="0">
                              <a:solidFill>
                                <a:srgbClr val="000000"/>
                              </a:solidFill>
                              <a:latin typeface="Cambria Math" panose="02040503050406030204" pitchFamily="18" charset="0"/>
                            </a:rPr>
                            <m:t>，</m:t>
                          </m:r>
                          <m:d>
                            <m:dPr>
                              <m:begChr m:val="{"/>
                              <m:endChr m:val="}"/>
                              <m:ctrlPr>
                                <a:rPr lang="en-US" altLang="zh-CN" sz="2400" i="1" dirty="0">
                                  <a:solidFill>
                                    <a:srgbClr val="000000"/>
                                  </a:solidFill>
                                  <a:latin typeface="Cambria Math" panose="02040503050406030204" pitchFamily="18" charset="0"/>
                                </a:rPr>
                              </m:ctrlPr>
                            </m:dPr>
                            <m:e>
                              <m:r>
                                <a:rPr lang="en-US" altLang="zh-CN" sz="2400" i="1" dirty="0">
                                  <a:solidFill>
                                    <a:srgbClr val="000000"/>
                                  </a:solidFill>
                                  <a:latin typeface="Cambria Math" panose="02040503050406030204" pitchFamily="18" charset="0"/>
                                </a:rPr>
                                <m:t>𝐶</m:t>
                              </m:r>
                            </m:e>
                          </m:d>
                        </m:e>
                      </m:d>
                      <m:r>
                        <a:rPr lang="zh-CN" altLang="en-US" sz="2400" i="1" dirty="0">
                          <a:solidFill>
                            <a:srgbClr val="000000"/>
                          </a:solidFill>
                          <a:latin typeface="Cambria Math" panose="02040503050406030204" pitchFamily="18" charset="0"/>
                        </a:rPr>
                        <m:t>，</m:t>
                      </m:r>
                      <m:d>
                        <m:dPr>
                          <m:begChr m:val="{"/>
                          <m:endChr m:val="}"/>
                          <m:ctrlPr>
                            <a:rPr lang="en-US" altLang="zh-CN" sz="2400" i="1" dirty="0">
                              <a:solidFill>
                                <a:srgbClr val="000000"/>
                              </a:solidFill>
                              <a:latin typeface="Cambria Math" panose="02040503050406030204" pitchFamily="18" charset="0"/>
                            </a:rPr>
                          </m:ctrlPr>
                        </m:dPr>
                        <m:e>
                          <m:d>
                            <m:dPr>
                              <m:begChr m:val="{"/>
                              <m:endChr m:val="}"/>
                              <m:ctrlPr>
                                <a:rPr lang="en-US" altLang="zh-CN" sz="2400" i="1" dirty="0">
                                  <a:solidFill>
                                    <a:srgbClr val="000000"/>
                                  </a:solidFill>
                                  <a:latin typeface="Cambria Math" panose="02040503050406030204" pitchFamily="18" charset="0"/>
                                </a:rPr>
                              </m:ctrlPr>
                            </m:dPr>
                            <m:e>
                              <m:r>
                                <a:rPr lang="en-US" altLang="zh-CN" sz="2400" i="1" dirty="0">
                                  <a:solidFill>
                                    <a:srgbClr val="000000"/>
                                  </a:solidFill>
                                  <a:latin typeface="Cambria Math" panose="02040503050406030204" pitchFamily="18" charset="0"/>
                                </a:rPr>
                                <m:t>𝐵</m:t>
                              </m:r>
                              <m:r>
                                <a:rPr lang="zh-CN" altLang="en-US" sz="2400" i="1" dirty="0">
                                  <a:solidFill>
                                    <a:srgbClr val="000000"/>
                                  </a:solidFill>
                                  <a:latin typeface="Cambria Math" panose="02040503050406030204" pitchFamily="18" charset="0"/>
                                </a:rPr>
                                <m:t>，</m:t>
                              </m:r>
                              <m:r>
                                <a:rPr lang="en-US" altLang="zh-CN" sz="2400" i="1" dirty="0">
                                  <a:solidFill>
                                    <a:srgbClr val="000000"/>
                                  </a:solidFill>
                                  <a:latin typeface="Cambria Math" panose="02040503050406030204" pitchFamily="18" charset="0"/>
                                </a:rPr>
                                <m:t>𝐶</m:t>
                              </m:r>
                            </m:e>
                          </m:d>
                          <m:r>
                            <a:rPr lang="zh-CN" altLang="en-US" sz="2400" i="1" dirty="0">
                              <a:solidFill>
                                <a:srgbClr val="000000"/>
                              </a:solidFill>
                              <a:latin typeface="Cambria Math" panose="02040503050406030204" pitchFamily="18" charset="0"/>
                            </a:rPr>
                            <m:t>，</m:t>
                          </m:r>
                          <m:d>
                            <m:dPr>
                              <m:begChr m:val="{"/>
                              <m:endChr m:val="}"/>
                              <m:ctrlPr>
                                <a:rPr lang="en-US" altLang="zh-CN" sz="2400" i="1" dirty="0">
                                  <a:solidFill>
                                    <a:srgbClr val="000000"/>
                                  </a:solidFill>
                                  <a:latin typeface="Cambria Math" panose="02040503050406030204" pitchFamily="18" charset="0"/>
                                </a:rPr>
                              </m:ctrlPr>
                            </m:dPr>
                            <m:e>
                              <m:r>
                                <a:rPr lang="en-US" altLang="zh-CN" sz="2400" i="1" dirty="0">
                                  <a:solidFill>
                                    <a:srgbClr val="000000"/>
                                  </a:solidFill>
                                  <a:latin typeface="Cambria Math" panose="02040503050406030204" pitchFamily="18" charset="0"/>
                                </a:rPr>
                                <m:t>𝐴</m:t>
                              </m:r>
                            </m:e>
                          </m:d>
                          <m:r>
                            <a:rPr lang="zh-CN" altLang="en-US" sz="2400" i="1" dirty="0">
                              <a:solidFill>
                                <a:srgbClr val="000000"/>
                              </a:solidFill>
                              <a:latin typeface="Cambria Math" panose="02040503050406030204" pitchFamily="18" charset="0"/>
                            </a:rPr>
                            <m:t>，</m:t>
                          </m:r>
                          <m:d>
                            <m:dPr>
                              <m:begChr m:val="{"/>
                              <m:endChr m:val="}"/>
                              <m:ctrlPr>
                                <a:rPr lang="en-US" altLang="zh-CN" sz="2400" i="1" dirty="0">
                                  <a:solidFill>
                                    <a:srgbClr val="000000"/>
                                  </a:solidFill>
                                  <a:latin typeface="Cambria Math" panose="02040503050406030204" pitchFamily="18" charset="0"/>
                                </a:rPr>
                              </m:ctrlPr>
                            </m:dPr>
                            <m:e>
                              <m:r>
                                <a:rPr lang="en-US" altLang="zh-CN" sz="2400" i="1" dirty="0">
                                  <a:solidFill>
                                    <a:srgbClr val="000000"/>
                                  </a:solidFill>
                                  <a:latin typeface="Cambria Math" panose="02040503050406030204" pitchFamily="18" charset="0"/>
                                </a:rPr>
                                <m:t>𝐷</m:t>
                              </m:r>
                            </m:e>
                          </m:d>
                        </m:e>
                      </m:d>
                      <m:r>
                        <a:rPr lang="zh-CN" altLang="en-US" sz="2400" i="1" dirty="0">
                          <a:solidFill>
                            <a:srgbClr val="000000"/>
                          </a:solidFill>
                          <a:latin typeface="Cambria Math" panose="02040503050406030204" pitchFamily="18" charset="0"/>
                        </a:rPr>
                        <m:t>，</m:t>
                      </m:r>
                      <m:d>
                        <m:dPr>
                          <m:begChr m:val="{"/>
                          <m:endChr m:val="}"/>
                          <m:ctrlPr>
                            <a:rPr lang="en-US" altLang="zh-CN" sz="2400" i="1" dirty="0">
                              <a:solidFill>
                                <a:srgbClr val="000000"/>
                              </a:solidFill>
                              <a:latin typeface="Cambria Math" panose="02040503050406030204" pitchFamily="18" charset="0"/>
                            </a:rPr>
                          </m:ctrlPr>
                        </m:dPr>
                        <m:e>
                          <m:d>
                            <m:dPr>
                              <m:begChr m:val="{"/>
                              <m:endChr m:val="}"/>
                              <m:ctrlPr>
                                <a:rPr lang="en-US" altLang="zh-CN" sz="2400" i="1" dirty="0">
                                  <a:solidFill>
                                    <a:srgbClr val="000000"/>
                                  </a:solidFill>
                                  <a:latin typeface="Cambria Math" panose="02040503050406030204" pitchFamily="18" charset="0"/>
                                </a:rPr>
                              </m:ctrlPr>
                            </m:dPr>
                            <m:e>
                              <m:r>
                                <a:rPr lang="en-US" altLang="zh-CN" sz="2400" i="1" dirty="0">
                                  <a:solidFill>
                                    <a:srgbClr val="000000"/>
                                  </a:solidFill>
                                  <a:latin typeface="Cambria Math" panose="02040503050406030204" pitchFamily="18" charset="0"/>
                                </a:rPr>
                                <m:t>𝐵</m:t>
                              </m:r>
                              <m:r>
                                <a:rPr lang="zh-CN" altLang="en-US" sz="2400" i="1" dirty="0">
                                  <a:solidFill>
                                    <a:srgbClr val="000000"/>
                                  </a:solidFill>
                                  <a:latin typeface="Cambria Math" panose="02040503050406030204" pitchFamily="18" charset="0"/>
                                </a:rPr>
                                <m:t>，</m:t>
                              </m:r>
                              <m:r>
                                <a:rPr lang="en-US" altLang="zh-CN" sz="2400" i="1" dirty="0">
                                  <a:solidFill>
                                    <a:srgbClr val="000000"/>
                                  </a:solidFill>
                                  <a:latin typeface="Cambria Math" panose="02040503050406030204" pitchFamily="18" charset="0"/>
                                </a:rPr>
                                <m:t>𝐷</m:t>
                              </m:r>
                            </m:e>
                          </m:d>
                          <m:r>
                            <a:rPr lang="zh-CN" altLang="en-US" sz="2400" i="1" dirty="0" smtClean="0">
                              <a:solidFill>
                                <a:srgbClr val="000000"/>
                              </a:solidFill>
                              <a:latin typeface="Cambria Math" panose="02040503050406030204" pitchFamily="18" charset="0"/>
                            </a:rPr>
                            <m:t>，</m:t>
                          </m:r>
                          <m:d>
                            <m:dPr>
                              <m:begChr m:val="{"/>
                              <m:endChr m:val="}"/>
                              <m:ctrlPr>
                                <a:rPr lang="en-US" altLang="zh-CN" sz="2400" i="1" dirty="0">
                                  <a:solidFill>
                                    <a:srgbClr val="000000"/>
                                  </a:solidFill>
                                  <a:latin typeface="Cambria Math" panose="02040503050406030204" pitchFamily="18" charset="0"/>
                                </a:rPr>
                              </m:ctrlPr>
                            </m:dPr>
                            <m:e>
                              <m:r>
                                <a:rPr lang="en-US" altLang="zh-CN" sz="2400" i="1" dirty="0">
                                  <a:solidFill>
                                    <a:srgbClr val="000000"/>
                                  </a:solidFill>
                                  <a:latin typeface="Cambria Math" panose="02040503050406030204" pitchFamily="18" charset="0"/>
                                </a:rPr>
                                <m:t>𝐴</m:t>
                              </m:r>
                            </m:e>
                          </m:d>
                          <m:r>
                            <a:rPr lang="zh-CN" altLang="en-US" sz="2400" i="1" dirty="0" smtClean="0">
                              <a:solidFill>
                                <a:srgbClr val="000000"/>
                              </a:solidFill>
                              <a:latin typeface="Cambria Math" panose="02040503050406030204" pitchFamily="18" charset="0"/>
                            </a:rPr>
                            <m:t>，</m:t>
                          </m:r>
                          <m:d>
                            <m:dPr>
                              <m:begChr m:val="{"/>
                              <m:endChr m:val="}"/>
                              <m:ctrlPr>
                                <a:rPr lang="en-US" altLang="zh-CN" sz="2400" i="1" dirty="0">
                                  <a:solidFill>
                                    <a:srgbClr val="000000"/>
                                  </a:solidFill>
                                  <a:latin typeface="Cambria Math" panose="02040503050406030204" pitchFamily="18" charset="0"/>
                                </a:rPr>
                              </m:ctrlPr>
                            </m:dPr>
                            <m:e>
                              <m:r>
                                <a:rPr lang="en-US" altLang="zh-CN" sz="2400" i="1" dirty="0">
                                  <a:solidFill>
                                    <a:srgbClr val="000000"/>
                                  </a:solidFill>
                                  <a:latin typeface="Cambria Math" panose="02040503050406030204" pitchFamily="18" charset="0"/>
                                </a:rPr>
                                <m:t>𝐶</m:t>
                              </m:r>
                            </m:e>
                          </m:d>
                        </m:e>
                      </m:d>
                      <m:r>
                        <a:rPr lang="zh-CN" altLang="en-US" sz="2400" i="1" dirty="0" smtClean="0">
                          <a:solidFill>
                            <a:srgbClr val="000000"/>
                          </a:solidFill>
                          <a:latin typeface="Cambria Math" panose="02040503050406030204" pitchFamily="18" charset="0"/>
                        </a:rPr>
                        <m:t>，</m:t>
                      </m:r>
                      <m:d>
                        <m:dPr>
                          <m:begChr m:val="{"/>
                          <m:endChr m:val="}"/>
                          <m:ctrlPr>
                            <a:rPr lang="en-US" altLang="zh-CN" sz="2400" i="1" dirty="0">
                              <a:solidFill>
                                <a:srgbClr val="000000"/>
                              </a:solidFill>
                              <a:latin typeface="Cambria Math" panose="02040503050406030204" pitchFamily="18" charset="0"/>
                            </a:rPr>
                          </m:ctrlPr>
                        </m:dPr>
                        <m:e>
                          <m:d>
                            <m:dPr>
                              <m:begChr m:val="{"/>
                              <m:endChr m:val="}"/>
                              <m:ctrlPr>
                                <a:rPr lang="en-US" altLang="zh-CN" sz="2400" i="1" dirty="0">
                                  <a:solidFill>
                                    <a:srgbClr val="000000"/>
                                  </a:solidFill>
                                  <a:latin typeface="Cambria Math" panose="02040503050406030204" pitchFamily="18" charset="0"/>
                                </a:rPr>
                              </m:ctrlPr>
                            </m:dPr>
                            <m:e>
                              <m:r>
                                <a:rPr lang="en-US" altLang="zh-CN" sz="2400" i="1" dirty="0">
                                  <a:solidFill>
                                    <a:srgbClr val="000000"/>
                                  </a:solidFill>
                                  <a:latin typeface="Cambria Math" panose="02040503050406030204" pitchFamily="18" charset="0"/>
                                </a:rPr>
                                <m:t>𝐶</m:t>
                              </m:r>
                              <m:r>
                                <a:rPr lang="zh-CN" altLang="en-US" sz="2400" i="1" dirty="0">
                                  <a:solidFill>
                                    <a:srgbClr val="000000"/>
                                  </a:solidFill>
                                  <a:latin typeface="Cambria Math" panose="02040503050406030204" pitchFamily="18" charset="0"/>
                                </a:rPr>
                                <m:t>，</m:t>
                              </m:r>
                              <m:r>
                                <a:rPr lang="en-US" altLang="zh-CN" sz="2400" i="1" dirty="0">
                                  <a:solidFill>
                                    <a:srgbClr val="000000"/>
                                  </a:solidFill>
                                  <a:latin typeface="Cambria Math" panose="02040503050406030204" pitchFamily="18" charset="0"/>
                                </a:rPr>
                                <m:t>𝐷</m:t>
                              </m:r>
                            </m:e>
                          </m:d>
                          <m:r>
                            <a:rPr lang="zh-CN" altLang="en-US" sz="2400" i="1" dirty="0">
                              <a:solidFill>
                                <a:srgbClr val="000000"/>
                              </a:solidFill>
                              <a:latin typeface="Cambria Math" panose="02040503050406030204" pitchFamily="18" charset="0"/>
                            </a:rPr>
                            <m:t>，</m:t>
                          </m:r>
                          <m:d>
                            <m:dPr>
                              <m:begChr m:val="{"/>
                              <m:endChr m:val="}"/>
                              <m:ctrlPr>
                                <a:rPr lang="en-US" altLang="zh-CN" sz="2400" i="1" dirty="0">
                                  <a:solidFill>
                                    <a:srgbClr val="000000"/>
                                  </a:solidFill>
                                  <a:latin typeface="Cambria Math" panose="02040503050406030204" pitchFamily="18" charset="0"/>
                                </a:rPr>
                              </m:ctrlPr>
                            </m:dPr>
                            <m:e>
                              <m:r>
                                <a:rPr lang="en-US" altLang="zh-CN" sz="2400" i="1" dirty="0">
                                  <a:solidFill>
                                    <a:srgbClr val="000000"/>
                                  </a:solidFill>
                                  <a:latin typeface="Cambria Math" panose="02040503050406030204" pitchFamily="18" charset="0"/>
                                </a:rPr>
                                <m:t>𝐴</m:t>
                              </m:r>
                            </m:e>
                          </m:d>
                          <m:r>
                            <a:rPr lang="zh-CN" altLang="en-US" sz="2400" i="1" dirty="0">
                              <a:solidFill>
                                <a:srgbClr val="000000"/>
                              </a:solidFill>
                              <a:latin typeface="Cambria Math" panose="02040503050406030204" pitchFamily="18" charset="0"/>
                            </a:rPr>
                            <m:t>，</m:t>
                          </m:r>
                          <m:d>
                            <m:dPr>
                              <m:begChr m:val="{"/>
                              <m:endChr m:val="}"/>
                              <m:ctrlPr>
                                <a:rPr lang="en-US" altLang="zh-CN" sz="2400" i="1" dirty="0">
                                  <a:solidFill>
                                    <a:srgbClr val="000000"/>
                                  </a:solidFill>
                                  <a:latin typeface="Cambria Math" panose="02040503050406030204" pitchFamily="18" charset="0"/>
                                </a:rPr>
                              </m:ctrlPr>
                            </m:dPr>
                            <m:e>
                              <m:r>
                                <a:rPr lang="en-US" altLang="zh-CN" sz="2400" i="1" dirty="0">
                                  <a:solidFill>
                                    <a:srgbClr val="000000"/>
                                  </a:solidFill>
                                  <a:latin typeface="Cambria Math" panose="02040503050406030204" pitchFamily="18" charset="0"/>
                                </a:rPr>
                                <m:t>𝐵</m:t>
                              </m:r>
                            </m:e>
                          </m:d>
                        </m:e>
                      </m:d>
                      <m:r>
                        <a:rPr kumimoji="1" lang="zh-CN" altLang="en-US" sz="2400" i="1" dirty="0">
                          <a:solidFill>
                            <a:srgbClr val="000000"/>
                          </a:solidFill>
                          <a:latin typeface="Cambria Math" panose="02040503050406030204" pitchFamily="18" charset="0"/>
                        </a:rPr>
                        <m:t>。</m:t>
                      </m:r>
                    </m:oMath>
                  </m:oMathPara>
                </a14:m>
                <a:endParaRPr kumimoji="1" lang="en-US" altLang="zh-CN" sz="2400" dirty="0">
                  <a:solidFill>
                    <a:srgbClr val="000000"/>
                  </a:solidFill>
                  <a:latin typeface="+mn-ea"/>
                  <a:cs typeface="Tahoma"/>
                </a:endParaRPr>
              </a:p>
            </p:txBody>
          </p:sp>
        </mc:Choice>
        <mc:Fallback>
          <p:sp>
            <p:nvSpPr>
              <p:cNvPr id="3" name="内容占位符 2">
                <a:extLst>
                  <a:ext uri="{FF2B5EF4-FFF2-40B4-BE49-F238E27FC236}">
                    <a16:creationId xmlns:a16="http://schemas.microsoft.com/office/drawing/2014/main" id="{042E84BD-C085-81A6-2003-F82CDD68373D}"/>
                  </a:ext>
                </a:extLst>
              </p:cNvPr>
              <p:cNvSpPr txBox="1">
                <a:spLocks noRot="1" noChangeAspect="1" noMove="1" noResize="1" noEditPoints="1" noAdjustHandles="1" noChangeArrowheads="1" noChangeShapeType="1" noTextEdit="1"/>
              </p:cNvSpPr>
              <p:nvPr/>
            </p:nvSpPr>
            <p:spPr bwMode="auto">
              <a:xfrm>
                <a:off x="228600" y="609600"/>
                <a:ext cx="8572500" cy="6056539"/>
              </a:xfrm>
              <a:prstGeom prst="rect">
                <a:avLst/>
              </a:prstGeom>
              <a:blipFill>
                <a:blip r:embed="rId3"/>
                <a:stretch>
                  <a:fillRect l="-1138" t="-604"/>
                </a:stretch>
              </a:blip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zh-CN" altLang="en-US">
                    <a:noFill/>
                  </a:rPr>
                  <a:t> </a:t>
                </a:r>
              </a:p>
            </p:txBody>
          </p:sp>
        </mc:Fallback>
      </mc:AlternateContent>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226" name="Rectangle 2">
            <a:extLst>
              <a:ext uri="{FF2B5EF4-FFF2-40B4-BE49-F238E27FC236}">
                <a16:creationId xmlns:a16="http://schemas.microsoft.com/office/drawing/2014/main" id="{DB40908C-F9FA-DA5F-564E-5EE6B589E8B5}"/>
              </a:ext>
            </a:extLst>
          </p:cNvPr>
          <p:cNvSpPr>
            <a:spLocks noGrp="1" noChangeArrowheads="1"/>
          </p:cNvSpPr>
          <p:nvPr>
            <p:ph type="body" idx="1"/>
          </p:nvPr>
        </p:nvSpPr>
        <p:spPr>
          <a:xfrm>
            <a:off x="232502" y="142875"/>
            <a:ext cx="6934200" cy="609600"/>
          </a:xfrm>
        </p:spPr>
        <p:txBody>
          <a:bodyPr/>
          <a:lstStyle/>
          <a:p>
            <a:pPr eaLnBrk="1" hangingPunct="1">
              <a:buFontTx/>
              <a:buNone/>
            </a:pPr>
            <a:r>
              <a:rPr lang="en-US" altLang="zh-CN" dirty="0"/>
              <a:t>2 </a:t>
            </a:r>
            <a:r>
              <a:rPr lang="zh-CN" altLang="en-US" dirty="0"/>
              <a:t>排列与组合（续）</a:t>
            </a:r>
            <a:endParaRPr lang="en-US" altLang="zh-CN" dirty="0"/>
          </a:p>
        </p:txBody>
      </p:sp>
      <p:sp>
        <p:nvSpPr>
          <p:cNvPr id="52227" name="矩形 7">
            <a:extLst>
              <a:ext uri="{FF2B5EF4-FFF2-40B4-BE49-F238E27FC236}">
                <a16:creationId xmlns:a16="http://schemas.microsoft.com/office/drawing/2014/main" id="{0AB3621D-9029-C7BF-6689-C031980DA5C9}"/>
              </a:ext>
            </a:extLst>
          </p:cNvPr>
          <p:cNvSpPr>
            <a:spLocks noChangeArrowheads="1"/>
          </p:cNvSpPr>
          <p:nvPr/>
        </p:nvSpPr>
        <p:spPr bwMode="auto">
          <a:xfrm>
            <a:off x="-152400" y="729920"/>
            <a:ext cx="8424863" cy="523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342900" indent="-342900">
              <a:spcBef>
                <a:spcPct val="20000"/>
              </a:spcBef>
              <a:buChar char="•"/>
              <a:defRPr sz="3200">
                <a:solidFill>
                  <a:schemeClr val="tx1"/>
                </a:solidFill>
                <a:latin typeface="Arial" panose="020B0604020202020204" pitchFamily="34" charset="0"/>
                <a:ea typeface="宋体" panose="02010600030101010101" pitchFamily="2" charset="-122"/>
              </a:defRPr>
            </a:lvl1pPr>
            <a:lvl2pPr marL="914400" indent="-45720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lvl="1" eaLnBrk="1" hangingPunct="1">
              <a:spcBef>
                <a:spcPct val="0"/>
              </a:spcBef>
              <a:buFont typeface="Wingdings" panose="05000000000000000000" pitchFamily="2" charset="2"/>
              <a:buChar char="Ø"/>
            </a:pPr>
            <a:r>
              <a:rPr kumimoji="1" lang="zh-CN" altLang="en-US" b="1" dirty="0">
                <a:solidFill>
                  <a:srgbClr val="000000"/>
                </a:solidFill>
                <a:latin typeface="Times New Roman" panose="02020603050405020304" pitchFamily="18" charset="0"/>
                <a:cs typeface="Tahoma" panose="020B0604030504040204" pitchFamily="34" charset="0"/>
              </a:rPr>
              <a:t> </a:t>
            </a:r>
            <a:r>
              <a:rPr kumimoji="1" lang="zh-CN" altLang="en-US" b="1" dirty="0">
                <a:latin typeface="Times New Roman" panose="02020603050405020304" pitchFamily="18" charset="0"/>
                <a:cs typeface="Tahoma" panose="020B0604030504040204" pitchFamily="34" charset="0"/>
              </a:rPr>
              <a:t>不可辨别</a:t>
            </a:r>
            <a:r>
              <a:rPr kumimoji="1" lang="zh-CN" altLang="en-US" dirty="0">
                <a:latin typeface="Times New Roman" panose="02020603050405020304" pitchFamily="18" charset="0"/>
                <a:cs typeface="Tahoma" panose="020B0604030504040204" pitchFamily="34" charset="0"/>
              </a:rPr>
              <a:t>的物体与</a:t>
            </a:r>
            <a:r>
              <a:rPr kumimoji="1" lang="zh-CN" altLang="en-US" b="1" dirty="0">
                <a:latin typeface="Times New Roman" panose="02020603050405020304" pitchFamily="18" charset="0"/>
                <a:cs typeface="Tahoma" panose="020B0604030504040204" pitchFamily="34" charset="0"/>
              </a:rPr>
              <a:t>不可辨别</a:t>
            </a:r>
            <a:r>
              <a:rPr kumimoji="1" lang="zh-CN" altLang="en-US" dirty="0">
                <a:latin typeface="Times New Roman" panose="02020603050405020304" pitchFamily="18" charset="0"/>
                <a:cs typeface="Tahoma" panose="020B0604030504040204" pitchFamily="34" charset="0"/>
              </a:rPr>
              <a:t>的盒子</a:t>
            </a:r>
            <a:endParaRPr kumimoji="1" lang="en-US" altLang="zh-CN" dirty="0">
              <a:latin typeface="Times New Roman" panose="02020603050405020304" pitchFamily="18" charset="0"/>
              <a:cs typeface="Tahoma" panose="020B0604030504040204" pitchFamily="34" charset="0"/>
            </a:endParaRPr>
          </a:p>
        </p:txBody>
      </p:sp>
      <p:sp>
        <p:nvSpPr>
          <p:cNvPr id="2" name="内容占位符 2">
            <a:extLst>
              <a:ext uri="{FF2B5EF4-FFF2-40B4-BE49-F238E27FC236}">
                <a16:creationId xmlns:a16="http://schemas.microsoft.com/office/drawing/2014/main" id="{1032818B-C96C-C3F5-B0C0-E2ECDFC9EA47}"/>
              </a:ext>
            </a:extLst>
          </p:cNvPr>
          <p:cNvSpPr txBox="1">
            <a:spLocks/>
          </p:cNvSpPr>
          <p:nvPr/>
        </p:nvSpPr>
        <p:spPr bwMode="auto">
          <a:xfrm>
            <a:off x="285750" y="1110920"/>
            <a:ext cx="8572500" cy="560420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vl6pPr marL="2514600" indent="-228600" algn="l" rtl="0" fontAlgn="base">
              <a:spcBef>
                <a:spcPct val="20000"/>
              </a:spcBef>
              <a:spcAft>
                <a:spcPct val="0"/>
              </a:spcAft>
              <a:buChar char="»"/>
              <a:defRPr sz="2000">
                <a:solidFill>
                  <a:schemeClr val="tx1"/>
                </a:solidFill>
                <a:latin typeface="+mn-lt"/>
                <a:ea typeface="+mn-ea"/>
              </a:defRPr>
            </a:lvl6pPr>
            <a:lvl7pPr marL="2971800" indent="-228600" algn="l" rtl="0" fontAlgn="base">
              <a:spcBef>
                <a:spcPct val="20000"/>
              </a:spcBef>
              <a:spcAft>
                <a:spcPct val="0"/>
              </a:spcAft>
              <a:buChar char="»"/>
              <a:defRPr sz="2000">
                <a:solidFill>
                  <a:schemeClr val="tx1"/>
                </a:solidFill>
                <a:latin typeface="+mn-lt"/>
                <a:ea typeface="+mn-ea"/>
              </a:defRPr>
            </a:lvl7pPr>
            <a:lvl8pPr marL="3429000" indent="-228600" algn="l" rtl="0" fontAlgn="base">
              <a:spcBef>
                <a:spcPct val="20000"/>
              </a:spcBef>
              <a:spcAft>
                <a:spcPct val="0"/>
              </a:spcAft>
              <a:buChar char="»"/>
              <a:defRPr sz="2000">
                <a:solidFill>
                  <a:schemeClr val="tx1"/>
                </a:solidFill>
                <a:latin typeface="+mn-lt"/>
                <a:ea typeface="+mn-ea"/>
              </a:defRPr>
            </a:lvl8pPr>
            <a:lvl9pPr marL="3886200" indent="-228600" algn="l" rtl="0" fontAlgn="base">
              <a:spcBef>
                <a:spcPct val="20000"/>
              </a:spcBef>
              <a:spcAft>
                <a:spcPct val="0"/>
              </a:spcAft>
              <a:buChar char="»"/>
              <a:defRPr sz="2000">
                <a:solidFill>
                  <a:schemeClr val="tx1"/>
                </a:solidFill>
                <a:latin typeface="+mn-lt"/>
                <a:ea typeface="+mn-ea"/>
              </a:defRPr>
            </a:lvl9pPr>
          </a:lstStyle>
          <a:p>
            <a:pPr marL="0" indent="0">
              <a:buNone/>
            </a:pPr>
            <a:r>
              <a:rPr kumimoji="1" lang="zh-CN" altLang="en-US" sz="2400" b="1" dirty="0">
                <a:solidFill>
                  <a:srgbClr val="000000"/>
                </a:solidFill>
                <a:latin typeface="+mn-ea"/>
                <a:cs typeface="Tahoma"/>
              </a:rPr>
              <a:t>例子</a:t>
            </a:r>
            <a:r>
              <a:rPr kumimoji="1" lang="en-US" altLang="zh-CN" sz="2400" b="1" dirty="0">
                <a:solidFill>
                  <a:srgbClr val="000000"/>
                </a:solidFill>
                <a:latin typeface="+mn-ea"/>
                <a:cs typeface="Tahoma"/>
              </a:rPr>
              <a:t>10 </a:t>
            </a:r>
            <a:r>
              <a:rPr lang="zh-CN" altLang="en-US" sz="2400" dirty="0">
                <a:solidFill>
                  <a:srgbClr val="000000"/>
                </a:solidFill>
                <a:latin typeface="+mn-ea"/>
              </a:rPr>
              <a:t>将同一本书的</a:t>
            </a:r>
            <a:r>
              <a:rPr lang="en-US" altLang="zh-CN" sz="2400" dirty="0">
                <a:solidFill>
                  <a:srgbClr val="000000"/>
                </a:solidFill>
                <a:latin typeface="+mn-ea"/>
              </a:rPr>
              <a:t>6</a:t>
            </a:r>
            <a:r>
              <a:rPr lang="zh-CN" altLang="en-US" sz="2400" dirty="0">
                <a:solidFill>
                  <a:srgbClr val="000000"/>
                </a:solidFill>
                <a:latin typeface="+mn-ea"/>
              </a:rPr>
              <a:t>个副本放到</a:t>
            </a:r>
            <a:r>
              <a:rPr lang="en-US" altLang="zh-CN" sz="2400" dirty="0">
                <a:solidFill>
                  <a:srgbClr val="000000"/>
                </a:solidFill>
                <a:latin typeface="+mn-ea"/>
              </a:rPr>
              <a:t>4</a:t>
            </a:r>
            <a:r>
              <a:rPr lang="zh-CN" altLang="en-US" sz="2400" dirty="0">
                <a:solidFill>
                  <a:srgbClr val="000000"/>
                </a:solidFill>
                <a:latin typeface="+mn-ea"/>
              </a:rPr>
              <a:t>个相同的盒子里，其中每个盒子都能容纳</a:t>
            </a:r>
            <a:r>
              <a:rPr lang="en-US" altLang="zh-CN" sz="2400" dirty="0">
                <a:solidFill>
                  <a:srgbClr val="000000"/>
                </a:solidFill>
                <a:latin typeface="+mn-ea"/>
              </a:rPr>
              <a:t>6</a:t>
            </a:r>
            <a:r>
              <a:rPr lang="zh-CN" altLang="en-US" sz="2400" dirty="0">
                <a:solidFill>
                  <a:srgbClr val="000000"/>
                </a:solidFill>
                <a:latin typeface="+mn-ea"/>
              </a:rPr>
              <a:t>个副本，有多少种不同的方式？</a:t>
            </a:r>
            <a:endParaRPr lang="en-US" altLang="zh-CN" sz="2400" dirty="0">
              <a:solidFill>
                <a:srgbClr val="000000"/>
              </a:solidFill>
              <a:latin typeface="+mn-ea"/>
            </a:endParaRPr>
          </a:p>
          <a:p>
            <a:pPr marL="0" indent="0">
              <a:buNone/>
            </a:pPr>
            <a:r>
              <a:rPr lang="zh-CN" altLang="en-US" sz="2400" dirty="0">
                <a:solidFill>
                  <a:srgbClr val="000000"/>
                </a:solidFill>
                <a:latin typeface="+mn-ea"/>
              </a:rPr>
              <a:t>按照具有最多副本数的盒子的递减次序依次列出每个盒子里的副本数，得到</a:t>
            </a:r>
            <a:r>
              <a:rPr lang="en-US" altLang="zh-CN" sz="2400" dirty="0">
                <a:solidFill>
                  <a:srgbClr val="000000"/>
                </a:solidFill>
                <a:latin typeface="+mn-ea"/>
              </a:rPr>
              <a:t>9</a:t>
            </a:r>
            <a:r>
              <a:rPr lang="zh-CN" altLang="en-US" sz="2400" dirty="0">
                <a:solidFill>
                  <a:srgbClr val="000000"/>
                </a:solidFill>
                <a:latin typeface="+mn-ea"/>
              </a:rPr>
              <a:t>中方式：</a:t>
            </a:r>
            <a:endParaRPr lang="en-US" altLang="zh-CN" sz="2400" dirty="0">
              <a:solidFill>
                <a:srgbClr val="000000"/>
              </a:solidFill>
              <a:latin typeface="+mn-ea"/>
            </a:endParaRPr>
          </a:p>
          <a:p>
            <a:pPr marL="3257100" indent="0">
              <a:buNone/>
            </a:pPr>
            <a:r>
              <a:rPr lang="en-US" altLang="zh-CN" sz="2400" dirty="0">
                <a:solidFill>
                  <a:srgbClr val="000000"/>
                </a:solidFill>
                <a:latin typeface="+mn-ea"/>
              </a:rPr>
              <a:t>  6</a:t>
            </a:r>
          </a:p>
          <a:p>
            <a:pPr marL="3257100" indent="0">
              <a:buNone/>
            </a:pPr>
            <a:r>
              <a:rPr lang="en-US" altLang="zh-CN" sz="2400" dirty="0">
                <a:solidFill>
                  <a:srgbClr val="000000"/>
                </a:solidFill>
                <a:latin typeface="+mn-ea"/>
              </a:rPr>
              <a:t>  5,  1</a:t>
            </a:r>
          </a:p>
          <a:p>
            <a:pPr marL="3257100" indent="0">
              <a:buNone/>
            </a:pPr>
            <a:r>
              <a:rPr lang="en-US" altLang="zh-CN" sz="2400" dirty="0">
                <a:solidFill>
                  <a:srgbClr val="000000"/>
                </a:solidFill>
                <a:latin typeface="+mn-ea"/>
              </a:rPr>
              <a:t>  4,  2</a:t>
            </a:r>
          </a:p>
          <a:p>
            <a:pPr marL="3257100" indent="0">
              <a:buNone/>
            </a:pPr>
            <a:r>
              <a:rPr lang="en-US" altLang="zh-CN" sz="2400" dirty="0">
                <a:solidFill>
                  <a:srgbClr val="000000"/>
                </a:solidFill>
                <a:latin typeface="+mn-ea"/>
              </a:rPr>
              <a:t>  4,  1,  1</a:t>
            </a:r>
          </a:p>
          <a:p>
            <a:pPr marL="3257100" indent="0">
              <a:buNone/>
            </a:pPr>
            <a:r>
              <a:rPr lang="en-US" altLang="zh-CN" sz="2400" dirty="0">
                <a:solidFill>
                  <a:srgbClr val="000000"/>
                </a:solidFill>
                <a:latin typeface="+mn-ea"/>
              </a:rPr>
              <a:t>  3,  3</a:t>
            </a:r>
          </a:p>
          <a:p>
            <a:pPr marL="3257100" indent="0">
              <a:buNone/>
            </a:pPr>
            <a:r>
              <a:rPr lang="en-US" altLang="zh-CN" sz="2400" dirty="0">
                <a:solidFill>
                  <a:srgbClr val="000000"/>
                </a:solidFill>
                <a:latin typeface="+mn-ea"/>
              </a:rPr>
              <a:t>  3,  2,  1</a:t>
            </a:r>
          </a:p>
          <a:p>
            <a:pPr marL="3257100" indent="0">
              <a:buNone/>
            </a:pPr>
            <a:r>
              <a:rPr lang="en-US" altLang="zh-CN" sz="2400" dirty="0">
                <a:solidFill>
                  <a:srgbClr val="000000"/>
                </a:solidFill>
                <a:latin typeface="+mn-ea"/>
              </a:rPr>
              <a:t>  3,  1,  1,  1</a:t>
            </a:r>
          </a:p>
          <a:p>
            <a:pPr marL="3257100" indent="0">
              <a:buNone/>
            </a:pPr>
            <a:r>
              <a:rPr lang="en-US" altLang="zh-CN" sz="2400" dirty="0">
                <a:solidFill>
                  <a:srgbClr val="000000"/>
                </a:solidFill>
                <a:latin typeface="+mn-ea"/>
              </a:rPr>
              <a:t>  2,  2,  2</a:t>
            </a:r>
          </a:p>
          <a:p>
            <a:pPr marL="3257100" indent="0">
              <a:buNone/>
            </a:pPr>
            <a:r>
              <a:rPr lang="en-US" altLang="zh-CN" sz="2400" dirty="0">
                <a:solidFill>
                  <a:srgbClr val="000000"/>
                </a:solidFill>
                <a:latin typeface="+mn-ea"/>
              </a:rPr>
              <a:t>  2,  2,  1,  1</a:t>
            </a:r>
            <a:endParaRPr kumimoji="1" lang="en-US" altLang="zh-CN" sz="2400" dirty="0">
              <a:solidFill>
                <a:srgbClr val="000000"/>
              </a:solidFill>
              <a:latin typeface="+mn-ea"/>
              <a:cs typeface="Tahoma"/>
            </a:endParaRP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274" name="Rectangle 2">
            <a:extLst>
              <a:ext uri="{FF2B5EF4-FFF2-40B4-BE49-F238E27FC236}">
                <a16:creationId xmlns:a16="http://schemas.microsoft.com/office/drawing/2014/main" id="{F654D1C4-4736-CE6B-F300-B67821BDF050}"/>
              </a:ext>
            </a:extLst>
          </p:cNvPr>
          <p:cNvSpPr>
            <a:spLocks noGrp="1" noChangeArrowheads="1"/>
          </p:cNvSpPr>
          <p:nvPr>
            <p:ph type="body" idx="1"/>
          </p:nvPr>
        </p:nvSpPr>
        <p:spPr>
          <a:xfrm>
            <a:off x="228600" y="304800"/>
            <a:ext cx="3810000" cy="609600"/>
          </a:xfrm>
        </p:spPr>
        <p:txBody>
          <a:bodyPr/>
          <a:lstStyle/>
          <a:p>
            <a:pPr eaLnBrk="1" hangingPunct="1">
              <a:buFontTx/>
              <a:buNone/>
            </a:pPr>
            <a:r>
              <a:rPr lang="en-US" altLang="zh-CN"/>
              <a:t>2 </a:t>
            </a:r>
            <a:r>
              <a:rPr lang="zh-CN" altLang="en-US"/>
              <a:t>排列与组合（续）</a:t>
            </a:r>
            <a:endParaRPr lang="en-US" altLang="zh-CN"/>
          </a:p>
        </p:txBody>
      </p:sp>
      <mc:AlternateContent xmlns:mc="http://schemas.openxmlformats.org/markup-compatibility/2006" xmlns:a14="http://schemas.microsoft.com/office/drawing/2010/main">
        <mc:Choice Requires="a14">
          <p:sp>
            <p:nvSpPr>
              <p:cNvPr id="2" name="内容占位符 2">
                <a:extLst>
                  <a:ext uri="{FF2B5EF4-FFF2-40B4-BE49-F238E27FC236}">
                    <a16:creationId xmlns:a16="http://schemas.microsoft.com/office/drawing/2014/main" id="{C58DC8EA-1841-08C0-50DC-6E4DCB633004}"/>
                  </a:ext>
                </a:extLst>
              </p:cNvPr>
              <p:cNvSpPr txBox="1">
                <a:spLocks/>
              </p:cNvSpPr>
              <p:nvPr/>
            </p:nvSpPr>
            <p:spPr bwMode="auto">
              <a:xfrm>
                <a:off x="228600" y="914400"/>
                <a:ext cx="8836819" cy="5791200"/>
              </a:xfrm>
              <a:prstGeom prst="rect">
                <a:avLst/>
              </a:prstGeom>
              <a:noFill/>
              <a:ln>
                <a:noFill/>
              </a:ln>
              <a:extLst>
                <a:ext uri="{909E8E84-426E-40DD-AFC4-6F175D3DCCD1}">
                  <a14:hiddenFill>
                    <a:solidFill>
                      <a:srgbClr val="FFFFFF"/>
                    </a:solidFill>
                  </a14:hiddenFill>
                </a:ext>
                <a:ext uri="{91240B29-F687-4F45-9708-019B960494DF}">
                  <a14:hiddenLine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vl6pPr marL="2514600" indent="-228600" algn="l" rtl="0" fontAlgn="base">
                  <a:spcBef>
                    <a:spcPct val="20000"/>
                  </a:spcBef>
                  <a:spcAft>
                    <a:spcPct val="0"/>
                  </a:spcAft>
                  <a:buChar char="»"/>
                  <a:defRPr sz="2000">
                    <a:solidFill>
                      <a:schemeClr val="tx1"/>
                    </a:solidFill>
                    <a:latin typeface="+mn-lt"/>
                    <a:ea typeface="+mn-ea"/>
                  </a:defRPr>
                </a:lvl6pPr>
                <a:lvl7pPr marL="2971800" indent="-228600" algn="l" rtl="0" fontAlgn="base">
                  <a:spcBef>
                    <a:spcPct val="20000"/>
                  </a:spcBef>
                  <a:spcAft>
                    <a:spcPct val="0"/>
                  </a:spcAft>
                  <a:buChar char="»"/>
                  <a:defRPr sz="2000">
                    <a:solidFill>
                      <a:schemeClr val="tx1"/>
                    </a:solidFill>
                    <a:latin typeface="+mn-lt"/>
                    <a:ea typeface="+mn-ea"/>
                  </a:defRPr>
                </a:lvl7pPr>
                <a:lvl8pPr marL="3429000" indent="-228600" algn="l" rtl="0" fontAlgn="base">
                  <a:spcBef>
                    <a:spcPct val="20000"/>
                  </a:spcBef>
                  <a:spcAft>
                    <a:spcPct val="0"/>
                  </a:spcAft>
                  <a:buChar char="»"/>
                  <a:defRPr sz="2000">
                    <a:solidFill>
                      <a:schemeClr val="tx1"/>
                    </a:solidFill>
                    <a:latin typeface="+mn-lt"/>
                    <a:ea typeface="+mn-ea"/>
                  </a:defRPr>
                </a:lvl8pPr>
                <a:lvl9pPr marL="3886200" indent="-228600" algn="l" rtl="0" fontAlgn="base">
                  <a:spcBef>
                    <a:spcPct val="20000"/>
                  </a:spcBef>
                  <a:spcAft>
                    <a:spcPct val="0"/>
                  </a:spcAft>
                  <a:buChar char="»"/>
                  <a:defRPr sz="2000">
                    <a:solidFill>
                      <a:schemeClr val="tx1"/>
                    </a:solidFill>
                    <a:latin typeface="+mn-lt"/>
                    <a:ea typeface="+mn-ea"/>
                  </a:defRPr>
                </a:lvl9pPr>
              </a:lstStyle>
              <a:p>
                <a:pPr marL="0" indent="0" eaLnBrk="1">
                  <a:lnSpc>
                    <a:spcPct val="120000"/>
                  </a:lnSpc>
                  <a:buNone/>
                </a:pPr>
                <a:r>
                  <a:rPr lang="zh-CN" altLang="en-US" b="1" dirty="0">
                    <a:latin typeface="+mn-ea"/>
                  </a:rPr>
                  <a:t>定义</a:t>
                </a:r>
                <a:r>
                  <a:rPr lang="en-US" altLang="zh-CN" b="1" dirty="0">
                    <a:latin typeface="+mn-ea"/>
                  </a:rPr>
                  <a:t>3 </a:t>
                </a:r>
                <a:r>
                  <a:rPr lang="zh-CN" altLang="en-US" dirty="0">
                    <a:solidFill>
                      <a:srgbClr val="000000"/>
                    </a:solidFill>
                  </a:rPr>
                  <a:t>如果</a:t>
                </a:r>
                <a14:m>
                  <m:oMath xmlns:m="http://schemas.openxmlformats.org/officeDocument/2006/math">
                    <m:r>
                      <a:rPr lang="en-US" altLang="zh-CN" dirty="0">
                        <a:solidFill>
                          <a:srgbClr val="000000"/>
                        </a:solidFill>
                        <a:latin typeface="Cambria Math"/>
                      </a:rPr>
                      <m:t> </m:t>
                    </m:r>
                    <m:sSub>
                      <m:sSubPr>
                        <m:ctrlPr>
                          <a:rPr lang="en-US" altLang="zh-CN" i="1" dirty="0">
                            <a:solidFill>
                              <a:srgbClr val="000000"/>
                            </a:solidFill>
                            <a:latin typeface="Cambria Math" panose="02040503050406030204" pitchFamily="18" charset="0"/>
                          </a:rPr>
                        </m:ctrlPr>
                      </m:sSubPr>
                      <m:e>
                        <m:r>
                          <a:rPr lang="en-US" altLang="zh-CN" i="1" dirty="0">
                            <a:solidFill>
                              <a:srgbClr val="000000"/>
                            </a:solidFill>
                            <a:latin typeface="Cambria Math"/>
                          </a:rPr>
                          <m:t>𝑎</m:t>
                        </m:r>
                      </m:e>
                      <m:sub>
                        <m:r>
                          <a:rPr lang="en-US" altLang="zh-CN" i="1" dirty="0">
                            <a:solidFill>
                              <a:srgbClr val="000000"/>
                            </a:solidFill>
                            <a:latin typeface="Cambria Math"/>
                          </a:rPr>
                          <m:t>1</m:t>
                        </m:r>
                      </m:sub>
                    </m:sSub>
                    <m:r>
                      <a:rPr lang="en-US" altLang="zh-CN" i="1" dirty="0">
                        <a:solidFill>
                          <a:srgbClr val="000000"/>
                        </a:solidFill>
                        <a:latin typeface="Cambria Math"/>
                      </a:rPr>
                      <m:t>+</m:t>
                    </m:r>
                    <m:sSub>
                      <m:sSubPr>
                        <m:ctrlPr>
                          <a:rPr lang="en-US" altLang="zh-CN" i="1" dirty="0">
                            <a:solidFill>
                              <a:srgbClr val="000000"/>
                            </a:solidFill>
                            <a:latin typeface="Cambria Math" panose="02040503050406030204" pitchFamily="18" charset="0"/>
                          </a:rPr>
                        </m:ctrlPr>
                      </m:sSubPr>
                      <m:e>
                        <m:r>
                          <a:rPr lang="en-US" altLang="zh-CN" i="1" dirty="0">
                            <a:solidFill>
                              <a:srgbClr val="000000"/>
                            </a:solidFill>
                            <a:latin typeface="Cambria Math"/>
                          </a:rPr>
                          <m:t>𝑎</m:t>
                        </m:r>
                      </m:e>
                      <m:sub>
                        <m:r>
                          <a:rPr lang="en-US" altLang="zh-CN" i="1" dirty="0">
                            <a:solidFill>
                              <a:srgbClr val="000000"/>
                            </a:solidFill>
                            <a:latin typeface="Cambria Math"/>
                          </a:rPr>
                          <m:t>2</m:t>
                        </m:r>
                      </m:sub>
                    </m:sSub>
                    <m:r>
                      <a:rPr lang="en-US" altLang="zh-CN" i="1" dirty="0">
                        <a:solidFill>
                          <a:srgbClr val="000000"/>
                        </a:solidFill>
                        <a:latin typeface="Cambria Math"/>
                      </a:rPr>
                      <m:t>+⋯+</m:t>
                    </m:r>
                    <m:sSub>
                      <m:sSubPr>
                        <m:ctrlPr>
                          <a:rPr lang="en-US" altLang="zh-CN" i="1" dirty="0">
                            <a:solidFill>
                              <a:srgbClr val="000000"/>
                            </a:solidFill>
                            <a:latin typeface="Cambria Math" panose="02040503050406030204" pitchFamily="18" charset="0"/>
                          </a:rPr>
                        </m:ctrlPr>
                      </m:sSubPr>
                      <m:e>
                        <m:r>
                          <a:rPr lang="en-US" altLang="zh-CN" i="1" dirty="0" err="1">
                            <a:solidFill>
                              <a:srgbClr val="000000"/>
                            </a:solidFill>
                            <a:latin typeface="Cambria Math"/>
                          </a:rPr>
                          <m:t>𝑎</m:t>
                        </m:r>
                      </m:e>
                      <m:sub>
                        <m:r>
                          <a:rPr lang="en-US" altLang="zh-CN" i="1" dirty="0">
                            <a:solidFill>
                              <a:srgbClr val="000000"/>
                            </a:solidFill>
                            <a:latin typeface="Cambria Math"/>
                          </a:rPr>
                          <m:t>𝑗</m:t>
                        </m:r>
                      </m:sub>
                    </m:sSub>
                    <m:r>
                      <a:rPr lang="en-US" altLang="zh-CN" i="1" dirty="0" smtClean="0">
                        <a:solidFill>
                          <a:srgbClr val="000000"/>
                        </a:solidFill>
                        <a:latin typeface="Cambria Math"/>
                      </a:rPr>
                      <m:t>=</m:t>
                    </m:r>
                    <m:r>
                      <a:rPr lang="en-US" altLang="zh-CN" i="1" dirty="0">
                        <a:solidFill>
                          <a:srgbClr val="000000"/>
                        </a:solidFill>
                        <a:latin typeface="Cambria Math"/>
                      </a:rPr>
                      <m:t>𝑛</m:t>
                    </m:r>
                  </m:oMath>
                </a14:m>
                <a:r>
                  <a:rPr lang="zh-CN" altLang="en-US" dirty="0">
                    <a:solidFill>
                      <a:srgbClr val="000000"/>
                    </a:solidFill>
                  </a:rPr>
                  <a:t>，其中</a:t>
                </a:r>
                <a14:m>
                  <m:oMath xmlns:m="http://schemas.openxmlformats.org/officeDocument/2006/math">
                    <m:r>
                      <a:rPr lang="en-US" altLang="zh-CN" i="1">
                        <a:solidFill>
                          <a:srgbClr val="000000"/>
                        </a:solidFill>
                        <a:latin typeface="Cambria Math"/>
                      </a:rPr>
                      <m:t> </m:t>
                    </m:r>
                    <m:sSub>
                      <m:sSubPr>
                        <m:ctrlPr>
                          <a:rPr lang="en-US" altLang="zh-CN" i="1">
                            <a:solidFill>
                              <a:srgbClr val="000000"/>
                            </a:solidFill>
                            <a:latin typeface="Cambria Math" panose="02040503050406030204" pitchFamily="18" charset="0"/>
                          </a:rPr>
                        </m:ctrlPr>
                      </m:sSubPr>
                      <m:e>
                        <m:r>
                          <a:rPr lang="en-US" altLang="zh-CN" i="1">
                            <a:solidFill>
                              <a:srgbClr val="000000"/>
                            </a:solidFill>
                            <a:latin typeface="Cambria Math"/>
                          </a:rPr>
                          <m:t>𝑎</m:t>
                        </m:r>
                      </m:e>
                      <m:sub>
                        <m:r>
                          <a:rPr lang="en-US" altLang="zh-CN" i="1">
                            <a:solidFill>
                              <a:srgbClr val="000000"/>
                            </a:solidFill>
                            <a:latin typeface="Cambria Math"/>
                          </a:rPr>
                          <m:t>1</m:t>
                        </m:r>
                      </m:sub>
                    </m:sSub>
                    <m:r>
                      <a:rPr lang="zh-CN" altLang="en-US" i="1" smtClean="0">
                        <a:solidFill>
                          <a:srgbClr val="000000"/>
                        </a:solidFill>
                        <a:latin typeface="Cambria Math" panose="02040503050406030204" pitchFamily="18" charset="0"/>
                      </a:rPr>
                      <m:t>，</m:t>
                    </m:r>
                    <m:r>
                      <a:rPr lang="en-US" altLang="zh-CN" i="1">
                        <a:solidFill>
                          <a:srgbClr val="000000"/>
                        </a:solidFill>
                        <a:latin typeface="Cambria Math"/>
                      </a:rPr>
                      <m:t> </m:t>
                    </m:r>
                    <m:sSub>
                      <m:sSubPr>
                        <m:ctrlPr>
                          <a:rPr lang="en-US" altLang="zh-CN" i="1">
                            <a:solidFill>
                              <a:srgbClr val="000000"/>
                            </a:solidFill>
                            <a:latin typeface="Cambria Math" panose="02040503050406030204" pitchFamily="18" charset="0"/>
                          </a:rPr>
                        </m:ctrlPr>
                      </m:sSubPr>
                      <m:e>
                        <m:r>
                          <a:rPr lang="en-US" altLang="zh-CN" i="1">
                            <a:solidFill>
                              <a:srgbClr val="000000"/>
                            </a:solidFill>
                            <a:latin typeface="Cambria Math"/>
                          </a:rPr>
                          <m:t>𝑎</m:t>
                        </m:r>
                      </m:e>
                      <m:sub>
                        <m:r>
                          <a:rPr lang="en-US" altLang="zh-CN" i="1">
                            <a:solidFill>
                              <a:srgbClr val="000000"/>
                            </a:solidFill>
                            <a:latin typeface="Cambria Math"/>
                          </a:rPr>
                          <m:t>2</m:t>
                        </m:r>
                      </m:sub>
                    </m:sSub>
                    <m:r>
                      <a:rPr lang="zh-CN" altLang="en-US" i="1" smtClean="0">
                        <a:solidFill>
                          <a:srgbClr val="000000"/>
                        </a:solidFill>
                        <a:latin typeface="Cambria Math" panose="02040503050406030204" pitchFamily="18" charset="0"/>
                      </a:rPr>
                      <m:t>，</m:t>
                    </m:r>
                    <m:r>
                      <a:rPr lang="en-US" altLang="zh-CN" i="1">
                        <a:solidFill>
                          <a:srgbClr val="000000"/>
                        </a:solidFill>
                        <a:latin typeface="Cambria Math"/>
                      </a:rPr>
                      <m:t>…</m:t>
                    </m:r>
                    <m:r>
                      <a:rPr lang="zh-CN" altLang="en-US" i="1" smtClean="0">
                        <a:solidFill>
                          <a:srgbClr val="000000"/>
                        </a:solidFill>
                        <a:latin typeface="Cambria Math" panose="02040503050406030204" pitchFamily="18" charset="0"/>
                      </a:rPr>
                      <m:t>，</m:t>
                    </m:r>
                    <m:sSub>
                      <m:sSubPr>
                        <m:ctrlPr>
                          <a:rPr lang="en-US" altLang="zh-CN" i="1">
                            <a:solidFill>
                              <a:srgbClr val="000000"/>
                            </a:solidFill>
                            <a:latin typeface="Cambria Math" panose="02040503050406030204" pitchFamily="18" charset="0"/>
                          </a:rPr>
                        </m:ctrlPr>
                      </m:sSubPr>
                      <m:e>
                        <m:r>
                          <a:rPr lang="en-US" altLang="zh-CN" i="1">
                            <a:solidFill>
                              <a:srgbClr val="000000"/>
                            </a:solidFill>
                            <a:latin typeface="Cambria Math"/>
                          </a:rPr>
                          <m:t>𝑎</m:t>
                        </m:r>
                      </m:e>
                      <m:sub>
                        <m:r>
                          <a:rPr lang="en-US" altLang="zh-CN" i="1">
                            <a:solidFill>
                              <a:srgbClr val="000000"/>
                            </a:solidFill>
                            <a:latin typeface="Cambria Math"/>
                          </a:rPr>
                          <m:t>𝑗</m:t>
                        </m:r>
                      </m:sub>
                    </m:sSub>
                  </m:oMath>
                </a14:m>
                <a:r>
                  <a:rPr lang="zh-CN" altLang="en-US" dirty="0">
                    <a:solidFill>
                      <a:srgbClr val="000000"/>
                    </a:solidFill>
                  </a:rPr>
                  <a:t>都是正整数，且</a:t>
                </a:r>
                <a14:m>
                  <m:oMath xmlns:m="http://schemas.openxmlformats.org/officeDocument/2006/math">
                    <m:r>
                      <a:rPr lang="en-US" altLang="zh-CN" i="1">
                        <a:solidFill>
                          <a:srgbClr val="000000"/>
                        </a:solidFill>
                        <a:latin typeface="Cambria Math"/>
                      </a:rPr>
                      <m:t> </m:t>
                    </m:r>
                    <m:sSub>
                      <m:sSubPr>
                        <m:ctrlPr>
                          <a:rPr lang="en-US" altLang="zh-CN" i="1">
                            <a:solidFill>
                              <a:srgbClr val="000000"/>
                            </a:solidFill>
                            <a:latin typeface="Cambria Math" panose="02040503050406030204" pitchFamily="18" charset="0"/>
                          </a:rPr>
                        </m:ctrlPr>
                      </m:sSubPr>
                      <m:e>
                        <m:r>
                          <a:rPr lang="en-US" altLang="zh-CN" i="1">
                            <a:solidFill>
                              <a:srgbClr val="000000"/>
                            </a:solidFill>
                            <a:latin typeface="Cambria Math"/>
                          </a:rPr>
                          <m:t>𝑎</m:t>
                        </m:r>
                      </m:e>
                      <m:sub>
                        <m:r>
                          <a:rPr lang="en-US" altLang="zh-CN" i="1">
                            <a:solidFill>
                              <a:srgbClr val="000000"/>
                            </a:solidFill>
                            <a:latin typeface="Cambria Math"/>
                          </a:rPr>
                          <m:t>1</m:t>
                        </m:r>
                      </m:sub>
                    </m:sSub>
                    <m:r>
                      <a:rPr lang="en-US" altLang="zh-CN" i="1">
                        <a:solidFill>
                          <a:srgbClr val="000000"/>
                        </a:solidFill>
                        <a:latin typeface="Cambria Math"/>
                      </a:rPr>
                      <m:t>≥</m:t>
                    </m:r>
                    <m:sSub>
                      <m:sSubPr>
                        <m:ctrlPr>
                          <a:rPr lang="en-US" altLang="zh-CN" i="1">
                            <a:solidFill>
                              <a:srgbClr val="000000"/>
                            </a:solidFill>
                            <a:latin typeface="Cambria Math" panose="02040503050406030204" pitchFamily="18" charset="0"/>
                          </a:rPr>
                        </m:ctrlPr>
                      </m:sSubPr>
                      <m:e>
                        <m:r>
                          <a:rPr lang="en-US" altLang="zh-CN" i="1">
                            <a:solidFill>
                              <a:srgbClr val="000000"/>
                            </a:solidFill>
                            <a:latin typeface="Cambria Math"/>
                          </a:rPr>
                          <m:t>𝑎</m:t>
                        </m:r>
                      </m:e>
                      <m:sub>
                        <m:r>
                          <a:rPr lang="en-US" altLang="zh-CN" i="1">
                            <a:solidFill>
                              <a:srgbClr val="000000"/>
                            </a:solidFill>
                            <a:latin typeface="Cambria Math"/>
                          </a:rPr>
                          <m:t>2</m:t>
                        </m:r>
                      </m:sub>
                    </m:sSub>
                    <m:r>
                      <a:rPr lang="en-US" altLang="zh-CN" i="1">
                        <a:solidFill>
                          <a:srgbClr val="000000"/>
                        </a:solidFill>
                        <a:latin typeface="Cambria Math"/>
                      </a:rPr>
                      <m:t>≥⋯≥</m:t>
                    </m:r>
                    <m:sSub>
                      <m:sSubPr>
                        <m:ctrlPr>
                          <a:rPr lang="en-US" altLang="zh-CN" i="1">
                            <a:solidFill>
                              <a:srgbClr val="000000"/>
                            </a:solidFill>
                            <a:latin typeface="Cambria Math" panose="02040503050406030204" pitchFamily="18" charset="0"/>
                          </a:rPr>
                        </m:ctrlPr>
                      </m:sSubPr>
                      <m:e>
                        <m:r>
                          <a:rPr lang="en-US" altLang="zh-CN" i="1">
                            <a:solidFill>
                              <a:srgbClr val="000000"/>
                            </a:solidFill>
                            <a:latin typeface="Cambria Math"/>
                          </a:rPr>
                          <m:t>𝑎</m:t>
                        </m:r>
                      </m:e>
                      <m:sub>
                        <m:r>
                          <a:rPr lang="en-US" altLang="zh-CN" i="1">
                            <a:solidFill>
                              <a:srgbClr val="000000"/>
                            </a:solidFill>
                            <a:latin typeface="Cambria Math"/>
                          </a:rPr>
                          <m:t>𝑗</m:t>
                        </m:r>
                      </m:sub>
                    </m:sSub>
                  </m:oMath>
                </a14:m>
                <a:r>
                  <a:rPr lang="zh-CN" altLang="en-US" dirty="0">
                    <a:solidFill>
                      <a:srgbClr val="000000"/>
                    </a:solidFill>
                  </a:rPr>
                  <a:t>，那么就说</a:t>
                </a:r>
                <a14:m>
                  <m:oMath xmlns:m="http://schemas.openxmlformats.org/officeDocument/2006/math">
                    <m:sSub>
                      <m:sSubPr>
                        <m:ctrlPr>
                          <a:rPr lang="en-US" altLang="zh-CN" i="1">
                            <a:solidFill>
                              <a:srgbClr val="000000"/>
                            </a:solidFill>
                            <a:latin typeface="Cambria Math" panose="02040503050406030204" pitchFamily="18" charset="0"/>
                          </a:rPr>
                        </m:ctrlPr>
                      </m:sSubPr>
                      <m:e>
                        <m:r>
                          <a:rPr lang="en-US" altLang="zh-CN" i="1">
                            <a:solidFill>
                              <a:srgbClr val="000000"/>
                            </a:solidFill>
                            <a:latin typeface="Cambria Math"/>
                          </a:rPr>
                          <m:t>𝑎</m:t>
                        </m:r>
                      </m:e>
                      <m:sub>
                        <m:r>
                          <a:rPr lang="en-US" altLang="zh-CN" i="1">
                            <a:solidFill>
                              <a:srgbClr val="000000"/>
                            </a:solidFill>
                            <a:latin typeface="Cambria Math"/>
                          </a:rPr>
                          <m:t>1</m:t>
                        </m:r>
                      </m:sub>
                    </m:sSub>
                    <m:r>
                      <a:rPr lang="zh-CN" altLang="en-US" i="1">
                        <a:solidFill>
                          <a:srgbClr val="000000"/>
                        </a:solidFill>
                        <a:latin typeface="Cambria Math" panose="02040503050406030204" pitchFamily="18" charset="0"/>
                      </a:rPr>
                      <m:t>，</m:t>
                    </m:r>
                    <m:sSub>
                      <m:sSubPr>
                        <m:ctrlPr>
                          <a:rPr lang="en-US" altLang="zh-CN" i="1">
                            <a:solidFill>
                              <a:srgbClr val="000000"/>
                            </a:solidFill>
                            <a:latin typeface="Cambria Math" panose="02040503050406030204" pitchFamily="18" charset="0"/>
                          </a:rPr>
                        </m:ctrlPr>
                      </m:sSubPr>
                      <m:e>
                        <m:r>
                          <a:rPr lang="en-US" altLang="zh-CN" i="1">
                            <a:solidFill>
                              <a:srgbClr val="000000"/>
                            </a:solidFill>
                            <a:latin typeface="Cambria Math"/>
                          </a:rPr>
                          <m:t>𝑎</m:t>
                        </m:r>
                      </m:e>
                      <m:sub>
                        <m:r>
                          <a:rPr lang="en-US" altLang="zh-CN" i="1">
                            <a:solidFill>
                              <a:srgbClr val="000000"/>
                            </a:solidFill>
                            <a:latin typeface="Cambria Math"/>
                          </a:rPr>
                          <m:t>2</m:t>
                        </m:r>
                      </m:sub>
                    </m:sSub>
                    <m:r>
                      <a:rPr lang="zh-CN" altLang="en-US" i="1">
                        <a:solidFill>
                          <a:srgbClr val="000000"/>
                        </a:solidFill>
                        <a:latin typeface="Cambria Math" panose="02040503050406030204" pitchFamily="18" charset="0"/>
                      </a:rPr>
                      <m:t>，</m:t>
                    </m:r>
                    <m:r>
                      <a:rPr lang="en-US" altLang="zh-CN" i="1">
                        <a:solidFill>
                          <a:srgbClr val="000000"/>
                        </a:solidFill>
                        <a:latin typeface="Cambria Math"/>
                      </a:rPr>
                      <m:t>…</m:t>
                    </m:r>
                    <m:r>
                      <a:rPr lang="zh-CN" altLang="en-US" i="1">
                        <a:solidFill>
                          <a:srgbClr val="000000"/>
                        </a:solidFill>
                        <a:latin typeface="Cambria Math" panose="02040503050406030204" pitchFamily="18" charset="0"/>
                      </a:rPr>
                      <m:t>，</m:t>
                    </m:r>
                    <m:sSub>
                      <m:sSubPr>
                        <m:ctrlPr>
                          <a:rPr lang="en-US" altLang="zh-CN" i="1">
                            <a:solidFill>
                              <a:srgbClr val="000000"/>
                            </a:solidFill>
                            <a:latin typeface="Cambria Math" panose="02040503050406030204" pitchFamily="18" charset="0"/>
                          </a:rPr>
                        </m:ctrlPr>
                      </m:sSubPr>
                      <m:e>
                        <m:r>
                          <a:rPr lang="en-US" altLang="zh-CN" i="1">
                            <a:solidFill>
                              <a:srgbClr val="000000"/>
                            </a:solidFill>
                            <a:latin typeface="Cambria Math"/>
                          </a:rPr>
                          <m:t>𝑎</m:t>
                        </m:r>
                      </m:e>
                      <m:sub>
                        <m:r>
                          <a:rPr lang="en-US" altLang="zh-CN" i="1">
                            <a:solidFill>
                              <a:srgbClr val="000000"/>
                            </a:solidFill>
                            <a:latin typeface="Cambria Math"/>
                          </a:rPr>
                          <m:t>𝑗</m:t>
                        </m:r>
                      </m:sub>
                    </m:sSub>
                  </m:oMath>
                </a14:m>
                <a:r>
                  <a:rPr lang="zh-CN" altLang="en-US" dirty="0">
                    <a:solidFill>
                      <a:srgbClr val="000000"/>
                    </a:solidFill>
                  </a:rPr>
                  <a:t>是将正整数</a:t>
                </a:r>
                <a14:m>
                  <m:oMath xmlns:m="http://schemas.openxmlformats.org/officeDocument/2006/math">
                    <m:r>
                      <a:rPr lang="en-US" altLang="zh-CN" i="1" dirty="0">
                        <a:solidFill>
                          <a:srgbClr val="000000"/>
                        </a:solidFill>
                        <a:latin typeface="Cambria Math"/>
                      </a:rPr>
                      <m:t>𝑛</m:t>
                    </m:r>
                  </m:oMath>
                </a14:m>
                <a:r>
                  <a:rPr lang="zh-CN" altLang="en-US" dirty="0">
                    <a:solidFill>
                      <a:srgbClr val="000000"/>
                    </a:solidFill>
                  </a:rPr>
                  <a:t>划分成</a:t>
                </a:r>
                <a14:m>
                  <m:oMath xmlns:m="http://schemas.openxmlformats.org/officeDocument/2006/math">
                    <m:r>
                      <a:rPr lang="en-US" altLang="zh-CN" dirty="0">
                        <a:solidFill>
                          <a:srgbClr val="000000"/>
                        </a:solidFill>
                        <a:latin typeface="Cambria Math"/>
                      </a:rPr>
                      <m:t> </m:t>
                    </m:r>
                    <m:r>
                      <a:rPr lang="en-US" altLang="zh-CN" i="1" dirty="0">
                        <a:solidFill>
                          <a:srgbClr val="000000"/>
                        </a:solidFill>
                        <a:latin typeface="Cambria Math"/>
                      </a:rPr>
                      <m:t>𝑗</m:t>
                    </m:r>
                    <m:r>
                      <a:rPr lang="en-US" altLang="zh-CN" i="1" dirty="0">
                        <a:solidFill>
                          <a:srgbClr val="000000"/>
                        </a:solidFill>
                        <a:latin typeface="Cambria Math"/>
                      </a:rPr>
                      <m:t> </m:t>
                    </m:r>
                  </m:oMath>
                </a14:m>
                <a:r>
                  <a:rPr lang="zh-CN" altLang="en-US" dirty="0">
                    <a:solidFill>
                      <a:srgbClr val="000000"/>
                    </a:solidFill>
                  </a:rPr>
                  <a:t>个正整数的一个</a:t>
                </a:r>
                <a:r>
                  <a:rPr lang="zh-CN" altLang="en-US" b="1" dirty="0"/>
                  <a:t>划分</a:t>
                </a:r>
                <a:r>
                  <a:rPr lang="zh-CN" altLang="en-US" dirty="0">
                    <a:solidFill>
                      <a:srgbClr val="000000"/>
                    </a:solidFill>
                  </a:rPr>
                  <a:t>。</a:t>
                </a:r>
                <a:endParaRPr lang="en-US" altLang="zh-CN" dirty="0">
                  <a:solidFill>
                    <a:srgbClr val="000000"/>
                  </a:solidFill>
                </a:endParaRPr>
              </a:p>
              <a:p>
                <a:pPr marL="0" indent="0" eaLnBrk="1">
                  <a:lnSpc>
                    <a:spcPct val="110000"/>
                  </a:lnSpc>
                  <a:buNone/>
                </a:pPr>
                <a:r>
                  <a:rPr lang="zh-CN" altLang="en-US" b="1" dirty="0">
                    <a:solidFill>
                      <a:srgbClr val="000000"/>
                    </a:solidFill>
                    <a:latin typeface="+mn-ea"/>
                  </a:rPr>
                  <a:t>注：</a:t>
                </a:r>
                <a:endParaRPr lang="en-US" altLang="zh-CN" i="1" dirty="0">
                  <a:solidFill>
                    <a:srgbClr val="000000"/>
                  </a:solidFill>
                  <a:latin typeface="+mn-ea"/>
                </a:endParaRPr>
              </a:p>
              <a:p>
                <a:pPr marL="0" indent="0" eaLnBrk="1" hangingPunct="1">
                  <a:buNone/>
                </a:pPr>
                <a:r>
                  <a:rPr lang="zh-CN" altLang="en-US" dirty="0">
                    <a:solidFill>
                      <a:srgbClr val="000000"/>
                    </a:solidFill>
                    <a:latin typeface="+mn-ea"/>
                  </a:rPr>
                  <a:t>将</a:t>
                </a:r>
                <a14:m>
                  <m:oMath xmlns:m="http://schemas.openxmlformats.org/officeDocument/2006/math">
                    <m:r>
                      <a:rPr lang="en-US" altLang="zh-CN" dirty="0">
                        <a:solidFill>
                          <a:srgbClr val="000000"/>
                        </a:solidFill>
                        <a:latin typeface="Cambria Math" panose="02040503050406030204" pitchFamily="18" charset="0"/>
                      </a:rPr>
                      <m:t> </m:t>
                    </m:r>
                    <m:r>
                      <a:rPr lang="en-US" altLang="zh-CN" i="1" dirty="0">
                        <a:solidFill>
                          <a:srgbClr val="000000"/>
                        </a:solidFill>
                        <a:latin typeface="Cambria Math" panose="02040503050406030204" pitchFamily="18" charset="0"/>
                      </a:rPr>
                      <m:t>𝑛</m:t>
                    </m:r>
                  </m:oMath>
                </a14:m>
                <a:r>
                  <a:rPr lang="zh-CN" altLang="en-US" dirty="0">
                    <a:solidFill>
                      <a:srgbClr val="000000"/>
                    </a:solidFill>
                    <a:latin typeface="+mn-ea"/>
                  </a:rPr>
                  <a:t>个不可辨别的物体放入</a:t>
                </a:r>
                <a14:m>
                  <m:oMath xmlns:m="http://schemas.openxmlformats.org/officeDocument/2006/math">
                    <m:r>
                      <a:rPr lang="en-US" altLang="zh-CN" i="1" dirty="0">
                        <a:solidFill>
                          <a:srgbClr val="000000"/>
                        </a:solidFill>
                        <a:latin typeface="Cambria Math" panose="02040503050406030204" pitchFamily="18" charset="0"/>
                      </a:rPr>
                      <m:t>𝑘</m:t>
                    </m:r>
                  </m:oMath>
                </a14:m>
                <a:r>
                  <a:rPr lang="zh-CN" altLang="en-US" dirty="0">
                    <a:solidFill>
                      <a:srgbClr val="000000"/>
                    </a:solidFill>
                    <a:latin typeface="+mn-ea"/>
                  </a:rPr>
                  <a:t>个不可辨别的盒子里的方式数就是将正整数</a:t>
                </a:r>
                <a14:m>
                  <m:oMath xmlns:m="http://schemas.openxmlformats.org/officeDocument/2006/math">
                    <m:r>
                      <a:rPr lang="en-US" altLang="zh-CN" i="1" dirty="0">
                        <a:solidFill>
                          <a:srgbClr val="000000"/>
                        </a:solidFill>
                        <a:latin typeface="Cambria Math" panose="02040503050406030204" pitchFamily="18" charset="0"/>
                      </a:rPr>
                      <m:t>𝑛</m:t>
                    </m:r>
                  </m:oMath>
                </a14:m>
                <a:r>
                  <a:rPr lang="zh-CN" altLang="en-US" dirty="0">
                    <a:solidFill>
                      <a:srgbClr val="000000"/>
                    </a:solidFill>
                    <a:latin typeface="+mn-ea"/>
                  </a:rPr>
                  <a:t>划分成最多</a:t>
                </a:r>
                <a14:m>
                  <m:oMath xmlns:m="http://schemas.openxmlformats.org/officeDocument/2006/math">
                    <m:r>
                      <a:rPr lang="en-US" altLang="zh-CN" i="1" dirty="0">
                        <a:solidFill>
                          <a:srgbClr val="000000"/>
                        </a:solidFill>
                        <a:latin typeface="Cambria Math" panose="02040503050406030204" pitchFamily="18" charset="0"/>
                      </a:rPr>
                      <m:t>𝑘</m:t>
                    </m:r>
                  </m:oMath>
                </a14:m>
                <a:r>
                  <a:rPr lang="zh-CN" altLang="en-US" dirty="0">
                    <a:solidFill>
                      <a:srgbClr val="000000"/>
                    </a:solidFill>
                    <a:latin typeface="+mn-ea"/>
                  </a:rPr>
                  <a:t>个正整数的方式数，记为</a:t>
                </a:r>
                <a14:m>
                  <m:oMath xmlns:m="http://schemas.openxmlformats.org/officeDocument/2006/math">
                    <m:r>
                      <a:rPr lang="en-US" altLang="zh-CN">
                        <a:solidFill>
                          <a:srgbClr val="000000"/>
                        </a:solidFill>
                        <a:latin typeface="Cambria Math" panose="02040503050406030204" pitchFamily="18" charset="0"/>
                      </a:rPr>
                      <m:t> </m:t>
                    </m:r>
                    <m:sSub>
                      <m:sSubPr>
                        <m:ctrlPr>
                          <a:rPr lang="en-US" altLang="zh-CN" i="1">
                            <a:solidFill>
                              <a:srgbClr val="000000"/>
                            </a:solidFill>
                            <a:latin typeface="Cambria Math" panose="02040503050406030204" pitchFamily="18" charset="0"/>
                          </a:rPr>
                        </m:ctrlPr>
                      </m:sSubPr>
                      <m:e>
                        <m:r>
                          <a:rPr lang="en-US" altLang="zh-CN" i="1">
                            <a:solidFill>
                              <a:srgbClr val="000000"/>
                            </a:solidFill>
                            <a:latin typeface="Cambria Math" panose="02040503050406030204" pitchFamily="18" charset="0"/>
                          </a:rPr>
                          <m:t>𝑝</m:t>
                        </m:r>
                      </m:e>
                      <m:sub>
                        <m:r>
                          <a:rPr lang="en-US" altLang="zh-CN" i="1">
                            <a:solidFill>
                              <a:srgbClr val="000000"/>
                            </a:solidFill>
                            <a:latin typeface="Cambria Math" panose="02040503050406030204" pitchFamily="18" charset="0"/>
                          </a:rPr>
                          <m:t>𝑘</m:t>
                        </m:r>
                      </m:sub>
                    </m:sSub>
                    <m:d>
                      <m:dPr>
                        <m:ctrlPr>
                          <a:rPr lang="en-US" altLang="zh-CN" i="1">
                            <a:solidFill>
                              <a:srgbClr val="000000"/>
                            </a:solidFill>
                            <a:latin typeface="Cambria Math" panose="02040503050406030204" pitchFamily="18" charset="0"/>
                          </a:rPr>
                        </m:ctrlPr>
                      </m:dPr>
                      <m:e>
                        <m:r>
                          <a:rPr lang="en-US" altLang="zh-CN" i="1">
                            <a:solidFill>
                              <a:srgbClr val="000000"/>
                            </a:solidFill>
                            <a:latin typeface="Cambria Math" panose="02040503050406030204" pitchFamily="18" charset="0"/>
                          </a:rPr>
                          <m:t>𝑛</m:t>
                        </m:r>
                      </m:e>
                    </m:d>
                  </m:oMath>
                </a14:m>
                <a:r>
                  <a:rPr lang="zh-CN" altLang="en-US" dirty="0">
                    <a:solidFill>
                      <a:srgbClr val="000000"/>
                    </a:solidFill>
                    <a:latin typeface="+mn-ea"/>
                  </a:rPr>
                  <a:t>，关于这个数，我们没有更简单的公式来表示它。</a:t>
                </a:r>
                <a:r>
                  <a:rPr lang="zh-CN" altLang="en-US" b="1" dirty="0">
                    <a:latin typeface="+mn-ea"/>
                  </a:rPr>
                  <a:t>整数划分问题有递归的解</a:t>
                </a:r>
                <a:r>
                  <a:rPr lang="zh-CN" altLang="en-US" sz="2800" b="1" dirty="0">
                    <a:latin typeface="+mn-ea"/>
                  </a:rPr>
                  <a:t>。</a:t>
                </a:r>
                <a:endParaRPr lang="en-US" altLang="zh-CN" b="1" dirty="0">
                  <a:solidFill>
                    <a:srgbClr val="000000"/>
                  </a:solidFill>
                  <a:latin typeface="+mn-ea"/>
                </a:endParaRPr>
              </a:p>
            </p:txBody>
          </p:sp>
        </mc:Choice>
        <mc:Fallback xmlns="">
          <p:sp>
            <p:nvSpPr>
              <p:cNvPr id="2" name="内容占位符 2">
                <a:extLst>
                  <a:ext uri="{FF2B5EF4-FFF2-40B4-BE49-F238E27FC236}">
                    <a16:creationId xmlns:a16="http://schemas.microsoft.com/office/drawing/2014/main" id="{C58DC8EA-1841-08C0-50DC-6E4DCB633004}"/>
                  </a:ext>
                </a:extLst>
              </p:cNvPr>
              <p:cNvSpPr txBox="1">
                <a:spLocks noRot="1" noChangeAspect="1" noMove="1" noResize="1" noEditPoints="1" noAdjustHandles="1" noChangeArrowheads="1" noChangeShapeType="1" noTextEdit="1"/>
              </p:cNvSpPr>
              <p:nvPr/>
            </p:nvSpPr>
            <p:spPr bwMode="auto">
              <a:xfrm>
                <a:off x="228600" y="914400"/>
                <a:ext cx="8836819" cy="5791200"/>
              </a:xfrm>
              <a:prstGeom prst="rect">
                <a:avLst/>
              </a:prstGeom>
              <a:blipFill>
                <a:blip r:embed="rId3"/>
                <a:stretch>
                  <a:fillRect l="-1794" t="-421" r="-1380" b="-2632"/>
                </a:stretch>
              </a:blip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zh-CN" altLang="en-US">
                    <a:noFill/>
                  </a:rPr>
                  <a:t> </a:t>
                </a:r>
              </a:p>
            </p:txBody>
          </p:sp>
        </mc:Fallback>
      </mc:AlternateContent>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562" name="Rectangle 2">
            <a:extLst>
              <a:ext uri="{FF2B5EF4-FFF2-40B4-BE49-F238E27FC236}">
                <a16:creationId xmlns:a16="http://schemas.microsoft.com/office/drawing/2014/main" id="{040B9688-7CC7-9ABE-E245-088E6E66D2B9}"/>
              </a:ext>
            </a:extLst>
          </p:cNvPr>
          <p:cNvSpPr>
            <a:spLocks noGrp="1" noChangeArrowheads="1"/>
          </p:cNvSpPr>
          <p:nvPr>
            <p:ph type="ctrTitle"/>
          </p:nvPr>
        </p:nvSpPr>
        <p:spPr>
          <a:xfrm>
            <a:off x="685800" y="2286000"/>
            <a:ext cx="7772400" cy="1143000"/>
          </a:xfrm>
        </p:spPr>
        <p:txBody>
          <a:bodyPr/>
          <a:lstStyle/>
          <a:p>
            <a:pPr eaLnBrk="1" hangingPunct="1"/>
            <a:r>
              <a:rPr lang="zh-CN" altLang="en-US" sz="6000"/>
              <a:t>谢谢！</a:t>
            </a:r>
          </a:p>
        </p:txBody>
      </p:sp>
    </p:spTree>
  </p:cSld>
  <p:clrMapOvr>
    <a:masterClrMapping/>
  </p:clrMapOvr>
</p:sld>
</file>

<file path=ppt/theme/theme1.xml><?xml version="1.0" encoding="utf-8"?>
<a:theme xmlns:a="http://schemas.openxmlformats.org/drawingml/2006/main" name="默认设计模板">
  <a:themeElements>
    <a:clrScheme name="默认设计模板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默认设计模板">
      <a:majorFont>
        <a:latin typeface="Arial"/>
        <a:ea typeface="宋体"/>
        <a:cs typeface=""/>
      </a:majorFont>
      <a:minorFont>
        <a:latin typeface="Arial"/>
        <a:ea typeface="宋体"/>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lnDef>
      <a:spPr>
        <a:ln>
          <a:solidFill>
            <a:schemeClr val="tx1"/>
          </a:solidFill>
          <a:tailEnd type="arrow"/>
        </a:ln>
      </a:spPr>
      <a:bodyPr/>
      <a:lstStyle/>
      <a:style>
        <a:lnRef idx="1">
          <a:schemeClr val="accent1"/>
        </a:lnRef>
        <a:fillRef idx="0">
          <a:schemeClr val="accent1"/>
        </a:fillRef>
        <a:effectRef idx="0">
          <a:schemeClr val="accent1"/>
        </a:effectRef>
        <a:fontRef idx="minor">
          <a:schemeClr val="tx1"/>
        </a:fontRef>
      </a:style>
    </a:lnDef>
  </a:objectDefaults>
  <a:extraClrSchemeLst>
    <a:extraClrScheme>
      <a:clrScheme name="默认设计模板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默认设计模板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默认设计模板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默认设计模板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默认设计模板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默认设计模板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默认设计模板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默认设计模板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默认设计模板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默认设计模板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默认设计模板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默认设计模板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主题">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8437</TotalTime>
  <Words>2648</Words>
  <Application>Microsoft Office PowerPoint</Application>
  <PresentationFormat>全屏显示(4:3)</PresentationFormat>
  <Paragraphs>238</Paragraphs>
  <Slides>30</Slides>
  <Notes>22</Notes>
  <HiddenSlides>0</HiddenSlides>
  <MMClips>0</MMClips>
  <ScaleCrop>false</ScaleCrop>
  <HeadingPairs>
    <vt:vector size="8" baseType="variant">
      <vt:variant>
        <vt:lpstr>已用的字体</vt:lpstr>
      </vt:variant>
      <vt:variant>
        <vt:i4>11</vt:i4>
      </vt:variant>
      <vt:variant>
        <vt:lpstr>主题</vt:lpstr>
      </vt:variant>
      <vt:variant>
        <vt:i4>1</vt:i4>
      </vt:variant>
      <vt:variant>
        <vt:lpstr>嵌入 OLE 服务器</vt:lpstr>
      </vt:variant>
      <vt:variant>
        <vt:i4>1</vt:i4>
      </vt:variant>
      <vt:variant>
        <vt:lpstr>幻灯片标题</vt:lpstr>
      </vt:variant>
      <vt:variant>
        <vt:i4>30</vt:i4>
      </vt:variant>
    </vt:vector>
  </HeadingPairs>
  <TitlesOfParts>
    <vt:vector size="43" baseType="lpstr">
      <vt:lpstr>굴림</vt:lpstr>
      <vt:lpstr>华文隶书</vt:lpstr>
      <vt:lpstr>楷体_GB2312</vt:lpstr>
      <vt:lpstr>宋体</vt:lpstr>
      <vt:lpstr>Arial</vt:lpstr>
      <vt:lpstr>Calibri</vt:lpstr>
      <vt:lpstr>Cambria</vt:lpstr>
      <vt:lpstr>Cambria Math</vt:lpstr>
      <vt:lpstr>Symbol</vt:lpstr>
      <vt:lpstr>Times New Roman</vt:lpstr>
      <vt:lpstr>Wingdings</vt:lpstr>
      <vt:lpstr>默认设计模板</vt:lpstr>
      <vt:lpstr>Equation</vt:lpstr>
      <vt:lpstr>第九讲 组合数学 上</vt:lpstr>
      <vt:lpstr>PowerPoint 演示文稿</vt:lpstr>
      <vt:lpstr>本讲提要</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谢谢！</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sundazhi</dc:creator>
  <cp:lastModifiedBy>dazhi sun</cp:lastModifiedBy>
  <cp:revision>450</cp:revision>
  <cp:lastPrinted>2026-04-07T17:24:20Z</cp:lastPrinted>
  <dcterms:created xsi:type="dcterms:W3CDTF">1601-01-01T00:00:00Z</dcterms:created>
  <dcterms:modified xsi:type="dcterms:W3CDTF">2026-04-08T06:05:31Z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Version">
    <vt:i4>1</vt:i4>
  </property>
</Properties>
</file>